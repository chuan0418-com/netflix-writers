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24"/>
  </p:notesMasterIdLst>
  <p:sldIdLst>
    <p:sldId id="256" r:id="rId2"/>
    <p:sldId id="257" r:id="rId3"/>
    <p:sldId id="258" r:id="rId4"/>
    <p:sldId id="275" r:id="rId5"/>
    <p:sldId id="260" r:id="rId6"/>
    <p:sldId id="277" r:id="rId7"/>
    <p:sldId id="266" r:id="rId8"/>
    <p:sldId id="265" r:id="rId9"/>
    <p:sldId id="259" r:id="rId10"/>
    <p:sldId id="263" r:id="rId11"/>
    <p:sldId id="314" r:id="rId12"/>
    <p:sldId id="312" r:id="rId13"/>
    <p:sldId id="313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</p:sldIdLst>
  <p:sldSz cx="9144000" cy="5143500" type="screen16x9"/>
  <p:notesSz cx="6858000" cy="9144000"/>
  <p:embeddedFontLst>
    <p:embeddedFont>
      <p:font typeface="Actor" panose="02020500000000000000" charset="-120"/>
      <p:regular r:id="rId25"/>
    </p:embeddedFont>
    <p:embeddedFont>
      <p:font typeface="Aptos Black" panose="020B0004020202020204" pitchFamily="34" charset="0"/>
      <p:bold r:id="rId26"/>
    </p:embeddedFont>
    <p:embeddedFont>
      <p:font typeface="Cambria Math" panose="02040503050406030204" pitchFamily="18" charset="0"/>
      <p:regular r:id="rId27"/>
    </p:embeddedFont>
    <p:embeddedFont>
      <p:font typeface="Estrangelo Edessa" panose="03080600000000000000" pitchFamily="66" charset="0"/>
      <p:regular r:id="rId28"/>
    </p:embeddedFont>
    <p:embeddedFont>
      <p:font typeface="Limelight" panose="02020500000000000000" charset="0"/>
      <p:regular r:id="rId29"/>
    </p:embeddedFont>
    <p:embeddedFont>
      <p:font typeface="Poppins" panose="000005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7E58C8-78F0-4CC3-9905-CD423E692526}" v="160" dt="2026-07-16T00:42:28.364"/>
  </p1510:revLst>
</p1510:revInfo>
</file>

<file path=ppt/tableStyles.xml><?xml version="1.0" encoding="utf-8"?>
<a:tblStyleLst xmlns:a="http://schemas.openxmlformats.org/drawingml/2006/main" def="{AE460499-B097-42E0-8FFA-C565D7AB8602}">
  <a:tblStyle styleId="{AE460499-B097-42E0-8FFA-C565D7AB860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>
        <p:scale>
          <a:sx n="100" d="100"/>
          <a:sy n="100" d="100"/>
        </p:scale>
        <p:origin x="898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葉秋彤 (114522071)" userId="f58d2a1e-ab99-4641-9875-b5793ce73866" providerId="ADAL" clId="{E04D6C5F-A3D0-49B8-B9DF-800B3C2C1076}"/>
    <pc:docChg chg="undo custSel addSld delSld modSld sldOrd delMainMaster">
      <pc:chgData name="葉秋彤 (114522071)" userId="f58d2a1e-ab99-4641-9875-b5793ce73866" providerId="ADAL" clId="{E04D6C5F-A3D0-49B8-B9DF-800B3C2C1076}" dt="2026-07-16T00:45:09.548" v="1729" actId="1076"/>
      <pc:docMkLst>
        <pc:docMk/>
      </pc:docMkLst>
      <pc:sldChg chg="addSp modSp mod">
        <pc:chgData name="葉秋彤 (114522071)" userId="f58d2a1e-ab99-4641-9875-b5793ce73866" providerId="ADAL" clId="{E04D6C5F-A3D0-49B8-B9DF-800B3C2C1076}" dt="2026-07-15T18:58:07.391" v="216" actId="20577"/>
        <pc:sldMkLst>
          <pc:docMk/>
          <pc:sldMk cId="0" sldId="256"/>
        </pc:sldMkLst>
        <pc:spChg chg="add mod">
          <ac:chgData name="葉秋彤 (114522071)" userId="f58d2a1e-ab99-4641-9875-b5793ce73866" providerId="ADAL" clId="{E04D6C5F-A3D0-49B8-B9DF-800B3C2C1076}" dt="2026-07-15T18:58:07.391" v="216" actId="20577"/>
          <ac:spMkLst>
            <pc:docMk/>
            <pc:sldMk cId="0" sldId="256"/>
            <ac:spMk id="2" creationId="{DBADAE8E-9173-E455-3B06-0E730F237749}"/>
          </ac:spMkLst>
        </pc:spChg>
        <pc:spChg chg="mod">
          <ac:chgData name="葉秋彤 (114522071)" userId="f58d2a1e-ab99-4641-9875-b5793ce73866" providerId="ADAL" clId="{E04D6C5F-A3D0-49B8-B9DF-800B3C2C1076}" dt="2026-07-15T18:47:52.104" v="135" actId="1076"/>
          <ac:spMkLst>
            <pc:docMk/>
            <pc:sldMk cId="0" sldId="256"/>
            <ac:spMk id="6300" creationId="{00000000-0000-0000-0000-000000000000}"/>
          </ac:spMkLst>
        </pc:spChg>
        <pc:spChg chg="mod">
          <ac:chgData name="葉秋彤 (114522071)" userId="f58d2a1e-ab99-4641-9875-b5793ce73866" providerId="ADAL" clId="{E04D6C5F-A3D0-49B8-B9DF-800B3C2C1076}" dt="2026-07-15T18:48:07.681" v="136" actId="207"/>
          <ac:spMkLst>
            <pc:docMk/>
            <pc:sldMk cId="0" sldId="256"/>
            <ac:spMk id="6301" creationId="{00000000-0000-0000-0000-000000000000}"/>
          </ac:spMkLst>
        </pc:spChg>
      </pc:sldChg>
      <pc:sldChg chg="addSp delSp modSp mod">
        <pc:chgData name="葉秋彤 (114522071)" userId="f58d2a1e-ab99-4641-9875-b5793ce73866" providerId="ADAL" clId="{E04D6C5F-A3D0-49B8-B9DF-800B3C2C1076}" dt="2026-07-15T20:42:47.889" v="315" actId="20577"/>
        <pc:sldMkLst>
          <pc:docMk/>
          <pc:sldMk cId="0" sldId="257"/>
        </pc:sldMkLst>
        <pc:spChg chg="add del mod">
          <ac:chgData name="葉秋彤 (114522071)" userId="f58d2a1e-ab99-4641-9875-b5793ce73866" providerId="ADAL" clId="{E04D6C5F-A3D0-49B8-B9DF-800B3C2C1076}" dt="2026-07-15T18:57:31.160" v="208" actId="1076"/>
          <ac:spMkLst>
            <pc:docMk/>
            <pc:sldMk cId="0" sldId="257"/>
            <ac:spMk id="10" creationId="{A586BF8A-C849-2C2A-27C0-DC26B92C67A6}"/>
          </ac:spMkLst>
        </pc:spChg>
        <pc:spChg chg="add mod">
          <ac:chgData name="葉秋彤 (114522071)" userId="f58d2a1e-ab99-4641-9875-b5793ce73866" providerId="ADAL" clId="{E04D6C5F-A3D0-49B8-B9DF-800B3C2C1076}" dt="2026-07-15T18:57:31.160" v="208" actId="1076"/>
          <ac:spMkLst>
            <pc:docMk/>
            <pc:sldMk cId="0" sldId="257"/>
            <ac:spMk id="12" creationId="{37FEDA1F-DA43-49AE-64AB-3A5F3468A57A}"/>
          </ac:spMkLst>
        </pc:spChg>
        <pc:spChg chg="add del mod">
          <ac:chgData name="葉秋彤 (114522071)" userId="f58d2a1e-ab99-4641-9875-b5793ce73866" providerId="ADAL" clId="{E04D6C5F-A3D0-49B8-B9DF-800B3C2C1076}" dt="2026-07-15T18:54:53.484" v="189" actId="478"/>
          <ac:spMkLst>
            <pc:docMk/>
            <pc:sldMk cId="0" sldId="257"/>
            <ac:spMk id="14" creationId="{1882A0F0-8788-8A1A-A910-171FFEBCA3E7}"/>
          </ac:spMkLst>
        </pc:spChg>
        <pc:spChg chg="add mod">
          <ac:chgData name="葉秋彤 (114522071)" userId="f58d2a1e-ab99-4641-9875-b5793ce73866" providerId="ADAL" clId="{E04D6C5F-A3D0-49B8-B9DF-800B3C2C1076}" dt="2026-07-15T20:27:03.567" v="292" actId="1076"/>
          <ac:spMkLst>
            <pc:docMk/>
            <pc:sldMk cId="0" sldId="257"/>
            <ac:spMk id="16" creationId="{DE7584A7-E0DE-B99D-3AC5-13300B82EC5A}"/>
          </ac:spMkLst>
        </pc:spChg>
        <pc:spChg chg="mod">
          <ac:chgData name="葉秋彤 (114522071)" userId="f58d2a1e-ab99-4641-9875-b5793ce73866" providerId="ADAL" clId="{E04D6C5F-A3D0-49B8-B9DF-800B3C2C1076}" dt="2026-07-15T20:42:47.889" v="315" actId="20577"/>
          <ac:spMkLst>
            <pc:docMk/>
            <pc:sldMk cId="0" sldId="257"/>
            <ac:spMk id="6308" creationId="{00000000-0000-0000-0000-000000000000}"/>
          </ac:spMkLst>
        </pc:spChg>
        <pc:spChg chg="del mod">
          <ac:chgData name="葉秋彤 (114522071)" userId="f58d2a1e-ab99-4641-9875-b5793ce73866" providerId="ADAL" clId="{E04D6C5F-A3D0-49B8-B9DF-800B3C2C1076}" dt="2026-07-15T18:54:46.106" v="186" actId="478"/>
          <ac:spMkLst>
            <pc:docMk/>
            <pc:sldMk cId="0" sldId="257"/>
            <ac:spMk id="6309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5T18:51:19.857" v="142" actId="478"/>
          <ac:spMkLst>
            <pc:docMk/>
            <pc:sldMk cId="0" sldId="257"/>
            <ac:spMk id="6311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5T18:51:23.852" v="143" actId="478"/>
          <ac:spMkLst>
            <pc:docMk/>
            <pc:sldMk cId="0" sldId="257"/>
            <ac:spMk id="6312" creationId="{00000000-0000-0000-0000-000000000000}"/>
          </ac:spMkLst>
        </pc:spChg>
        <pc:graphicFrameChg chg="del modGraphic">
          <ac:chgData name="葉秋彤 (114522071)" userId="f58d2a1e-ab99-4641-9875-b5793ce73866" providerId="ADAL" clId="{E04D6C5F-A3D0-49B8-B9DF-800B3C2C1076}" dt="2026-07-15T18:51:13.512" v="140" actId="478"/>
          <ac:graphicFrameMkLst>
            <pc:docMk/>
            <pc:sldMk cId="0" sldId="257"/>
            <ac:graphicFrameMk id="6310" creationId="{00000000-0000-0000-0000-000000000000}"/>
          </ac:graphicFrameMkLst>
        </pc:graphicFrameChg>
        <pc:picChg chg="add del">
          <ac:chgData name="葉秋彤 (114522071)" userId="f58d2a1e-ab99-4641-9875-b5793ce73866" providerId="ADAL" clId="{E04D6C5F-A3D0-49B8-B9DF-800B3C2C1076}" dt="2026-07-15T18:52:12.601" v="145" actId="478"/>
          <ac:picMkLst>
            <pc:docMk/>
            <pc:sldMk cId="0" sldId="257"/>
            <ac:picMk id="3" creationId="{D8F46C59-A531-D5F6-DF14-165FB6D8D4F4}"/>
          </ac:picMkLst>
        </pc:picChg>
        <pc:picChg chg="add mod">
          <ac:chgData name="葉秋彤 (114522071)" userId="f58d2a1e-ab99-4641-9875-b5793ce73866" providerId="ADAL" clId="{E04D6C5F-A3D0-49B8-B9DF-800B3C2C1076}" dt="2026-07-15T18:52:43.044" v="153" actId="1076"/>
          <ac:picMkLst>
            <pc:docMk/>
            <pc:sldMk cId="0" sldId="257"/>
            <ac:picMk id="5" creationId="{D49BB405-860F-35D6-0B0D-3C0AF990CA06}"/>
          </ac:picMkLst>
        </pc:picChg>
        <pc:picChg chg="add mod">
          <ac:chgData name="葉秋彤 (114522071)" userId="f58d2a1e-ab99-4641-9875-b5793ce73866" providerId="ADAL" clId="{E04D6C5F-A3D0-49B8-B9DF-800B3C2C1076}" dt="2026-07-15T18:57:14.167" v="206" actId="408"/>
          <ac:picMkLst>
            <pc:docMk/>
            <pc:sldMk cId="0" sldId="257"/>
            <ac:picMk id="7" creationId="{928845E0-D954-5D09-BE7D-0B0A4369BBAD}"/>
          </ac:picMkLst>
        </pc:picChg>
        <pc:picChg chg="add mod">
          <ac:chgData name="葉秋彤 (114522071)" userId="f58d2a1e-ab99-4641-9875-b5793ce73866" providerId="ADAL" clId="{E04D6C5F-A3D0-49B8-B9DF-800B3C2C1076}" dt="2026-07-15T18:54:42.008" v="185" actId="1076"/>
          <ac:picMkLst>
            <pc:docMk/>
            <pc:sldMk cId="0" sldId="257"/>
            <ac:picMk id="9" creationId="{E74C6D8B-4C12-86E3-FB2B-F5FBE0AA710C}"/>
          </ac:picMkLst>
        </pc:picChg>
      </pc:sldChg>
      <pc:sldChg chg="modSp mod">
        <pc:chgData name="葉秋彤 (114522071)" userId="f58d2a1e-ab99-4641-9875-b5793ce73866" providerId="ADAL" clId="{E04D6C5F-A3D0-49B8-B9DF-800B3C2C1076}" dt="2026-07-15T22:41:59.821" v="616" actId="20577"/>
        <pc:sldMkLst>
          <pc:docMk/>
          <pc:sldMk cId="0" sldId="258"/>
        </pc:sldMkLst>
        <pc:spChg chg="mod">
          <ac:chgData name="葉秋彤 (114522071)" userId="f58d2a1e-ab99-4641-9875-b5793ce73866" providerId="ADAL" clId="{E04D6C5F-A3D0-49B8-B9DF-800B3C2C1076}" dt="2026-07-15T20:24:41.082" v="290" actId="255"/>
          <ac:spMkLst>
            <pc:docMk/>
            <pc:sldMk cId="0" sldId="258"/>
            <ac:spMk id="6317" creationId="{00000000-0000-0000-0000-000000000000}"/>
          </ac:spMkLst>
        </pc:spChg>
        <pc:spChg chg="mod">
          <ac:chgData name="葉秋彤 (114522071)" userId="f58d2a1e-ab99-4641-9875-b5793ce73866" providerId="ADAL" clId="{E04D6C5F-A3D0-49B8-B9DF-800B3C2C1076}" dt="2026-07-15T22:41:59.821" v="616" actId="20577"/>
          <ac:spMkLst>
            <pc:docMk/>
            <pc:sldMk cId="0" sldId="258"/>
            <ac:spMk id="6318" creationId="{00000000-0000-0000-0000-000000000000}"/>
          </ac:spMkLst>
        </pc:spChg>
      </pc:sldChg>
      <pc:sldChg chg="addSp delSp modSp mod ord modShow modNotes">
        <pc:chgData name="葉秋彤 (114522071)" userId="f58d2a1e-ab99-4641-9875-b5793ce73866" providerId="ADAL" clId="{E04D6C5F-A3D0-49B8-B9DF-800B3C2C1076}" dt="2026-07-15T22:47:34.517" v="619" actId="1076"/>
        <pc:sldMkLst>
          <pc:docMk/>
          <pc:sldMk cId="0" sldId="259"/>
        </pc:sldMkLst>
        <pc:spChg chg="del">
          <ac:chgData name="葉秋彤 (114522071)" userId="f58d2a1e-ab99-4641-9875-b5793ce73866" providerId="ADAL" clId="{E04D6C5F-A3D0-49B8-B9DF-800B3C2C1076}" dt="2026-07-15T22:32:47.405" v="552" actId="478"/>
          <ac:spMkLst>
            <pc:docMk/>
            <pc:sldMk cId="0" sldId="259"/>
            <ac:spMk id="3" creationId="{C6606272-C2C7-13D0-F28C-83A3AF538117}"/>
          </ac:spMkLst>
        </pc:spChg>
        <pc:spChg chg="del">
          <ac:chgData name="葉秋彤 (114522071)" userId="f58d2a1e-ab99-4641-9875-b5793ce73866" providerId="ADAL" clId="{E04D6C5F-A3D0-49B8-B9DF-800B3C2C1076}" dt="2026-07-15T22:32:51.065" v="553" actId="478"/>
          <ac:spMkLst>
            <pc:docMk/>
            <pc:sldMk cId="0" sldId="259"/>
            <ac:spMk id="5" creationId="{848ED24D-2E0B-50A7-B5C8-9AC9CDB5D450}"/>
          </ac:spMkLst>
        </pc:spChg>
        <pc:spChg chg="add del mod">
          <ac:chgData name="葉秋彤 (114522071)" userId="f58d2a1e-ab99-4641-9875-b5793ce73866" providerId="ADAL" clId="{E04D6C5F-A3D0-49B8-B9DF-800B3C2C1076}" dt="2026-07-15T22:32:47.405" v="552" actId="478"/>
          <ac:spMkLst>
            <pc:docMk/>
            <pc:sldMk cId="0" sldId="259"/>
            <ac:spMk id="7" creationId="{1D327EB7-56DD-5912-07A9-4A6633C87AF2}"/>
          </ac:spMkLst>
        </pc:spChg>
        <pc:spChg chg="add del mod">
          <ac:chgData name="葉秋彤 (114522071)" userId="f58d2a1e-ab99-4641-9875-b5793ce73866" providerId="ADAL" clId="{E04D6C5F-A3D0-49B8-B9DF-800B3C2C1076}" dt="2026-07-15T22:32:47.405" v="552" actId="478"/>
          <ac:spMkLst>
            <pc:docMk/>
            <pc:sldMk cId="0" sldId="259"/>
            <ac:spMk id="9" creationId="{96455C21-EF9B-708C-52A9-8C5F173EAB53}"/>
          </ac:spMkLst>
        </pc:spChg>
        <pc:spChg chg="del">
          <ac:chgData name="葉秋彤 (114522071)" userId="f58d2a1e-ab99-4641-9875-b5793ce73866" providerId="ADAL" clId="{E04D6C5F-A3D0-49B8-B9DF-800B3C2C1076}" dt="2026-07-15T22:32:47.405" v="552" actId="478"/>
          <ac:spMkLst>
            <pc:docMk/>
            <pc:sldMk cId="0" sldId="259"/>
            <ac:spMk id="11" creationId="{8BB84B7B-0ED0-25B4-7DA6-F56D5A140957}"/>
          </ac:spMkLst>
        </pc:spChg>
        <pc:spChg chg="del">
          <ac:chgData name="葉秋彤 (114522071)" userId="f58d2a1e-ab99-4641-9875-b5793ce73866" providerId="ADAL" clId="{E04D6C5F-A3D0-49B8-B9DF-800B3C2C1076}" dt="2026-07-15T22:32:47.405" v="552" actId="478"/>
          <ac:spMkLst>
            <pc:docMk/>
            <pc:sldMk cId="0" sldId="259"/>
            <ac:spMk id="13" creationId="{3D199774-A067-D9D2-3FBC-35B2B012AFFE}"/>
          </ac:spMkLst>
        </pc:spChg>
        <pc:spChg chg="add del mod">
          <ac:chgData name="葉秋彤 (114522071)" userId="f58d2a1e-ab99-4641-9875-b5793ce73866" providerId="ADAL" clId="{E04D6C5F-A3D0-49B8-B9DF-800B3C2C1076}" dt="2026-07-15T22:32:47.405" v="552" actId="478"/>
          <ac:spMkLst>
            <pc:docMk/>
            <pc:sldMk cId="0" sldId="259"/>
            <ac:spMk id="15" creationId="{5621EB69-424B-1C83-7F1C-AB0220906FCD}"/>
          </ac:spMkLst>
        </pc:spChg>
        <pc:spChg chg="del">
          <ac:chgData name="葉秋彤 (114522071)" userId="f58d2a1e-ab99-4641-9875-b5793ce73866" providerId="ADAL" clId="{E04D6C5F-A3D0-49B8-B9DF-800B3C2C1076}" dt="2026-07-15T22:32:51.065" v="553" actId="478"/>
          <ac:spMkLst>
            <pc:docMk/>
            <pc:sldMk cId="0" sldId="259"/>
            <ac:spMk id="17" creationId="{5310E9D8-EA58-42BA-3924-A3733BD2145B}"/>
          </ac:spMkLst>
        </pc:spChg>
        <pc:spChg chg="add del mod">
          <ac:chgData name="葉秋彤 (114522071)" userId="f58d2a1e-ab99-4641-9875-b5793ce73866" providerId="ADAL" clId="{E04D6C5F-A3D0-49B8-B9DF-800B3C2C1076}" dt="2026-07-15T22:32:47.405" v="552" actId="478"/>
          <ac:spMkLst>
            <pc:docMk/>
            <pc:sldMk cId="0" sldId="259"/>
            <ac:spMk id="19" creationId="{8FC92B50-362B-975A-098D-3594F2B4FB44}"/>
          </ac:spMkLst>
        </pc:spChg>
        <pc:spChg chg="del">
          <ac:chgData name="葉秋彤 (114522071)" userId="f58d2a1e-ab99-4641-9875-b5793ce73866" providerId="ADAL" clId="{E04D6C5F-A3D0-49B8-B9DF-800B3C2C1076}" dt="2026-07-15T22:32:47.405" v="552" actId="478"/>
          <ac:spMkLst>
            <pc:docMk/>
            <pc:sldMk cId="0" sldId="259"/>
            <ac:spMk id="21" creationId="{00317E82-1F9B-64A2-566F-B961AD779490}"/>
          </ac:spMkLst>
        </pc:spChg>
        <pc:spChg chg="del">
          <ac:chgData name="葉秋彤 (114522071)" userId="f58d2a1e-ab99-4641-9875-b5793ce73866" providerId="ADAL" clId="{E04D6C5F-A3D0-49B8-B9DF-800B3C2C1076}" dt="2026-07-15T22:32:47.405" v="552" actId="478"/>
          <ac:spMkLst>
            <pc:docMk/>
            <pc:sldMk cId="0" sldId="259"/>
            <ac:spMk id="23" creationId="{0D189B1C-22DD-1B14-8EF6-BEE9CD29777F}"/>
          </ac:spMkLst>
        </pc:spChg>
        <pc:spChg chg="add del mod">
          <ac:chgData name="葉秋彤 (114522071)" userId="f58d2a1e-ab99-4641-9875-b5793ce73866" providerId="ADAL" clId="{E04D6C5F-A3D0-49B8-B9DF-800B3C2C1076}" dt="2026-07-15T22:32:47.405" v="552" actId="478"/>
          <ac:spMkLst>
            <pc:docMk/>
            <pc:sldMk cId="0" sldId="259"/>
            <ac:spMk id="25" creationId="{A4DD1118-06ED-4BBA-01C0-23680A630042}"/>
          </ac:spMkLst>
        </pc:spChg>
        <pc:spChg chg="add mod">
          <ac:chgData name="葉秋彤 (114522071)" userId="f58d2a1e-ab99-4641-9875-b5793ce73866" providerId="ADAL" clId="{E04D6C5F-A3D0-49B8-B9DF-800B3C2C1076}" dt="2026-07-15T22:36:21.812" v="568" actId="1076"/>
          <ac:spMkLst>
            <pc:docMk/>
            <pc:sldMk cId="0" sldId="259"/>
            <ac:spMk id="29" creationId="{863C19FE-AC27-EDEE-A7C0-B33CE84EBC43}"/>
          </ac:spMkLst>
        </pc:spChg>
        <pc:spChg chg="del">
          <ac:chgData name="葉秋彤 (114522071)" userId="f58d2a1e-ab99-4641-9875-b5793ce73866" providerId="ADAL" clId="{E04D6C5F-A3D0-49B8-B9DF-800B3C2C1076}" dt="2026-07-15T22:33:04.061" v="555" actId="478"/>
          <ac:spMkLst>
            <pc:docMk/>
            <pc:sldMk cId="0" sldId="259"/>
            <ac:spMk id="6339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5T22:32:43.298" v="551" actId="478"/>
          <ac:spMkLst>
            <pc:docMk/>
            <pc:sldMk cId="0" sldId="259"/>
            <ac:spMk id="6340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5T22:32:43.298" v="551" actId="478"/>
          <ac:spMkLst>
            <pc:docMk/>
            <pc:sldMk cId="0" sldId="259"/>
            <ac:spMk id="6341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5T22:32:54.263" v="554" actId="478"/>
          <ac:spMkLst>
            <pc:docMk/>
            <pc:sldMk cId="0" sldId="259"/>
            <ac:spMk id="6342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5T22:32:43.298" v="551" actId="478"/>
          <ac:spMkLst>
            <pc:docMk/>
            <pc:sldMk cId="0" sldId="259"/>
            <ac:spMk id="6343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5T22:32:43.298" v="551" actId="478"/>
          <ac:spMkLst>
            <pc:docMk/>
            <pc:sldMk cId="0" sldId="259"/>
            <ac:spMk id="6349" creationId="{00000000-0000-0000-0000-000000000000}"/>
          </ac:spMkLst>
        </pc:spChg>
        <pc:spChg chg="mod">
          <ac:chgData name="葉秋彤 (114522071)" userId="f58d2a1e-ab99-4641-9875-b5793ce73866" providerId="ADAL" clId="{E04D6C5F-A3D0-49B8-B9DF-800B3C2C1076}" dt="2026-07-15T22:33:35.321" v="557" actId="207"/>
          <ac:spMkLst>
            <pc:docMk/>
            <pc:sldMk cId="0" sldId="259"/>
            <ac:spMk id="6351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5T22:32:43.298" v="551" actId="478"/>
          <ac:spMkLst>
            <pc:docMk/>
            <pc:sldMk cId="0" sldId="259"/>
            <ac:spMk id="6353" creationId="{00000000-0000-0000-0000-000000000000}"/>
          </ac:spMkLst>
        </pc:spChg>
        <pc:picChg chg="add mod">
          <ac:chgData name="葉秋彤 (114522071)" userId="f58d2a1e-ab99-4641-9875-b5793ce73866" providerId="ADAL" clId="{E04D6C5F-A3D0-49B8-B9DF-800B3C2C1076}" dt="2026-07-15T22:47:34.517" v="619" actId="1076"/>
          <ac:picMkLst>
            <pc:docMk/>
            <pc:sldMk cId="0" sldId="259"/>
            <ac:picMk id="27" creationId="{62D99E88-1BE2-8D5E-4CC4-AFE07FEB4450}"/>
          </ac:picMkLst>
        </pc:picChg>
      </pc:sldChg>
      <pc:sldChg chg="addSp delSp modSp mod ord">
        <pc:chgData name="葉秋彤 (114522071)" userId="f58d2a1e-ab99-4641-9875-b5793ce73866" providerId="ADAL" clId="{E04D6C5F-A3D0-49B8-B9DF-800B3C2C1076}" dt="2026-07-15T22:41:40.354" v="608" actId="20577"/>
        <pc:sldMkLst>
          <pc:docMk/>
          <pc:sldMk cId="0" sldId="260"/>
        </pc:sldMkLst>
        <pc:spChg chg="add mod">
          <ac:chgData name="葉秋彤 (114522071)" userId="f58d2a1e-ab99-4641-9875-b5793ce73866" providerId="ADAL" clId="{E04D6C5F-A3D0-49B8-B9DF-800B3C2C1076}" dt="2026-07-15T22:41:40.354" v="608" actId="20577"/>
          <ac:spMkLst>
            <pc:docMk/>
            <pc:sldMk cId="0" sldId="260"/>
            <ac:spMk id="2" creationId="{DE9EF874-4D56-9365-53AB-D80F06E172B0}"/>
          </ac:spMkLst>
        </pc:spChg>
        <pc:spChg chg="add del mod">
          <ac:chgData name="葉秋彤 (114522071)" userId="f58d2a1e-ab99-4641-9875-b5793ce73866" providerId="ADAL" clId="{E04D6C5F-A3D0-49B8-B9DF-800B3C2C1076}" dt="2026-07-15T20:20:34.953" v="261" actId="478"/>
          <ac:spMkLst>
            <pc:docMk/>
            <pc:sldMk cId="0" sldId="260"/>
            <ac:spMk id="4" creationId="{255901E5-C77E-E94C-1CD3-317EC783F1DD}"/>
          </ac:spMkLst>
        </pc:spChg>
        <pc:spChg chg="add del mod">
          <ac:chgData name="葉秋彤 (114522071)" userId="f58d2a1e-ab99-4641-9875-b5793ce73866" providerId="ADAL" clId="{E04D6C5F-A3D0-49B8-B9DF-800B3C2C1076}" dt="2026-07-15T20:21:43.919" v="265" actId="478"/>
          <ac:spMkLst>
            <pc:docMk/>
            <pc:sldMk cId="0" sldId="260"/>
            <ac:spMk id="6" creationId="{79FE3190-C501-B1A2-A357-5AE53FDC29AF}"/>
          </ac:spMkLst>
        </pc:spChg>
        <pc:spChg chg="add mod">
          <ac:chgData name="葉秋彤 (114522071)" userId="f58d2a1e-ab99-4641-9875-b5793ce73866" providerId="ADAL" clId="{E04D6C5F-A3D0-49B8-B9DF-800B3C2C1076}" dt="2026-07-15T22:41:34.113" v="604" actId="20577"/>
          <ac:spMkLst>
            <pc:docMk/>
            <pc:sldMk cId="0" sldId="260"/>
            <ac:spMk id="8" creationId="{2F7609CB-5346-640D-E4BA-01BC61D54A17}"/>
          </ac:spMkLst>
        </pc:spChg>
        <pc:spChg chg="del mod">
          <ac:chgData name="葉秋彤 (114522071)" userId="f58d2a1e-ab99-4641-9875-b5793ce73866" providerId="ADAL" clId="{E04D6C5F-A3D0-49B8-B9DF-800B3C2C1076}" dt="2026-07-15T20:20:27.871" v="260" actId="478"/>
          <ac:spMkLst>
            <pc:docMk/>
            <pc:sldMk cId="0" sldId="260"/>
            <ac:spMk id="6360" creationId="{00000000-0000-0000-0000-000000000000}"/>
          </ac:spMkLst>
        </pc:spChg>
        <pc:spChg chg="del mod">
          <ac:chgData name="葉秋彤 (114522071)" userId="f58d2a1e-ab99-4641-9875-b5793ce73866" providerId="ADAL" clId="{E04D6C5F-A3D0-49B8-B9DF-800B3C2C1076}" dt="2026-07-15T20:21:41.061" v="264" actId="478"/>
          <ac:spMkLst>
            <pc:docMk/>
            <pc:sldMk cId="0" sldId="260"/>
            <ac:spMk id="6361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5T20:18:55.292" v="246" actId="478"/>
          <ac:spMkLst>
            <pc:docMk/>
            <pc:sldMk cId="0" sldId="260"/>
            <ac:spMk id="6415" creationId="{00000000-0000-0000-0000-000000000000}"/>
          </ac:spMkLst>
        </pc:spChg>
      </pc:sldChg>
      <pc:sldChg chg="del mod modShow">
        <pc:chgData name="葉秋彤 (114522071)" userId="f58d2a1e-ab99-4641-9875-b5793ce73866" providerId="ADAL" clId="{E04D6C5F-A3D0-49B8-B9DF-800B3C2C1076}" dt="2026-07-16T00:31:35.367" v="1578" actId="47"/>
        <pc:sldMkLst>
          <pc:docMk/>
          <pc:sldMk cId="0" sldId="261"/>
        </pc:sldMkLst>
      </pc:sldChg>
      <pc:sldChg chg="del mod ord modShow">
        <pc:chgData name="葉秋彤 (114522071)" userId="f58d2a1e-ab99-4641-9875-b5793ce73866" providerId="ADAL" clId="{E04D6C5F-A3D0-49B8-B9DF-800B3C2C1076}" dt="2026-07-16T00:31:35.367" v="1578" actId="47"/>
        <pc:sldMkLst>
          <pc:docMk/>
          <pc:sldMk cId="0" sldId="262"/>
        </pc:sldMkLst>
      </pc:sldChg>
      <pc:sldChg chg="addSp delSp modSp mod ord modShow">
        <pc:chgData name="葉秋彤 (114522071)" userId="f58d2a1e-ab99-4641-9875-b5793ce73866" providerId="ADAL" clId="{E04D6C5F-A3D0-49B8-B9DF-800B3C2C1076}" dt="2026-07-16T00:45:09.548" v="1729" actId="1076"/>
        <pc:sldMkLst>
          <pc:docMk/>
          <pc:sldMk cId="0" sldId="263"/>
        </pc:sldMkLst>
        <pc:spChg chg="add del mod">
          <ac:chgData name="葉秋彤 (114522071)" userId="f58d2a1e-ab99-4641-9875-b5793ce73866" providerId="ADAL" clId="{E04D6C5F-A3D0-49B8-B9DF-800B3C2C1076}" dt="2026-07-15T22:49:17.578" v="640" actId="478"/>
          <ac:spMkLst>
            <pc:docMk/>
            <pc:sldMk cId="0" sldId="263"/>
            <ac:spMk id="3" creationId="{356CBAA9-F3EB-4965-44C4-118C0280F36D}"/>
          </ac:spMkLst>
        </pc:spChg>
        <pc:spChg chg="add del mod">
          <ac:chgData name="葉秋彤 (114522071)" userId="f58d2a1e-ab99-4641-9875-b5793ce73866" providerId="ADAL" clId="{E04D6C5F-A3D0-49B8-B9DF-800B3C2C1076}" dt="2026-07-15T22:49:17.578" v="640" actId="478"/>
          <ac:spMkLst>
            <pc:docMk/>
            <pc:sldMk cId="0" sldId="263"/>
            <ac:spMk id="5" creationId="{120C929E-0FB1-AA03-29A0-24E7D580F764}"/>
          </ac:spMkLst>
        </pc:spChg>
        <pc:spChg chg="add del mod">
          <ac:chgData name="葉秋彤 (114522071)" userId="f58d2a1e-ab99-4641-9875-b5793ce73866" providerId="ADAL" clId="{E04D6C5F-A3D0-49B8-B9DF-800B3C2C1076}" dt="2026-07-15T22:49:17.578" v="640" actId="478"/>
          <ac:spMkLst>
            <pc:docMk/>
            <pc:sldMk cId="0" sldId="263"/>
            <ac:spMk id="7" creationId="{AFC56474-6D33-BEAB-BA39-17BF837D65D5}"/>
          </ac:spMkLst>
        </pc:spChg>
        <pc:spChg chg="add del mod">
          <ac:chgData name="葉秋彤 (114522071)" userId="f58d2a1e-ab99-4641-9875-b5793ce73866" providerId="ADAL" clId="{E04D6C5F-A3D0-49B8-B9DF-800B3C2C1076}" dt="2026-07-15T22:49:17.578" v="640" actId="478"/>
          <ac:spMkLst>
            <pc:docMk/>
            <pc:sldMk cId="0" sldId="263"/>
            <ac:spMk id="9" creationId="{2C1B526E-3C15-E5DD-3F30-E35AA175B7E2}"/>
          </ac:spMkLst>
        </pc:spChg>
        <pc:spChg chg="add del mod">
          <ac:chgData name="葉秋彤 (114522071)" userId="f58d2a1e-ab99-4641-9875-b5793ce73866" providerId="ADAL" clId="{E04D6C5F-A3D0-49B8-B9DF-800B3C2C1076}" dt="2026-07-15T23:13:58.279" v="846" actId="478"/>
          <ac:spMkLst>
            <pc:docMk/>
            <pc:sldMk cId="0" sldId="263"/>
            <ac:spMk id="10" creationId="{D7E1F7B1-34E8-62B7-6780-34134B82844A}"/>
          </ac:spMkLst>
        </pc:spChg>
        <pc:spChg chg="add del mod">
          <ac:chgData name="葉秋彤 (114522071)" userId="f58d2a1e-ab99-4641-9875-b5793ce73866" providerId="ADAL" clId="{E04D6C5F-A3D0-49B8-B9DF-800B3C2C1076}" dt="2026-07-16T00:41:32.277" v="1694" actId="478"/>
          <ac:spMkLst>
            <pc:docMk/>
            <pc:sldMk cId="0" sldId="263"/>
            <ac:spMk id="12" creationId="{BD8DBF0B-41D9-76C9-5A65-5044776709EB}"/>
          </ac:spMkLst>
        </pc:spChg>
        <pc:spChg chg="add mod">
          <ac:chgData name="葉秋彤 (114522071)" userId="f58d2a1e-ab99-4641-9875-b5793ce73866" providerId="ADAL" clId="{E04D6C5F-A3D0-49B8-B9DF-800B3C2C1076}" dt="2026-07-16T00:44:35.113" v="1721" actId="1076"/>
          <ac:spMkLst>
            <pc:docMk/>
            <pc:sldMk cId="0" sldId="263"/>
            <ac:spMk id="14" creationId="{2F4937CB-27C8-5B4E-48DC-27C14408E2D7}"/>
          </ac:spMkLst>
        </pc:spChg>
        <pc:spChg chg="add mod">
          <ac:chgData name="葉秋彤 (114522071)" userId="f58d2a1e-ab99-4641-9875-b5793ce73866" providerId="ADAL" clId="{E04D6C5F-A3D0-49B8-B9DF-800B3C2C1076}" dt="2026-07-16T00:44:35.113" v="1721" actId="1076"/>
          <ac:spMkLst>
            <pc:docMk/>
            <pc:sldMk cId="0" sldId="263"/>
            <ac:spMk id="16" creationId="{546CC230-18F8-28C2-8B5E-FC0AFEAB746C}"/>
          </ac:spMkLst>
        </pc:spChg>
        <pc:spChg chg="add mod">
          <ac:chgData name="葉秋彤 (114522071)" userId="f58d2a1e-ab99-4641-9875-b5793ce73866" providerId="ADAL" clId="{E04D6C5F-A3D0-49B8-B9DF-800B3C2C1076}" dt="2026-07-16T00:44:35.113" v="1721" actId="1076"/>
          <ac:spMkLst>
            <pc:docMk/>
            <pc:sldMk cId="0" sldId="263"/>
            <ac:spMk id="18" creationId="{65276922-73EB-9988-E95E-B81B1C0FDD35}"/>
          </ac:spMkLst>
        </pc:spChg>
        <pc:spChg chg="add mod">
          <ac:chgData name="葉秋彤 (114522071)" userId="f58d2a1e-ab99-4641-9875-b5793ce73866" providerId="ADAL" clId="{E04D6C5F-A3D0-49B8-B9DF-800B3C2C1076}" dt="2026-07-16T00:44:44.475" v="1723" actId="1076"/>
          <ac:spMkLst>
            <pc:docMk/>
            <pc:sldMk cId="0" sldId="263"/>
            <ac:spMk id="20" creationId="{07ED357E-FBC7-2B22-9225-AB559BD5980E}"/>
          </ac:spMkLst>
        </pc:spChg>
        <pc:spChg chg="add mod">
          <ac:chgData name="葉秋彤 (114522071)" userId="f58d2a1e-ab99-4641-9875-b5793ce73866" providerId="ADAL" clId="{E04D6C5F-A3D0-49B8-B9DF-800B3C2C1076}" dt="2026-07-16T00:44:40.448" v="1722" actId="1076"/>
          <ac:spMkLst>
            <pc:docMk/>
            <pc:sldMk cId="0" sldId="263"/>
            <ac:spMk id="22" creationId="{2C6993FC-B2F3-E88C-01D3-765A7AA0978E}"/>
          </ac:spMkLst>
        </pc:spChg>
        <pc:spChg chg="add mod">
          <ac:chgData name="葉秋彤 (114522071)" userId="f58d2a1e-ab99-4641-9875-b5793ce73866" providerId="ADAL" clId="{E04D6C5F-A3D0-49B8-B9DF-800B3C2C1076}" dt="2026-07-16T00:44:52.033" v="1724" actId="1076"/>
          <ac:spMkLst>
            <pc:docMk/>
            <pc:sldMk cId="0" sldId="263"/>
            <ac:spMk id="24" creationId="{5FBF9B41-532E-E3F7-5BA0-3861CCA81587}"/>
          </ac:spMkLst>
        </pc:spChg>
        <pc:spChg chg="add del mod">
          <ac:chgData name="葉秋彤 (114522071)" userId="f58d2a1e-ab99-4641-9875-b5793ce73866" providerId="ADAL" clId="{E04D6C5F-A3D0-49B8-B9DF-800B3C2C1076}" dt="2026-07-16T00:42:51.410" v="1700" actId="478"/>
          <ac:spMkLst>
            <pc:docMk/>
            <pc:sldMk cId="0" sldId="263"/>
            <ac:spMk id="26" creationId="{26962B7A-E701-5C11-A17A-FD7C16EFF700}"/>
          </ac:spMkLst>
        </pc:spChg>
        <pc:spChg chg="add del mod">
          <ac:chgData name="葉秋彤 (114522071)" userId="f58d2a1e-ab99-4641-9875-b5793ce73866" providerId="ADAL" clId="{E04D6C5F-A3D0-49B8-B9DF-800B3C2C1076}" dt="2026-07-16T00:41:34.238" v="1695" actId="478"/>
          <ac:spMkLst>
            <pc:docMk/>
            <pc:sldMk cId="0" sldId="263"/>
            <ac:spMk id="27" creationId="{E9EE6079-234F-F4B1-4DA2-F01081BE95D0}"/>
          </ac:spMkLst>
        </pc:spChg>
        <pc:spChg chg="add del mod">
          <ac:chgData name="葉秋彤 (114522071)" userId="f58d2a1e-ab99-4641-9875-b5793ce73866" providerId="ADAL" clId="{E04D6C5F-A3D0-49B8-B9DF-800B3C2C1076}" dt="2026-07-16T00:41:36.218" v="1696" actId="478"/>
          <ac:spMkLst>
            <pc:docMk/>
            <pc:sldMk cId="0" sldId="263"/>
            <ac:spMk id="29" creationId="{67AF5E55-8496-39C9-092F-FE20003ABC0D}"/>
          </ac:spMkLst>
        </pc:spChg>
        <pc:spChg chg="add mod">
          <ac:chgData name="葉秋彤 (114522071)" userId="f58d2a1e-ab99-4641-9875-b5793ce73866" providerId="ADAL" clId="{E04D6C5F-A3D0-49B8-B9DF-800B3C2C1076}" dt="2026-07-16T00:45:06.814" v="1728" actId="1076"/>
          <ac:spMkLst>
            <pc:docMk/>
            <pc:sldMk cId="0" sldId="263"/>
            <ac:spMk id="31" creationId="{ED3795D1-D037-5C3A-B83B-8686DFB04F59}"/>
          </ac:spMkLst>
        </pc:spChg>
        <pc:spChg chg="add mod">
          <ac:chgData name="葉秋彤 (114522071)" userId="f58d2a1e-ab99-4641-9875-b5793ce73866" providerId="ADAL" clId="{E04D6C5F-A3D0-49B8-B9DF-800B3C2C1076}" dt="2026-07-16T00:45:09.548" v="1729" actId="1076"/>
          <ac:spMkLst>
            <pc:docMk/>
            <pc:sldMk cId="0" sldId="263"/>
            <ac:spMk id="33" creationId="{8EB95B34-2A91-B679-F992-ECBADAC9DE8B}"/>
          </ac:spMkLst>
        </pc:spChg>
        <pc:spChg chg="add mod">
          <ac:chgData name="葉秋彤 (114522071)" userId="f58d2a1e-ab99-4641-9875-b5793ce73866" providerId="ADAL" clId="{E04D6C5F-A3D0-49B8-B9DF-800B3C2C1076}" dt="2026-07-16T00:45:03.551" v="1727" actId="1076"/>
          <ac:spMkLst>
            <pc:docMk/>
            <pc:sldMk cId="0" sldId="263"/>
            <ac:spMk id="35" creationId="{527113EB-81E3-8B18-E127-A8ED02C7C51F}"/>
          </ac:spMkLst>
        </pc:spChg>
        <pc:spChg chg="add mod">
          <ac:chgData name="葉秋彤 (114522071)" userId="f58d2a1e-ab99-4641-9875-b5793ce73866" providerId="ADAL" clId="{E04D6C5F-A3D0-49B8-B9DF-800B3C2C1076}" dt="2026-07-16T00:44:59.513" v="1726" actId="1076"/>
          <ac:spMkLst>
            <pc:docMk/>
            <pc:sldMk cId="0" sldId="263"/>
            <ac:spMk id="37" creationId="{8E59426B-7694-9483-618F-785A4DD1956E}"/>
          </ac:spMkLst>
        </pc:spChg>
        <pc:spChg chg="add del mod">
          <ac:chgData name="葉秋彤 (114522071)" userId="f58d2a1e-ab99-4641-9875-b5793ce73866" providerId="ADAL" clId="{E04D6C5F-A3D0-49B8-B9DF-800B3C2C1076}" dt="2026-07-16T00:42:53.592" v="1701" actId="478"/>
          <ac:spMkLst>
            <pc:docMk/>
            <pc:sldMk cId="0" sldId="263"/>
            <ac:spMk id="39" creationId="{8434708B-0D81-87F0-ECCA-57ACC7F0DA2A}"/>
          </ac:spMkLst>
        </pc:spChg>
        <pc:spChg chg="add mod">
          <ac:chgData name="葉秋彤 (114522071)" userId="f58d2a1e-ab99-4641-9875-b5793ce73866" providerId="ADAL" clId="{E04D6C5F-A3D0-49B8-B9DF-800B3C2C1076}" dt="2026-07-16T00:44:56.381" v="1725" actId="1076"/>
          <ac:spMkLst>
            <pc:docMk/>
            <pc:sldMk cId="0" sldId="263"/>
            <ac:spMk id="41" creationId="{A21AEF55-CC99-E47D-E88C-51C5BC997907}"/>
          </ac:spMkLst>
        </pc:spChg>
        <pc:spChg chg="del">
          <ac:chgData name="葉秋彤 (114522071)" userId="f58d2a1e-ab99-4641-9875-b5793ce73866" providerId="ADAL" clId="{E04D6C5F-A3D0-49B8-B9DF-800B3C2C1076}" dt="2026-07-15T22:49:12.746" v="638" actId="478"/>
          <ac:spMkLst>
            <pc:docMk/>
            <pc:sldMk cId="0" sldId="263"/>
            <ac:spMk id="6553" creationId="{00000000-0000-0000-0000-000000000000}"/>
          </ac:spMkLst>
        </pc:spChg>
        <pc:spChg chg="mod">
          <ac:chgData name="葉秋彤 (114522071)" userId="f58d2a1e-ab99-4641-9875-b5793ce73866" providerId="ADAL" clId="{E04D6C5F-A3D0-49B8-B9DF-800B3C2C1076}" dt="2026-07-15T22:48:38.767" v="637" actId="108"/>
          <ac:spMkLst>
            <pc:docMk/>
            <pc:sldMk cId="0" sldId="263"/>
            <ac:spMk id="6554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5T22:49:12.746" v="638" actId="478"/>
          <ac:spMkLst>
            <pc:docMk/>
            <pc:sldMk cId="0" sldId="263"/>
            <ac:spMk id="6555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5T22:49:12.746" v="638" actId="478"/>
          <ac:spMkLst>
            <pc:docMk/>
            <pc:sldMk cId="0" sldId="263"/>
            <ac:spMk id="6556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5T22:49:12.746" v="638" actId="478"/>
          <ac:spMkLst>
            <pc:docMk/>
            <pc:sldMk cId="0" sldId="263"/>
            <ac:spMk id="6557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5T22:49:12.746" v="638" actId="478"/>
          <ac:spMkLst>
            <pc:docMk/>
            <pc:sldMk cId="0" sldId="263"/>
            <ac:spMk id="6558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5T22:49:12.746" v="638" actId="478"/>
          <ac:spMkLst>
            <pc:docMk/>
            <pc:sldMk cId="0" sldId="263"/>
            <ac:spMk id="6559" creationId="{00000000-0000-0000-0000-000000000000}"/>
          </ac:spMkLst>
        </pc:spChg>
        <pc:grpChg chg="del">
          <ac:chgData name="葉秋彤 (114522071)" userId="f58d2a1e-ab99-4641-9875-b5793ce73866" providerId="ADAL" clId="{E04D6C5F-A3D0-49B8-B9DF-800B3C2C1076}" dt="2026-07-15T22:49:14.677" v="639" actId="478"/>
          <ac:grpSpMkLst>
            <pc:docMk/>
            <pc:sldMk cId="0" sldId="263"/>
            <ac:grpSpMk id="6560" creationId="{00000000-0000-0000-0000-000000000000}"/>
          </ac:grpSpMkLst>
        </pc:grpChg>
      </pc:sldChg>
      <pc:sldChg chg="del mod modShow">
        <pc:chgData name="葉秋彤 (114522071)" userId="f58d2a1e-ab99-4641-9875-b5793ce73866" providerId="ADAL" clId="{E04D6C5F-A3D0-49B8-B9DF-800B3C2C1076}" dt="2026-07-16T00:31:35.367" v="1578" actId="47"/>
        <pc:sldMkLst>
          <pc:docMk/>
          <pc:sldMk cId="0" sldId="264"/>
        </pc:sldMkLst>
      </pc:sldChg>
      <pc:sldChg chg="addSp delSp modSp mod ord modNotes">
        <pc:chgData name="葉秋彤 (114522071)" userId="f58d2a1e-ab99-4641-9875-b5793ce73866" providerId="ADAL" clId="{E04D6C5F-A3D0-49B8-B9DF-800B3C2C1076}" dt="2026-07-15T22:30:48.970" v="550" actId="1036"/>
        <pc:sldMkLst>
          <pc:docMk/>
          <pc:sldMk cId="0" sldId="265"/>
        </pc:sldMkLst>
        <pc:spChg chg="add del mod">
          <ac:chgData name="葉秋彤 (114522071)" userId="f58d2a1e-ab99-4641-9875-b5793ce73866" providerId="ADAL" clId="{E04D6C5F-A3D0-49B8-B9DF-800B3C2C1076}" dt="2026-07-15T22:15:05.692" v="454" actId="478"/>
          <ac:spMkLst>
            <pc:docMk/>
            <pc:sldMk cId="0" sldId="265"/>
            <ac:spMk id="5" creationId="{591E9F3D-638A-F92C-5FAC-A8A3C00DE061}"/>
          </ac:spMkLst>
        </pc:spChg>
        <pc:spChg chg="add mod">
          <ac:chgData name="葉秋彤 (114522071)" userId="f58d2a1e-ab99-4641-9875-b5793ce73866" providerId="ADAL" clId="{E04D6C5F-A3D0-49B8-B9DF-800B3C2C1076}" dt="2026-07-15T22:30:48.970" v="550" actId="1036"/>
          <ac:spMkLst>
            <pc:docMk/>
            <pc:sldMk cId="0" sldId="265"/>
            <ac:spMk id="11" creationId="{73A396E5-0E8B-51A1-6A28-F9562253FF30}"/>
          </ac:spMkLst>
        </pc:spChg>
        <pc:spChg chg="add mod">
          <ac:chgData name="葉秋彤 (114522071)" userId="f58d2a1e-ab99-4641-9875-b5793ce73866" providerId="ADAL" clId="{E04D6C5F-A3D0-49B8-B9DF-800B3C2C1076}" dt="2026-07-15T22:30:48.970" v="550" actId="1036"/>
          <ac:spMkLst>
            <pc:docMk/>
            <pc:sldMk cId="0" sldId="265"/>
            <ac:spMk id="13" creationId="{DB431B84-FE21-A720-6EB2-E224915F2EEA}"/>
          </ac:spMkLst>
        </pc:spChg>
        <pc:spChg chg="add mod">
          <ac:chgData name="葉秋彤 (114522071)" userId="f58d2a1e-ab99-4641-9875-b5793ce73866" providerId="ADAL" clId="{E04D6C5F-A3D0-49B8-B9DF-800B3C2C1076}" dt="2026-07-15T22:30:48.970" v="550" actId="1036"/>
          <ac:spMkLst>
            <pc:docMk/>
            <pc:sldMk cId="0" sldId="265"/>
            <ac:spMk id="15" creationId="{E7F75F7C-52FA-8B8C-7F10-23780BEDA09A}"/>
          </ac:spMkLst>
        </pc:spChg>
        <pc:spChg chg="add mod">
          <ac:chgData name="葉秋彤 (114522071)" userId="f58d2a1e-ab99-4641-9875-b5793ce73866" providerId="ADAL" clId="{E04D6C5F-A3D0-49B8-B9DF-800B3C2C1076}" dt="2026-07-15T22:30:48.970" v="550" actId="1036"/>
          <ac:spMkLst>
            <pc:docMk/>
            <pc:sldMk cId="0" sldId="265"/>
            <ac:spMk id="18" creationId="{686AA5B8-9924-F6ED-97B3-1145A21B3411}"/>
          </ac:spMkLst>
        </pc:spChg>
        <pc:spChg chg="add mod">
          <ac:chgData name="葉秋彤 (114522071)" userId="f58d2a1e-ab99-4641-9875-b5793ce73866" providerId="ADAL" clId="{E04D6C5F-A3D0-49B8-B9DF-800B3C2C1076}" dt="2026-07-15T22:30:48.970" v="550" actId="1036"/>
          <ac:spMkLst>
            <pc:docMk/>
            <pc:sldMk cId="0" sldId="265"/>
            <ac:spMk id="20" creationId="{38DCA30E-216F-D406-5C4E-91B83742CA6B}"/>
          </ac:spMkLst>
        </pc:spChg>
        <pc:spChg chg="add mod">
          <ac:chgData name="葉秋彤 (114522071)" userId="f58d2a1e-ab99-4641-9875-b5793ce73866" providerId="ADAL" clId="{E04D6C5F-A3D0-49B8-B9DF-800B3C2C1076}" dt="2026-07-15T22:30:48.970" v="550" actId="1036"/>
          <ac:spMkLst>
            <pc:docMk/>
            <pc:sldMk cId="0" sldId="265"/>
            <ac:spMk id="22" creationId="{7C8C0586-D211-4144-9C86-221DA38AFA8D}"/>
          </ac:spMkLst>
        </pc:spChg>
        <pc:spChg chg="mod">
          <ac:chgData name="葉秋彤 (114522071)" userId="f58d2a1e-ab99-4641-9875-b5793ce73866" providerId="ADAL" clId="{E04D6C5F-A3D0-49B8-B9DF-800B3C2C1076}" dt="2026-07-15T22:30:48.970" v="550" actId="1036"/>
          <ac:spMkLst>
            <pc:docMk/>
            <pc:sldMk cId="0" sldId="265"/>
            <ac:spMk id="6606" creationId="{00000000-0000-0000-0000-000000000000}"/>
          </ac:spMkLst>
        </pc:spChg>
        <pc:spChg chg="del mod">
          <ac:chgData name="葉秋彤 (114522071)" userId="f58d2a1e-ab99-4641-9875-b5793ce73866" providerId="ADAL" clId="{E04D6C5F-A3D0-49B8-B9DF-800B3C2C1076}" dt="2026-07-15T22:15:03.356" v="453" actId="478"/>
          <ac:spMkLst>
            <pc:docMk/>
            <pc:sldMk cId="0" sldId="265"/>
            <ac:spMk id="6607" creationId="{00000000-0000-0000-0000-000000000000}"/>
          </ac:spMkLst>
        </pc:spChg>
        <pc:graphicFrameChg chg="add mod">
          <ac:chgData name="葉秋彤 (114522071)" userId="f58d2a1e-ab99-4641-9875-b5793ce73866" providerId="ADAL" clId="{E04D6C5F-A3D0-49B8-B9DF-800B3C2C1076}" dt="2026-07-15T22:20:26.243" v="505"/>
          <ac:graphicFrameMkLst>
            <pc:docMk/>
            <pc:sldMk cId="0" sldId="265"/>
            <ac:graphicFrameMk id="16" creationId="{E54DCD7E-4F4C-C9B5-4089-21B6684F01C9}"/>
          </ac:graphicFrameMkLst>
        </pc:graphicFrameChg>
        <pc:picChg chg="add del mod">
          <ac:chgData name="葉秋彤 (114522071)" userId="f58d2a1e-ab99-4641-9875-b5793ce73866" providerId="ADAL" clId="{E04D6C5F-A3D0-49B8-B9DF-800B3C2C1076}" dt="2026-07-15T22:14:59.479" v="452" actId="478"/>
          <ac:picMkLst>
            <pc:docMk/>
            <pc:sldMk cId="0" sldId="265"/>
            <ac:picMk id="3" creationId="{02DD8CD6-75B8-0A90-6473-47BDF8C7C3BE}"/>
          </ac:picMkLst>
        </pc:picChg>
        <pc:picChg chg="add mod">
          <ac:chgData name="葉秋彤 (114522071)" userId="f58d2a1e-ab99-4641-9875-b5793ce73866" providerId="ADAL" clId="{E04D6C5F-A3D0-49B8-B9DF-800B3C2C1076}" dt="2026-07-15T22:30:48.970" v="550" actId="1036"/>
          <ac:picMkLst>
            <pc:docMk/>
            <pc:sldMk cId="0" sldId="265"/>
            <ac:picMk id="7" creationId="{BA903D2B-5F85-B294-F8C1-71BF48BCB06A}"/>
          </ac:picMkLst>
        </pc:picChg>
        <pc:picChg chg="add mod">
          <ac:chgData name="葉秋彤 (114522071)" userId="f58d2a1e-ab99-4641-9875-b5793ce73866" providerId="ADAL" clId="{E04D6C5F-A3D0-49B8-B9DF-800B3C2C1076}" dt="2026-07-15T22:30:48.970" v="550" actId="1036"/>
          <ac:picMkLst>
            <pc:docMk/>
            <pc:sldMk cId="0" sldId="265"/>
            <ac:picMk id="9" creationId="{A4EF823D-6C84-3F86-E68D-3CE306368FEC}"/>
          </ac:picMkLst>
        </pc:picChg>
        <pc:picChg chg="add mod">
          <ac:chgData name="葉秋彤 (114522071)" userId="f58d2a1e-ab99-4641-9875-b5793ce73866" providerId="ADAL" clId="{E04D6C5F-A3D0-49B8-B9DF-800B3C2C1076}" dt="2026-07-15T22:30:48.970" v="550" actId="1036"/>
          <ac:picMkLst>
            <pc:docMk/>
            <pc:sldMk cId="0" sldId="265"/>
            <ac:picMk id="10" creationId="{0E9DFD0B-5AD1-EC73-CB05-99421D740603}"/>
          </ac:picMkLst>
        </pc:picChg>
        <pc:picChg chg="del">
          <ac:chgData name="葉秋彤 (114522071)" userId="f58d2a1e-ab99-4641-9875-b5793ce73866" providerId="ADAL" clId="{E04D6C5F-A3D0-49B8-B9DF-800B3C2C1076}" dt="2026-07-15T20:44:13.101" v="316" actId="478"/>
          <ac:picMkLst>
            <pc:docMk/>
            <pc:sldMk cId="0" sldId="265"/>
            <ac:picMk id="6608" creationId="{00000000-0000-0000-0000-000000000000}"/>
          </ac:picMkLst>
        </pc:picChg>
      </pc:sldChg>
      <pc:sldChg chg="addSp delSp modSp mod ord modNotes">
        <pc:chgData name="葉秋彤 (114522071)" userId="f58d2a1e-ab99-4641-9875-b5793ce73866" providerId="ADAL" clId="{E04D6C5F-A3D0-49B8-B9DF-800B3C2C1076}" dt="2026-07-15T22:41:21.574" v="598" actId="20577"/>
        <pc:sldMkLst>
          <pc:docMk/>
          <pc:sldMk cId="0" sldId="266"/>
        </pc:sldMkLst>
        <pc:spChg chg="add del mod">
          <ac:chgData name="葉秋彤 (114522071)" userId="f58d2a1e-ab99-4641-9875-b5793ce73866" providerId="ADAL" clId="{E04D6C5F-A3D0-49B8-B9DF-800B3C2C1076}" dt="2026-07-15T20:33:29.387" v="294" actId="478"/>
          <ac:spMkLst>
            <pc:docMk/>
            <pc:sldMk cId="0" sldId="266"/>
            <ac:spMk id="3" creationId="{E1D74C02-04E5-EF04-CBBC-B6C2EC194EE4}"/>
          </ac:spMkLst>
        </pc:spChg>
        <pc:spChg chg="add mod">
          <ac:chgData name="葉秋彤 (114522071)" userId="f58d2a1e-ab99-4641-9875-b5793ce73866" providerId="ADAL" clId="{E04D6C5F-A3D0-49B8-B9DF-800B3C2C1076}" dt="2026-07-15T22:41:21.574" v="598" actId="20577"/>
          <ac:spMkLst>
            <pc:docMk/>
            <pc:sldMk cId="0" sldId="266"/>
            <ac:spMk id="5" creationId="{E1ED5035-507D-AA58-96F2-D7B2581B2EB9}"/>
          </ac:spMkLst>
        </pc:spChg>
        <pc:spChg chg="add del mod">
          <ac:chgData name="葉秋彤 (114522071)" userId="f58d2a1e-ab99-4641-9875-b5793ce73866" providerId="ADAL" clId="{E04D6C5F-A3D0-49B8-B9DF-800B3C2C1076}" dt="2026-07-15T20:34:29.495" v="305" actId="478"/>
          <ac:spMkLst>
            <pc:docMk/>
            <pc:sldMk cId="0" sldId="266"/>
            <ac:spMk id="7" creationId="{FF4BFBB8-4A0E-92F5-8E53-259D80CEC469}"/>
          </ac:spMkLst>
        </pc:spChg>
        <pc:spChg chg="mod">
          <ac:chgData name="葉秋彤 (114522071)" userId="f58d2a1e-ab99-4641-9875-b5793ce73866" providerId="ADAL" clId="{E04D6C5F-A3D0-49B8-B9DF-800B3C2C1076}" dt="2026-07-15T20:34:47.510" v="308" actId="207"/>
          <ac:spMkLst>
            <pc:docMk/>
            <pc:sldMk cId="0" sldId="266"/>
            <ac:spMk id="6613" creationId="{00000000-0000-0000-0000-000000000000}"/>
          </ac:spMkLst>
        </pc:spChg>
        <pc:spChg chg="del mod">
          <ac:chgData name="葉秋彤 (114522071)" userId="f58d2a1e-ab99-4641-9875-b5793ce73866" providerId="ADAL" clId="{E04D6C5F-A3D0-49B8-B9DF-800B3C2C1076}" dt="2026-07-15T20:34:24.673" v="304" actId="478"/>
          <ac:spMkLst>
            <pc:docMk/>
            <pc:sldMk cId="0" sldId="266"/>
            <ac:spMk id="6614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5T20:33:27.286" v="293" actId="478"/>
          <ac:spMkLst>
            <pc:docMk/>
            <pc:sldMk cId="0" sldId="266"/>
            <ac:spMk id="6615" creationId="{00000000-0000-0000-0000-000000000000}"/>
          </ac:spMkLst>
        </pc:spChg>
      </pc:sldChg>
      <pc:sldChg chg="del mod modShow">
        <pc:chgData name="葉秋彤 (114522071)" userId="f58d2a1e-ab99-4641-9875-b5793ce73866" providerId="ADAL" clId="{E04D6C5F-A3D0-49B8-B9DF-800B3C2C1076}" dt="2026-07-16T00:31:35.367" v="1578" actId="47"/>
        <pc:sldMkLst>
          <pc:docMk/>
          <pc:sldMk cId="0" sldId="267"/>
        </pc:sldMkLst>
      </pc:sldChg>
      <pc:sldChg chg="del mod modShow">
        <pc:chgData name="葉秋彤 (114522071)" userId="f58d2a1e-ab99-4641-9875-b5793ce73866" providerId="ADAL" clId="{E04D6C5F-A3D0-49B8-B9DF-800B3C2C1076}" dt="2026-07-16T00:31:35.367" v="1578" actId="47"/>
        <pc:sldMkLst>
          <pc:docMk/>
          <pc:sldMk cId="0" sldId="268"/>
        </pc:sldMkLst>
      </pc:sldChg>
      <pc:sldChg chg="del mod modShow">
        <pc:chgData name="葉秋彤 (114522071)" userId="f58d2a1e-ab99-4641-9875-b5793ce73866" providerId="ADAL" clId="{E04D6C5F-A3D0-49B8-B9DF-800B3C2C1076}" dt="2026-07-16T00:31:35.367" v="1578" actId="47"/>
        <pc:sldMkLst>
          <pc:docMk/>
          <pc:sldMk cId="0" sldId="269"/>
        </pc:sldMkLst>
      </pc:sldChg>
      <pc:sldChg chg="del mod modShow">
        <pc:chgData name="葉秋彤 (114522071)" userId="f58d2a1e-ab99-4641-9875-b5793ce73866" providerId="ADAL" clId="{E04D6C5F-A3D0-49B8-B9DF-800B3C2C1076}" dt="2026-07-16T00:31:35.367" v="1578" actId="47"/>
        <pc:sldMkLst>
          <pc:docMk/>
          <pc:sldMk cId="0" sldId="270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71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72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73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74"/>
        </pc:sldMkLst>
      </pc:sldChg>
      <pc:sldChg chg="addSp delSp modSp mod ord modShow">
        <pc:chgData name="葉秋彤 (114522071)" userId="f58d2a1e-ab99-4641-9875-b5793ce73866" providerId="ADAL" clId="{E04D6C5F-A3D0-49B8-B9DF-800B3C2C1076}" dt="2026-07-16T00:38:01.584" v="1641" actId="478"/>
        <pc:sldMkLst>
          <pc:docMk/>
          <pc:sldMk cId="0" sldId="275"/>
        </pc:sldMkLst>
        <pc:spChg chg="add del mod">
          <ac:chgData name="葉秋彤 (114522071)" userId="f58d2a1e-ab99-4641-9875-b5793ce73866" providerId="ADAL" clId="{E04D6C5F-A3D0-49B8-B9DF-800B3C2C1076}" dt="2026-07-16T00:37:49.946" v="1636" actId="478"/>
          <ac:spMkLst>
            <pc:docMk/>
            <pc:sldMk cId="0" sldId="275"/>
            <ac:spMk id="3" creationId="{23E4E2D2-F5E2-D055-3456-4E9333E6E7C3}"/>
          </ac:spMkLst>
        </pc:spChg>
        <pc:spChg chg="add del mod">
          <ac:chgData name="葉秋彤 (114522071)" userId="f58d2a1e-ab99-4641-9875-b5793ce73866" providerId="ADAL" clId="{E04D6C5F-A3D0-49B8-B9DF-800B3C2C1076}" dt="2026-07-16T00:37:49.946" v="1636" actId="478"/>
          <ac:spMkLst>
            <pc:docMk/>
            <pc:sldMk cId="0" sldId="275"/>
            <ac:spMk id="5" creationId="{3982CE75-2724-7D7B-C8FF-D2A4F48ABCF5}"/>
          </ac:spMkLst>
        </pc:spChg>
        <pc:spChg chg="add del mod">
          <ac:chgData name="葉秋彤 (114522071)" userId="f58d2a1e-ab99-4641-9875-b5793ce73866" providerId="ADAL" clId="{E04D6C5F-A3D0-49B8-B9DF-800B3C2C1076}" dt="2026-07-16T00:37:49.946" v="1636" actId="478"/>
          <ac:spMkLst>
            <pc:docMk/>
            <pc:sldMk cId="0" sldId="275"/>
            <ac:spMk id="7" creationId="{93C0EF57-F1B2-B61E-BFE2-1EACD9C6EA14}"/>
          </ac:spMkLst>
        </pc:spChg>
        <pc:spChg chg="add del mod">
          <ac:chgData name="葉秋彤 (114522071)" userId="f58d2a1e-ab99-4641-9875-b5793ce73866" providerId="ADAL" clId="{E04D6C5F-A3D0-49B8-B9DF-800B3C2C1076}" dt="2026-07-16T00:37:49.946" v="1636" actId="478"/>
          <ac:spMkLst>
            <pc:docMk/>
            <pc:sldMk cId="0" sldId="275"/>
            <ac:spMk id="9" creationId="{66EF6A5B-44FF-9F46-5183-41207BEAE65E}"/>
          </ac:spMkLst>
        </pc:spChg>
        <pc:spChg chg="add del mod">
          <ac:chgData name="葉秋彤 (114522071)" userId="f58d2a1e-ab99-4641-9875-b5793ce73866" providerId="ADAL" clId="{E04D6C5F-A3D0-49B8-B9DF-800B3C2C1076}" dt="2026-07-16T00:37:49.946" v="1636" actId="478"/>
          <ac:spMkLst>
            <pc:docMk/>
            <pc:sldMk cId="0" sldId="275"/>
            <ac:spMk id="11" creationId="{CEECB7A1-6D2F-1174-6675-95108428E1A1}"/>
          </ac:spMkLst>
        </pc:spChg>
        <pc:spChg chg="del">
          <ac:chgData name="葉秋彤 (114522071)" userId="f58d2a1e-ab99-4641-9875-b5793ce73866" providerId="ADAL" clId="{E04D6C5F-A3D0-49B8-B9DF-800B3C2C1076}" dt="2026-07-16T00:37:49.946" v="1636" actId="478"/>
          <ac:spMkLst>
            <pc:docMk/>
            <pc:sldMk cId="0" sldId="275"/>
            <ac:spMk id="13" creationId="{944E4127-E2A0-25E6-BD7C-05CA91F76D88}"/>
          </ac:spMkLst>
        </pc:spChg>
        <pc:spChg chg="add del mod">
          <ac:chgData name="葉秋彤 (114522071)" userId="f58d2a1e-ab99-4641-9875-b5793ce73866" providerId="ADAL" clId="{E04D6C5F-A3D0-49B8-B9DF-800B3C2C1076}" dt="2026-07-16T00:37:56.045" v="1638" actId="478"/>
          <ac:spMkLst>
            <pc:docMk/>
            <pc:sldMk cId="0" sldId="275"/>
            <ac:spMk id="15" creationId="{091FBA22-A52E-5E47-5041-0578B3706175}"/>
          </ac:spMkLst>
        </pc:spChg>
        <pc:spChg chg="add del mod">
          <ac:chgData name="葉秋彤 (114522071)" userId="f58d2a1e-ab99-4641-9875-b5793ce73866" providerId="ADAL" clId="{E04D6C5F-A3D0-49B8-B9DF-800B3C2C1076}" dt="2026-07-16T00:37:56.045" v="1638" actId="478"/>
          <ac:spMkLst>
            <pc:docMk/>
            <pc:sldMk cId="0" sldId="275"/>
            <ac:spMk id="17" creationId="{6475DA6C-DE4E-908B-9182-18C6A2FB87E3}"/>
          </ac:spMkLst>
        </pc:spChg>
        <pc:spChg chg="add del mod">
          <ac:chgData name="葉秋彤 (114522071)" userId="f58d2a1e-ab99-4641-9875-b5793ce73866" providerId="ADAL" clId="{E04D6C5F-A3D0-49B8-B9DF-800B3C2C1076}" dt="2026-07-16T00:38:01.584" v="1641" actId="478"/>
          <ac:spMkLst>
            <pc:docMk/>
            <pc:sldMk cId="0" sldId="275"/>
            <ac:spMk id="19" creationId="{F31F7472-D427-51F1-A757-9F23417060B5}"/>
          </ac:spMkLst>
        </pc:spChg>
        <pc:spChg chg="del mod">
          <ac:chgData name="葉秋彤 (114522071)" userId="f58d2a1e-ab99-4641-9875-b5793ce73866" providerId="ADAL" clId="{E04D6C5F-A3D0-49B8-B9DF-800B3C2C1076}" dt="2026-07-16T00:37:58.459" v="1640" actId="478"/>
          <ac:spMkLst>
            <pc:docMk/>
            <pc:sldMk cId="0" sldId="275"/>
            <ac:spMk id="7298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6T00:37:44.970" v="1635" actId="478"/>
          <ac:spMkLst>
            <pc:docMk/>
            <pc:sldMk cId="0" sldId="275"/>
            <ac:spMk id="7299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6T00:37:44.970" v="1635" actId="478"/>
          <ac:spMkLst>
            <pc:docMk/>
            <pc:sldMk cId="0" sldId="275"/>
            <ac:spMk id="7300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6T00:37:44.970" v="1635" actId="478"/>
          <ac:spMkLst>
            <pc:docMk/>
            <pc:sldMk cId="0" sldId="275"/>
            <ac:spMk id="7301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6T00:37:44.970" v="1635" actId="478"/>
          <ac:spMkLst>
            <pc:docMk/>
            <pc:sldMk cId="0" sldId="275"/>
            <ac:spMk id="7302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6T00:37:44.970" v="1635" actId="478"/>
          <ac:spMkLst>
            <pc:docMk/>
            <pc:sldMk cId="0" sldId="275"/>
            <ac:spMk id="7304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6T00:37:53.226" v="1637" actId="478"/>
          <ac:spMkLst>
            <pc:docMk/>
            <pc:sldMk cId="0" sldId="275"/>
            <ac:spMk id="7305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6T00:37:53.226" v="1637" actId="478"/>
          <ac:spMkLst>
            <pc:docMk/>
            <pc:sldMk cId="0" sldId="275"/>
            <ac:spMk id="7306" creationId="{00000000-0000-0000-0000-000000000000}"/>
          </ac:spMkLst>
        </pc:spChg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76"/>
        </pc:sldMkLst>
      </pc:sldChg>
      <pc:sldChg chg="addSp delSp modSp mod ord modShow">
        <pc:chgData name="葉秋彤 (114522071)" userId="f58d2a1e-ab99-4641-9875-b5793ce73866" providerId="ADAL" clId="{E04D6C5F-A3D0-49B8-B9DF-800B3C2C1076}" dt="2026-07-16T00:38:27.480" v="1643" actId="1076"/>
        <pc:sldMkLst>
          <pc:docMk/>
          <pc:sldMk cId="0" sldId="277"/>
        </pc:sldMkLst>
        <pc:spChg chg="add mod">
          <ac:chgData name="葉秋彤 (114522071)" userId="f58d2a1e-ab99-4641-9875-b5793ce73866" providerId="ADAL" clId="{E04D6C5F-A3D0-49B8-B9DF-800B3C2C1076}" dt="2026-07-16T00:38:27.480" v="1643" actId="1076"/>
          <ac:spMkLst>
            <pc:docMk/>
            <pc:sldMk cId="0" sldId="277"/>
            <ac:spMk id="8" creationId="{2AC31DD4-875E-DB75-4D40-B80EF68AE5FA}"/>
          </ac:spMkLst>
        </pc:spChg>
        <pc:spChg chg="add mod">
          <ac:chgData name="葉秋彤 (114522071)" userId="f58d2a1e-ab99-4641-9875-b5793ce73866" providerId="ADAL" clId="{E04D6C5F-A3D0-49B8-B9DF-800B3C2C1076}" dt="2026-07-16T00:36:24.581" v="1630" actId="1038"/>
          <ac:spMkLst>
            <pc:docMk/>
            <pc:sldMk cId="0" sldId="277"/>
            <ac:spMk id="10" creationId="{8884CDA9-A030-5853-0E30-3E45FCD3A1B0}"/>
          </ac:spMkLst>
        </pc:spChg>
        <pc:spChg chg="add mod">
          <ac:chgData name="葉秋彤 (114522071)" userId="f58d2a1e-ab99-4641-9875-b5793ce73866" providerId="ADAL" clId="{E04D6C5F-A3D0-49B8-B9DF-800B3C2C1076}" dt="2026-07-16T00:38:16.042" v="1642" actId="1076"/>
          <ac:spMkLst>
            <pc:docMk/>
            <pc:sldMk cId="0" sldId="277"/>
            <ac:spMk id="12" creationId="{0A5279FE-A4E0-C26E-E7DD-D8F77E26B71D}"/>
          </ac:spMkLst>
        </pc:spChg>
        <pc:spChg chg="del">
          <ac:chgData name="葉秋彤 (114522071)" userId="f58d2a1e-ab99-4641-9875-b5793ce73866" providerId="ADAL" clId="{E04D6C5F-A3D0-49B8-B9DF-800B3C2C1076}" dt="2026-07-16T00:32:15.417" v="1582" actId="478"/>
          <ac:spMkLst>
            <pc:docMk/>
            <pc:sldMk cId="0" sldId="277"/>
            <ac:spMk id="7466" creationId="{00000000-0000-0000-0000-000000000000}"/>
          </ac:spMkLst>
        </pc:spChg>
        <pc:spChg chg="del mod">
          <ac:chgData name="葉秋彤 (114522071)" userId="f58d2a1e-ab99-4641-9875-b5793ce73866" providerId="ADAL" clId="{E04D6C5F-A3D0-49B8-B9DF-800B3C2C1076}" dt="2026-07-16T00:32:19.536" v="1584" actId="478"/>
          <ac:spMkLst>
            <pc:docMk/>
            <pc:sldMk cId="0" sldId="277"/>
            <ac:spMk id="7467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6T00:32:15.417" v="1582" actId="478"/>
          <ac:spMkLst>
            <pc:docMk/>
            <pc:sldMk cId="0" sldId="277"/>
            <ac:spMk id="7468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6T00:32:24.766" v="1587" actId="478"/>
          <ac:spMkLst>
            <pc:docMk/>
            <pc:sldMk cId="0" sldId="277"/>
            <ac:spMk id="7469" creationId="{00000000-0000-0000-0000-000000000000}"/>
          </ac:spMkLst>
        </pc:spChg>
        <pc:spChg chg="del mod">
          <ac:chgData name="葉秋彤 (114522071)" userId="f58d2a1e-ab99-4641-9875-b5793ce73866" providerId="ADAL" clId="{E04D6C5F-A3D0-49B8-B9DF-800B3C2C1076}" dt="2026-07-16T00:32:22.208" v="1586" actId="478"/>
          <ac:spMkLst>
            <pc:docMk/>
            <pc:sldMk cId="0" sldId="277"/>
            <ac:spMk id="7470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6T00:32:10.884" v="1581" actId="478"/>
          <ac:spMkLst>
            <pc:docMk/>
            <pc:sldMk cId="0" sldId="277"/>
            <ac:spMk id="7471" creationId="{00000000-0000-0000-0000-000000000000}"/>
          </ac:spMkLst>
        </pc:spChg>
        <pc:spChg chg="del">
          <ac:chgData name="葉秋彤 (114522071)" userId="f58d2a1e-ab99-4641-9875-b5793ce73866" providerId="ADAL" clId="{E04D6C5F-A3D0-49B8-B9DF-800B3C2C1076}" dt="2026-07-16T00:32:15.417" v="1582" actId="478"/>
          <ac:spMkLst>
            <pc:docMk/>
            <pc:sldMk cId="0" sldId="277"/>
            <ac:spMk id="7475" creationId="{00000000-0000-0000-0000-000000000000}"/>
          </ac:spMkLst>
        </pc:spChg>
        <pc:picChg chg="add mod">
          <ac:chgData name="葉秋彤 (114522071)" userId="f58d2a1e-ab99-4641-9875-b5793ce73866" providerId="ADAL" clId="{E04D6C5F-A3D0-49B8-B9DF-800B3C2C1076}" dt="2026-07-16T00:38:27.480" v="1643" actId="1076"/>
          <ac:picMkLst>
            <pc:docMk/>
            <pc:sldMk cId="0" sldId="277"/>
            <ac:picMk id="3" creationId="{0E6AEE01-88F3-66A3-1987-47BF50328549}"/>
          </ac:picMkLst>
        </pc:picChg>
        <pc:picChg chg="add mod">
          <ac:chgData name="葉秋彤 (114522071)" userId="f58d2a1e-ab99-4641-9875-b5793ce73866" providerId="ADAL" clId="{E04D6C5F-A3D0-49B8-B9DF-800B3C2C1076}" dt="2026-07-16T00:33:44.442" v="1601" actId="14100"/>
          <ac:picMkLst>
            <pc:docMk/>
            <pc:sldMk cId="0" sldId="277"/>
            <ac:picMk id="5" creationId="{DDB7478A-1940-EA70-EFCB-D792D34EC140}"/>
          </ac:picMkLst>
        </pc:picChg>
        <pc:picChg chg="add mod">
          <ac:chgData name="葉秋彤 (114522071)" userId="f58d2a1e-ab99-4641-9875-b5793ce73866" providerId="ADAL" clId="{E04D6C5F-A3D0-49B8-B9DF-800B3C2C1076}" dt="2026-07-16T00:38:16.042" v="1642" actId="1076"/>
          <ac:picMkLst>
            <pc:docMk/>
            <pc:sldMk cId="0" sldId="277"/>
            <ac:picMk id="7" creationId="{C29EEDBC-5D52-B6C7-A8E1-61099A64C545}"/>
          </ac:picMkLst>
        </pc:picChg>
        <pc:cxnChg chg="del mod">
          <ac:chgData name="葉秋彤 (114522071)" userId="f58d2a1e-ab99-4641-9875-b5793ce73866" providerId="ADAL" clId="{E04D6C5F-A3D0-49B8-B9DF-800B3C2C1076}" dt="2026-07-16T00:32:15.417" v="1582" actId="478"/>
          <ac:cxnSpMkLst>
            <pc:docMk/>
            <pc:sldMk cId="0" sldId="277"/>
            <ac:cxnSpMk id="7472" creationId="{00000000-0000-0000-0000-000000000000}"/>
          </ac:cxnSpMkLst>
        </pc:cxnChg>
        <pc:cxnChg chg="del mod">
          <ac:chgData name="葉秋彤 (114522071)" userId="f58d2a1e-ab99-4641-9875-b5793ce73866" providerId="ADAL" clId="{E04D6C5F-A3D0-49B8-B9DF-800B3C2C1076}" dt="2026-07-16T00:32:15.417" v="1582" actId="478"/>
          <ac:cxnSpMkLst>
            <pc:docMk/>
            <pc:sldMk cId="0" sldId="277"/>
            <ac:cxnSpMk id="7473" creationId="{00000000-0000-0000-0000-000000000000}"/>
          </ac:cxnSpMkLst>
        </pc:cxnChg>
        <pc:cxnChg chg="del mod">
          <ac:chgData name="葉秋彤 (114522071)" userId="f58d2a1e-ab99-4641-9875-b5793ce73866" providerId="ADAL" clId="{E04D6C5F-A3D0-49B8-B9DF-800B3C2C1076}" dt="2026-07-16T00:32:15.417" v="1582" actId="478"/>
          <ac:cxnSpMkLst>
            <pc:docMk/>
            <pc:sldMk cId="0" sldId="277"/>
            <ac:cxnSpMk id="7474" creationId="{00000000-0000-0000-0000-000000000000}"/>
          </ac:cxnSpMkLst>
        </pc:cxnChg>
        <pc:cxnChg chg="del mod">
          <ac:chgData name="葉秋彤 (114522071)" userId="f58d2a1e-ab99-4641-9875-b5793ce73866" providerId="ADAL" clId="{E04D6C5F-A3D0-49B8-B9DF-800B3C2C1076}" dt="2026-07-16T00:32:15.417" v="1582" actId="478"/>
          <ac:cxnSpMkLst>
            <pc:docMk/>
            <pc:sldMk cId="0" sldId="277"/>
            <ac:cxnSpMk id="7476" creationId="{00000000-0000-0000-0000-000000000000}"/>
          </ac:cxnSpMkLst>
        </pc:cxnChg>
        <pc:cxnChg chg="del mod">
          <ac:chgData name="葉秋彤 (114522071)" userId="f58d2a1e-ab99-4641-9875-b5793ce73866" providerId="ADAL" clId="{E04D6C5F-A3D0-49B8-B9DF-800B3C2C1076}" dt="2026-07-16T00:32:15.417" v="1582" actId="478"/>
          <ac:cxnSpMkLst>
            <pc:docMk/>
            <pc:sldMk cId="0" sldId="277"/>
            <ac:cxnSpMk id="7477" creationId="{00000000-0000-0000-0000-000000000000}"/>
          </ac:cxnSpMkLst>
        </pc:cxnChg>
        <pc:cxnChg chg="del mod">
          <ac:chgData name="葉秋彤 (114522071)" userId="f58d2a1e-ab99-4641-9875-b5793ce73866" providerId="ADAL" clId="{E04D6C5F-A3D0-49B8-B9DF-800B3C2C1076}" dt="2026-07-16T00:32:15.417" v="1582" actId="478"/>
          <ac:cxnSpMkLst>
            <pc:docMk/>
            <pc:sldMk cId="0" sldId="277"/>
            <ac:cxnSpMk id="7478" creationId="{00000000-0000-0000-0000-000000000000}"/>
          </ac:cxnSpMkLst>
        </pc:cxnChg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78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79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80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81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82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83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84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85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86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87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88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89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90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91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92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93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94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95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96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97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98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299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300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301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302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303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304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305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306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307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308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309"/>
        </pc:sldMkLst>
      </pc:sldChg>
      <pc:sldChg chg="del mod modShow">
        <pc:chgData name="葉秋彤 (114522071)" userId="f58d2a1e-ab99-4641-9875-b5793ce73866" providerId="ADAL" clId="{E04D6C5F-A3D0-49B8-B9DF-800B3C2C1076}" dt="2026-07-16T00:38:46.785" v="1644" actId="47"/>
        <pc:sldMkLst>
          <pc:docMk/>
          <pc:sldMk cId="0" sldId="310"/>
        </pc:sldMkLst>
      </pc:sldChg>
      <pc:sldChg chg="add del mod modShow">
        <pc:chgData name="葉秋彤 (114522071)" userId="f58d2a1e-ab99-4641-9875-b5793ce73866" providerId="ADAL" clId="{E04D6C5F-A3D0-49B8-B9DF-800B3C2C1076}" dt="2026-07-16T00:31:35.367" v="1578" actId="47"/>
        <pc:sldMkLst>
          <pc:docMk/>
          <pc:sldMk cId="2530666060" sldId="311"/>
        </pc:sldMkLst>
      </pc:sldChg>
      <pc:sldChg chg="addSp delSp modSp add mod ord modShow">
        <pc:chgData name="葉秋彤 (114522071)" userId="f58d2a1e-ab99-4641-9875-b5793ce73866" providerId="ADAL" clId="{E04D6C5F-A3D0-49B8-B9DF-800B3C2C1076}" dt="2026-07-15T23:36:27.618" v="1050" actId="20577"/>
        <pc:sldMkLst>
          <pc:docMk/>
          <pc:sldMk cId="3021385396" sldId="312"/>
        </pc:sldMkLst>
        <pc:spChg chg="add del mod">
          <ac:chgData name="葉秋彤 (114522071)" userId="f58d2a1e-ab99-4641-9875-b5793ce73866" providerId="ADAL" clId="{E04D6C5F-A3D0-49B8-B9DF-800B3C2C1076}" dt="2026-07-15T23:01:50.477" v="779" actId="478"/>
          <ac:spMkLst>
            <pc:docMk/>
            <pc:sldMk cId="3021385396" sldId="312"/>
            <ac:spMk id="3" creationId="{08A81FD0-46B6-CB54-B4E2-1DF676FC5249}"/>
          </ac:spMkLst>
        </pc:spChg>
        <pc:spChg chg="add mod">
          <ac:chgData name="葉秋彤 (114522071)" userId="f58d2a1e-ab99-4641-9875-b5793ce73866" providerId="ADAL" clId="{E04D6C5F-A3D0-49B8-B9DF-800B3C2C1076}" dt="2026-07-15T23:06:12.923" v="792" actId="1076"/>
          <ac:spMkLst>
            <pc:docMk/>
            <pc:sldMk cId="3021385396" sldId="312"/>
            <ac:spMk id="5" creationId="{EE320EA4-8BF5-5FF0-9919-0BF50EE72CF7}"/>
          </ac:spMkLst>
        </pc:spChg>
        <pc:spChg chg="add mod">
          <ac:chgData name="葉秋彤 (114522071)" userId="f58d2a1e-ab99-4641-9875-b5793ce73866" providerId="ADAL" clId="{E04D6C5F-A3D0-49B8-B9DF-800B3C2C1076}" dt="2026-07-15T23:36:27.618" v="1050" actId="20577"/>
          <ac:spMkLst>
            <pc:docMk/>
            <pc:sldMk cId="3021385396" sldId="312"/>
            <ac:spMk id="6" creationId="{7223078C-7856-51EF-E0BC-DFD17FAFF2CD}"/>
          </ac:spMkLst>
        </pc:spChg>
        <pc:spChg chg="add mod">
          <ac:chgData name="葉秋彤 (114522071)" userId="f58d2a1e-ab99-4641-9875-b5793ce73866" providerId="ADAL" clId="{E04D6C5F-A3D0-49B8-B9DF-800B3C2C1076}" dt="2026-07-15T23:07:13.115" v="808" actId="1035"/>
          <ac:spMkLst>
            <pc:docMk/>
            <pc:sldMk cId="3021385396" sldId="312"/>
            <ac:spMk id="10" creationId="{77831C81-8D9C-ACBE-DCF2-D2A61CC75EB3}"/>
          </ac:spMkLst>
        </pc:spChg>
        <pc:spChg chg="del">
          <ac:chgData name="葉秋彤 (114522071)" userId="f58d2a1e-ab99-4641-9875-b5793ce73866" providerId="ADAL" clId="{E04D6C5F-A3D0-49B8-B9DF-800B3C2C1076}" dt="2026-07-15T22:59:40.374" v="774" actId="478"/>
          <ac:spMkLst>
            <pc:docMk/>
            <pc:sldMk cId="3021385396" sldId="312"/>
            <ac:spMk id="7281" creationId="{4984278B-2CAD-8C5F-B978-7D717F961B19}"/>
          </ac:spMkLst>
        </pc:spChg>
        <pc:spChg chg="del">
          <ac:chgData name="葉秋彤 (114522071)" userId="f58d2a1e-ab99-4641-9875-b5793ce73866" providerId="ADAL" clId="{E04D6C5F-A3D0-49B8-B9DF-800B3C2C1076}" dt="2026-07-15T22:59:42.877" v="775" actId="478"/>
          <ac:spMkLst>
            <pc:docMk/>
            <pc:sldMk cId="3021385396" sldId="312"/>
            <ac:spMk id="7282" creationId="{40677535-CC85-AB7E-AA11-064B63E8610F}"/>
          </ac:spMkLst>
        </pc:spChg>
        <pc:spChg chg="del">
          <ac:chgData name="葉秋彤 (114522071)" userId="f58d2a1e-ab99-4641-9875-b5793ce73866" providerId="ADAL" clId="{E04D6C5F-A3D0-49B8-B9DF-800B3C2C1076}" dt="2026-07-15T22:59:40.374" v="774" actId="478"/>
          <ac:spMkLst>
            <pc:docMk/>
            <pc:sldMk cId="3021385396" sldId="312"/>
            <ac:spMk id="7283" creationId="{6435ABE9-6810-83B0-27B7-7BAC9B1A52AC}"/>
          </ac:spMkLst>
        </pc:spChg>
        <pc:spChg chg="del">
          <ac:chgData name="葉秋彤 (114522071)" userId="f58d2a1e-ab99-4641-9875-b5793ce73866" providerId="ADAL" clId="{E04D6C5F-A3D0-49B8-B9DF-800B3C2C1076}" dt="2026-07-15T22:59:46.407" v="776" actId="478"/>
          <ac:spMkLst>
            <pc:docMk/>
            <pc:sldMk cId="3021385396" sldId="312"/>
            <ac:spMk id="7284" creationId="{C2971D0B-DA95-30DA-C4F4-25FA3B012715}"/>
          </ac:spMkLst>
        </pc:spChg>
        <pc:spChg chg="del">
          <ac:chgData name="葉秋彤 (114522071)" userId="f58d2a1e-ab99-4641-9875-b5793ce73866" providerId="ADAL" clId="{E04D6C5F-A3D0-49B8-B9DF-800B3C2C1076}" dt="2026-07-15T22:59:40.374" v="774" actId="478"/>
          <ac:spMkLst>
            <pc:docMk/>
            <pc:sldMk cId="3021385396" sldId="312"/>
            <ac:spMk id="7285" creationId="{E49C7D95-34EB-EE6D-656F-F8457D69F01B}"/>
          </ac:spMkLst>
        </pc:spChg>
        <pc:spChg chg="del">
          <ac:chgData name="葉秋彤 (114522071)" userId="f58d2a1e-ab99-4641-9875-b5793ce73866" providerId="ADAL" clId="{E04D6C5F-A3D0-49B8-B9DF-800B3C2C1076}" dt="2026-07-15T22:59:40.374" v="774" actId="478"/>
          <ac:spMkLst>
            <pc:docMk/>
            <pc:sldMk cId="3021385396" sldId="312"/>
            <ac:spMk id="7286" creationId="{655121CC-AC8B-6B04-D9B3-4496230D63A8}"/>
          </ac:spMkLst>
        </pc:spChg>
        <pc:spChg chg="del">
          <ac:chgData name="葉秋彤 (114522071)" userId="f58d2a1e-ab99-4641-9875-b5793ce73866" providerId="ADAL" clId="{E04D6C5F-A3D0-49B8-B9DF-800B3C2C1076}" dt="2026-07-15T22:59:40.374" v="774" actId="478"/>
          <ac:spMkLst>
            <pc:docMk/>
            <pc:sldMk cId="3021385396" sldId="312"/>
            <ac:spMk id="7287" creationId="{0AFC923D-06C5-0439-F5A8-372F5ABF07CD}"/>
          </ac:spMkLst>
        </pc:spChg>
        <pc:spChg chg="del">
          <ac:chgData name="葉秋彤 (114522071)" userId="f58d2a1e-ab99-4641-9875-b5793ce73866" providerId="ADAL" clId="{E04D6C5F-A3D0-49B8-B9DF-800B3C2C1076}" dt="2026-07-15T22:59:40.374" v="774" actId="478"/>
          <ac:spMkLst>
            <pc:docMk/>
            <pc:sldMk cId="3021385396" sldId="312"/>
            <ac:spMk id="7288" creationId="{8BEC4B1F-3014-5FEE-89E4-C897C3D758F3}"/>
          </ac:spMkLst>
        </pc:spChg>
        <pc:spChg chg="del">
          <ac:chgData name="葉秋彤 (114522071)" userId="f58d2a1e-ab99-4641-9875-b5793ce73866" providerId="ADAL" clId="{E04D6C5F-A3D0-49B8-B9DF-800B3C2C1076}" dt="2026-07-15T22:59:40.374" v="774" actId="478"/>
          <ac:spMkLst>
            <pc:docMk/>
            <pc:sldMk cId="3021385396" sldId="312"/>
            <ac:spMk id="7289" creationId="{A2F0D34D-0AA7-1C08-6E58-BFC1356B3536}"/>
          </ac:spMkLst>
        </pc:spChg>
        <pc:grpChg chg="del">
          <ac:chgData name="葉秋彤 (114522071)" userId="f58d2a1e-ab99-4641-9875-b5793ce73866" providerId="ADAL" clId="{E04D6C5F-A3D0-49B8-B9DF-800B3C2C1076}" dt="2026-07-15T22:59:40.374" v="774" actId="478"/>
          <ac:grpSpMkLst>
            <pc:docMk/>
            <pc:sldMk cId="3021385396" sldId="312"/>
            <ac:grpSpMk id="7229" creationId="{5D7A69B3-97BC-0867-3D80-9FFC53DF4A4F}"/>
          </ac:grpSpMkLst>
        </pc:grpChg>
        <pc:picChg chg="add mod">
          <ac:chgData name="葉秋彤 (114522071)" userId="f58d2a1e-ab99-4641-9875-b5793ce73866" providerId="ADAL" clId="{E04D6C5F-A3D0-49B8-B9DF-800B3C2C1076}" dt="2026-07-15T23:06:51.507" v="798" actId="1076"/>
          <ac:picMkLst>
            <pc:docMk/>
            <pc:sldMk cId="3021385396" sldId="312"/>
            <ac:picMk id="8" creationId="{44D86B97-365F-618F-1A7F-2F9BC6D567C8}"/>
          </ac:picMkLst>
        </pc:picChg>
        <pc:cxnChg chg="del mod">
          <ac:chgData name="葉秋彤 (114522071)" userId="f58d2a1e-ab99-4641-9875-b5793ce73866" providerId="ADAL" clId="{E04D6C5F-A3D0-49B8-B9DF-800B3C2C1076}" dt="2026-07-15T22:59:40.374" v="774" actId="478"/>
          <ac:cxnSpMkLst>
            <pc:docMk/>
            <pc:sldMk cId="3021385396" sldId="312"/>
            <ac:cxnSpMk id="7292" creationId="{18A47E3C-9A94-FDD3-1F70-4044C0AEA1F8}"/>
          </ac:cxnSpMkLst>
        </pc:cxnChg>
      </pc:sldChg>
      <pc:sldChg chg="addSp delSp modSp add mod ord">
        <pc:chgData name="葉秋彤 (114522071)" userId="f58d2a1e-ab99-4641-9875-b5793ce73866" providerId="ADAL" clId="{E04D6C5F-A3D0-49B8-B9DF-800B3C2C1076}" dt="2026-07-15T23:27:29.655" v="1027" actId="1035"/>
        <pc:sldMkLst>
          <pc:docMk/>
          <pc:sldMk cId="90974145" sldId="313"/>
        </pc:sldMkLst>
        <pc:spChg chg="add del mod">
          <ac:chgData name="葉秋彤 (114522071)" userId="f58d2a1e-ab99-4641-9875-b5793ce73866" providerId="ADAL" clId="{E04D6C5F-A3D0-49B8-B9DF-800B3C2C1076}" dt="2026-07-15T23:16:10.008" v="861" actId="478"/>
          <ac:spMkLst>
            <pc:docMk/>
            <pc:sldMk cId="90974145" sldId="313"/>
            <ac:spMk id="2" creationId="{B0CB2484-F6C8-601D-B1E6-1E33D2B1AD1F}"/>
          </ac:spMkLst>
        </pc:spChg>
        <pc:spChg chg="add mod">
          <ac:chgData name="葉秋彤 (114522071)" userId="f58d2a1e-ab99-4641-9875-b5793ce73866" providerId="ADAL" clId="{E04D6C5F-A3D0-49B8-B9DF-800B3C2C1076}" dt="2026-07-15T23:27:29.655" v="1027" actId="1035"/>
          <ac:spMkLst>
            <pc:docMk/>
            <pc:sldMk cId="90974145" sldId="313"/>
            <ac:spMk id="3" creationId="{CB3BDF71-27B3-EEFA-945D-D4F0C7B8C250}"/>
          </ac:spMkLst>
        </pc:spChg>
        <pc:spChg chg="del">
          <ac:chgData name="葉秋彤 (114522071)" userId="f58d2a1e-ab99-4641-9875-b5793ce73866" providerId="ADAL" clId="{E04D6C5F-A3D0-49B8-B9DF-800B3C2C1076}" dt="2026-07-15T23:10:59.219" v="821" actId="478"/>
          <ac:spMkLst>
            <pc:docMk/>
            <pc:sldMk cId="90974145" sldId="313"/>
            <ac:spMk id="11" creationId="{1AA9B9FF-BC0D-E12C-F254-9E536BCAEC9F}"/>
          </ac:spMkLst>
        </pc:spChg>
        <pc:spChg chg="add del mod">
          <ac:chgData name="葉秋彤 (114522071)" userId="f58d2a1e-ab99-4641-9875-b5793ce73866" providerId="ADAL" clId="{E04D6C5F-A3D0-49B8-B9DF-800B3C2C1076}" dt="2026-07-15T23:26:09.659" v="991" actId="22"/>
          <ac:spMkLst>
            <pc:docMk/>
            <pc:sldMk cId="90974145" sldId="313"/>
            <ac:spMk id="12" creationId="{B64CBC55-08F5-3826-E38E-D0882A6CFA3F}"/>
          </ac:spMkLst>
        </pc:spChg>
        <pc:spChg chg="del">
          <ac:chgData name="葉秋彤 (114522071)" userId="f58d2a1e-ab99-4641-9875-b5793ce73866" providerId="ADAL" clId="{E04D6C5F-A3D0-49B8-B9DF-800B3C2C1076}" dt="2026-07-15T23:10:59.219" v="821" actId="478"/>
          <ac:spMkLst>
            <pc:docMk/>
            <pc:sldMk cId="90974145" sldId="313"/>
            <ac:spMk id="13" creationId="{65027577-952F-00E7-FBEF-5A02E301D28C}"/>
          </ac:spMkLst>
        </pc:spChg>
        <pc:spChg chg="del">
          <ac:chgData name="葉秋彤 (114522071)" userId="f58d2a1e-ab99-4641-9875-b5793ce73866" providerId="ADAL" clId="{E04D6C5F-A3D0-49B8-B9DF-800B3C2C1076}" dt="2026-07-15T23:10:59.219" v="821" actId="478"/>
          <ac:spMkLst>
            <pc:docMk/>
            <pc:sldMk cId="90974145" sldId="313"/>
            <ac:spMk id="15" creationId="{F1E74457-A3A8-5FAE-5FE1-EB808F67C269}"/>
          </ac:spMkLst>
        </pc:spChg>
        <pc:spChg chg="mod">
          <ac:chgData name="葉秋彤 (114522071)" userId="f58d2a1e-ab99-4641-9875-b5793ce73866" providerId="ADAL" clId="{E04D6C5F-A3D0-49B8-B9DF-800B3C2C1076}" dt="2026-07-15T23:27:01.056" v="1014" actId="1036"/>
          <ac:spMkLst>
            <pc:docMk/>
            <pc:sldMk cId="90974145" sldId="313"/>
            <ac:spMk id="18" creationId="{86756D42-58AA-15EC-ED24-0BD512BABD6E}"/>
          </ac:spMkLst>
        </pc:spChg>
        <pc:spChg chg="del">
          <ac:chgData name="葉秋彤 (114522071)" userId="f58d2a1e-ab99-4641-9875-b5793ce73866" providerId="ADAL" clId="{E04D6C5F-A3D0-49B8-B9DF-800B3C2C1076}" dt="2026-07-15T23:11:02.555" v="822" actId="478"/>
          <ac:spMkLst>
            <pc:docMk/>
            <pc:sldMk cId="90974145" sldId="313"/>
            <ac:spMk id="20" creationId="{E497FB94-8A39-AA1E-955C-6914A680D97C}"/>
          </ac:spMkLst>
        </pc:spChg>
        <pc:spChg chg="del">
          <ac:chgData name="葉秋彤 (114522071)" userId="f58d2a1e-ab99-4641-9875-b5793ce73866" providerId="ADAL" clId="{E04D6C5F-A3D0-49B8-B9DF-800B3C2C1076}" dt="2026-07-15T23:11:05.355" v="823" actId="478"/>
          <ac:spMkLst>
            <pc:docMk/>
            <pc:sldMk cId="90974145" sldId="313"/>
            <ac:spMk id="22" creationId="{93F38531-9F7D-CCB0-3FD1-259F56D305B3}"/>
          </ac:spMkLst>
        </pc:spChg>
        <pc:spChg chg="mod">
          <ac:chgData name="葉秋彤 (114522071)" userId="f58d2a1e-ab99-4641-9875-b5793ce73866" providerId="ADAL" clId="{E04D6C5F-A3D0-49B8-B9DF-800B3C2C1076}" dt="2026-07-15T23:17:17.961" v="884" actId="20577"/>
          <ac:spMkLst>
            <pc:docMk/>
            <pc:sldMk cId="90974145" sldId="313"/>
            <ac:spMk id="6606" creationId="{ABA6984B-A39F-CAF6-BA91-4D27F0C0B135}"/>
          </ac:spMkLst>
        </pc:spChg>
        <pc:graphicFrameChg chg="add del mod">
          <ac:chgData name="葉秋彤 (114522071)" userId="f58d2a1e-ab99-4641-9875-b5793ce73866" providerId="ADAL" clId="{E04D6C5F-A3D0-49B8-B9DF-800B3C2C1076}" dt="2026-07-15T23:24:46.083" v="961" actId="478"/>
          <ac:graphicFrameMkLst>
            <pc:docMk/>
            <pc:sldMk cId="90974145" sldId="313"/>
            <ac:graphicFrameMk id="6" creationId="{632EF8E5-B0E5-566E-BC87-B0B741014835}"/>
          </ac:graphicFrameMkLst>
        </pc:graphicFrameChg>
        <pc:picChg chg="del">
          <ac:chgData name="葉秋彤 (114522071)" userId="f58d2a1e-ab99-4641-9875-b5793ce73866" providerId="ADAL" clId="{E04D6C5F-A3D0-49B8-B9DF-800B3C2C1076}" dt="2026-07-15T23:10:59.219" v="821" actId="478"/>
          <ac:picMkLst>
            <pc:docMk/>
            <pc:sldMk cId="90974145" sldId="313"/>
            <ac:picMk id="7" creationId="{3215456B-54DE-6782-A4F4-91C6D5BD140C}"/>
          </ac:picMkLst>
        </pc:picChg>
        <pc:picChg chg="del">
          <ac:chgData name="葉秋彤 (114522071)" userId="f58d2a1e-ab99-4641-9875-b5793ce73866" providerId="ADAL" clId="{E04D6C5F-A3D0-49B8-B9DF-800B3C2C1076}" dt="2026-07-15T23:10:59.219" v="821" actId="478"/>
          <ac:picMkLst>
            <pc:docMk/>
            <pc:sldMk cId="90974145" sldId="313"/>
            <ac:picMk id="9" creationId="{0A47ABD7-77C2-91D1-51DA-F76E15BB6EF1}"/>
          </ac:picMkLst>
        </pc:picChg>
        <pc:picChg chg="del">
          <ac:chgData name="葉秋彤 (114522071)" userId="f58d2a1e-ab99-4641-9875-b5793ce73866" providerId="ADAL" clId="{E04D6C5F-A3D0-49B8-B9DF-800B3C2C1076}" dt="2026-07-15T23:10:59.219" v="821" actId="478"/>
          <ac:picMkLst>
            <pc:docMk/>
            <pc:sldMk cId="90974145" sldId="313"/>
            <ac:picMk id="10" creationId="{4CB3A2BB-759C-A35D-B33A-739B3ADE68AB}"/>
          </ac:picMkLst>
        </pc:picChg>
      </pc:sldChg>
      <pc:sldChg chg="addSp delSp modSp add mod ord">
        <pc:chgData name="葉秋彤 (114522071)" userId="f58d2a1e-ab99-4641-9875-b5793ce73866" providerId="ADAL" clId="{E04D6C5F-A3D0-49B8-B9DF-800B3C2C1076}" dt="2026-07-15T23:45:09.836" v="1195" actId="1036"/>
        <pc:sldMkLst>
          <pc:docMk/>
          <pc:sldMk cId="3254443446" sldId="314"/>
        </pc:sldMkLst>
        <pc:spChg chg="del mod">
          <ac:chgData name="葉秋彤 (114522071)" userId="f58d2a1e-ab99-4641-9875-b5793ce73866" providerId="ADAL" clId="{E04D6C5F-A3D0-49B8-B9DF-800B3C2C1076}" dt="2026-07-15T23:39:51.937" v="1077" actId="478"/>
          <ac:spMkLst>
            <pc:docMk/>
            <pc:sldMk cId="3254443446" sldId="314"/>
            <ac:spMk id="3" creationId="{6D6718A2-6C86-BEA1-42D0-D77B355D8213}"/>
          </ac:spMkLst>
        </pc:spChg>
        <pc:spChg chg="add mod">
          <ac:chgData name="葉秋彤 (114522071)" userId="f58d2a1e-ab99-4641-9875-b5793ce73866" providerId="ADAL" clId="{E04D6C5F-A3D0-49B8-B9DF-800B3C2C1076}" dt="2026-07-15T23:45:09.836" v="1195" actId="1036"/>
          <ac:spMkLst>
            <pc:docMk/>
            <pc:sldMk cId="3254443446" sldId="314"/>
            <ac:spMk id="6" creationId="{63BE39E5-FF7B-0AD1-0988-072BBB38CF91}"/>
          </ac:spMkLst>
        </pc:spChg>
        <pc:spChg chg="add mod">
          <ac:chgData name="葉秋彤 (114522071)" userId="f58d2a1e-ab99-4641-9875-b5793ce73866" providerId="ADAL" clId="{E04D6C5F-A3D0-49B8-B9DF-800B3C2C1076}" dt="2026-07-15T23:45:09.836" v="1195" actId="1036"/>
          <ac:spMkLst>
            <pc:docMk/>
            <pc:sldMk cId="3254443446" sldId="314"/>
            <ac:spMk id="8" creationId="{3CB505BB-17DD-8EB8-2E9A-2CCAC5993D52}"/>
          </ac:spMkLst>
        </pc:spChg>
        <pc:spChg chg="mod">
          <ac:chgData name="葉秋彤 (114522071)" userId="f58d2a1e-ab99-4641-9875-b5793ce73866" providerId="ADAL" clId="{E04D6C5F-A3D0-49B8-B9DF-800B3C2C1076}" dt="2026-07-15T23:45:09.836" v="1195" actId="1036"/>
          <ac:spMkLst>
            <pc:docMk/>
            <pc:sldMk cId="3254443446" sldId="314"/>
            <ac:spMk id="18" creationId="{76E09859-BE31-47E7-F12F-CC9D958427C2}"/>
          </ac:spMkLst>
        </pc:spChg>
        <pc:spChg chg="mod">
          <ac:chgData name="葉秋彤 (114522071)" userId="f58d2a1e-ab99-4641-9875-b5793ce73866" providerId="ADAL" clId="{E04D6C5F-A3D0-49B8-B9DF-800B3C2C1076}" dt="2026-07-15T23:36:14.298" v="1037" actId="1076"/>
          <ac:spMkLst>
            <pc:docMk/>
            <pc:sldMk cId="3254443446" sldId="314"/>
            <ac:spMk id="6606" creationId="{351E24E2-C85E-A71F-8370-BF19B6A3BCF1}"/>
          </ac:spMkLst>
        </pc:spChg>
        <pc:picChg chg="add mod">
          <ac:chgData name="葉秋彤 (114522071)" userId="f58d2a1e-ab99-4641-9875-b5793ce73866" providerId="ADAL" clId="{E04D6C5F-A3D0-49B8-B9DF-800B3C2C1076}" dt="2026-07-15T23:45:09.836" v="1195" actId="1036"/>
          <ac:picMkLst>
            <pc:docMk/>
            <pc:sldMk cId="3254443446" sldId="314"/>
            <ac:picMk id="4" creationId="{D67D74E0-1652-C047-3FF0-4AFC1ABB3AEF}"/>
          </ac:picMkLst>
        </pc:picChg>
        <pc:picChg chg="add mod">
          <ac:chgData name="葉秋彤 (114522071)" userId="f58d2a1e-ab99-4641-9875-b5793ce73866" providerId="ADAL" clId="{E04D6C5F-A3D0-49B8-B9DF-800B3C2C1076}" dt="2026-07-15T23:45:09.836" v="1195" actId="1036"/>
          <ac:picMkLst>
            <pc:docMk/>
            <pc:sldMk cId="3254443446" sldId="314"/>
            <ac:picMk id="10" creationId="{CDC6DF20-DDC8-C417-BC75-9AC7A4362DCA}"/>
          </ac:picMkLst>
        </pc:picChg>
        <pc:picChg chg="add mod">
          <ac:chgData name="葉秋彤 (114522071)" userId="f58d2a1e-ab99-4641-9875-b5793ce73866" providerId="ADAL" clId="{E04D6C5F-A3D0-49B8-B9DF-800B3C2C1076}" dt="2026-07-15T23:45:09.836" v="1195" actId="1036"/>
          <ac:picMkLst>
            <pc:docMk/>
            <pc:sldMk cId="3254443446" sldId="314"/>
            <ac:picMk id="12" creationId="{A849104C-6ED4-A60E-0096-50F9827202AA}"/>
          </ac:picMkLst>
        </pc:picChg>
        <pc:picChg chg="add mod">
          <ac:chgData name="葉秋彤 (114522071)" userId="f58d2a1e-ab99-4641-9875-b5793ce73866" providerId="ADAL" clId="{E04D6C5F-A3D0-49B8-B9DF-800B3C2C1076}" dt="2026-07-15T23:45:09.836" v="1195" actId="1036"/>
          <ac:picMkLst>
            <pc:docMk/>
            <pc:sldMk cId="3254443446" sldId="314"/>
            <ac:picMk id="14" creationId="{EAD2E54F-76F6-72C6-0FFF-442E0F87DF76}"/>
          </ac:picMkLst>
        </pc:picChg>
        <pc:picChg chg="add mod">
          <ac:chgData name="葉秋彤 (114522071)" userId="f58d2a1e-ab99-4641-9875-b5793ce73866" providerId="ADAL" clId="{E04D6C5F-A3D0-49B8-B9DF-800B3C2C1076}" dt="2026-07-15T23:45:09.836" v="1195" actId="1036"/>
          <ac:picMkLst>
            <pc:docMk/>
            <pc:sldMk cId="3254443446" sldId="314"/>
            <ac:picMk id="16" creationId="{2438F086-F515-995B-C6FF-FD9555027E94}"/>
          </ac:picMkLst>
        </pc:picChg>
      </pc:sldChg>
      <pc:sldChg chg="addSp delSp modSp add mod">
        <pc:chgData name="葉秋彤 (114522071)" userId="f58d2a1e-ab99-4641-9875-b5793ce73866" providerId="ADAL" clId="{E04D6C5F-A3D0-49B8-B9DF-800B3C2C1076}" dt="2026-07-15T23:46:59.730" v="1208" actId="1076"/>
        <pc:sldMkLst>
          <pc:docMk/>
          <pc:sldMk cId="1390291050" sldId="315"/>
        </pc:sldMkLst>
        <pc:spChg chg="del">
          <ac:chgData name="葉秋彤 (114522071)" userId="f58d2a1e-ab99-4641-9875-b5793ce73866" providerId="ADAL" clId="{E04D6C5F-A3D0-49B8-B9DF-800B3C2C1076}" dt="2026-07-15T23:46:32.493" v="1203" actId="478"/>
          <ac:spMkLst>
            <pc:docMk/>
            <pc:sldMk cId="1390291050" sldId="315"/>
            <ac:spMk id="3" creationId="{30A0B2C8-6E03-2637-D6DF-1B0EDB31C965}"/>
          </ac:spMkLst>
        </pc:spChg>
        <pc:spChg chg="mod">
          <ac:chgData name="葉秋彤 (114522071)" userId="f58d2a1e-ab99-4641-9875-b5793ce73866" providerId="ADAL" clId="{E04D6C5F-A3D0-49B8-B9DF-800B3C2C1076}" dt="2026-07-15T23:46:59.730" v="1208" actId="1076"/>
          <ac:spMkLst>
            <pc:docMk/>
            <pc:sldMk cId="1390291050" sldId="315"/>
            <ac:spMk id="18" creationId="{5A540C23-87BD-9BA6-629D-255334F433E5}"/>
          </ac:spMkLst>
        </pc:spChg>
        <pc:spChg chg="mod">
          <ac:chgData name="葉秋彤 (114522071)" userId="f58d2a1e-ab99-4641-9875-b5793ce73866" providerId="ADAL" clId="{E04D6C5F-A3D0-49B8-B9DF-800B3C2C1076}" dt="2026-07-15T23:37:16.360" v="1062" actId="1076"/>
          <ac:spMkLst>
            <pc:docMk/>
            <pc:sldMk cId="1390291050" sldId="315"/>
            <ac:spMk id="6606" creationId="{CF95BEAF-B829-C1F5-FDEF-803CCFE4A8D3}"/>
          </ac:spMkLst>
        </pc:spChg>
        <pc:graphicFrameChg chg="add mod modGraphic">
          <ac:chgData name="葉秋彤 (114522071)" userId="f58d2a1e-ab99-4641-9875-b5793ce73866" providerId="ADAL" clId="{E04D6C5F-A3D0-49B8-B9DF-800B3C2C1076}" dt="2026-07-15T23:46:55.271" v="1207" actId="207"/>
          <ac:graphicFrameMkLst>
            <pc:docMk/>
            <pc:sldMk cId="1390291050" sldId="315"/>
            <ac:graphicFrameMk id="2" creationId="{7B8AE571-7E91-3D4E-3A33-5049371DB93C}"/>
          </ac:graphicFrameMkLst>
        </pc:graphicFrameChg>
      </pc:sldChg>
      <pc:sldChg chg="addSp delSp modSp add mod">
        <pc:chgData name="葉秋彤 (114522071)" userId="f58d2a1e-ab99-4641-9875-b5793ce73866" providerId="ADAL" clId="{E04D6C5F-A3D0-49B8-B9DF-800B3C2C1076}" dt="2026-07-15T23:55:43.189" v="1283" actId="1076"/>
        <pc:sldMkLst>
          <pc:docMk/>
          <pc:sldMk cId="376451630" sldId="316"/>
        </pc:sldMkLst>
        <pc:spChg chg="del">
          <ac:chgData name="葉秋彤 (114522071)" userId="f58d2a1e-ab99-4641-9875-b5793ce73866" providerId="ADAL" clId="{E04D6C5F-A3D0-49B8-B9DF-800B3C2C1076}" dt="2026-07-15T23:50:15.140" v="1229" actId="478"/>
          <ac:spMkLst>
            <pc:docMk/>
            <pc:sldMk cId="376451630" sldId="316"/>
            <ac:spMk id="3" creationId="{A4292B3F-4A8F-1543-D59F-988A0C7E0382}"/>
          </ac:spMkLst>
        </pc:spChg>
        <pc:spChg chg="add del mod">
          <ac:chgData name="葉秋彤 (114522071)" userId="f58d2a1e-ab99-4641-9875-b5793ce73866" providerId="ADAL" clId="{E04D6C5F-A3D0-49B8-B9DF-800B3C2C1076}" dt="2026-07-15T23:55:18.265" v="1276" actId="478"/>
          <ac:spMkLst>
            <pc:docMk/>
            <pc:sldMk cId="376451630" sldId="316"/>
            <ac:spMk id="4" creationId="{9D83E461-34A8-B8BA-B6FE-BB4A35B75DEF}"/>
          </ac:spMkLst>
        </pc:spChg>
        <pc:spChg chg="add del mod">
          <ac:chgData name="葉秋彤 (114522071)" userId="f58d2a1e-ab99-4641-9875-b5793ce73866" providerId="ADAL" clId="{E04D6C5F-A3D0-49B8-B9DF-800B3C2C1076}" dt="2026-07-15T23:51:10.578" v="1234" actId="478"/>
          <ac:spMkLst>
            <pc:docMk/>
            <pc:sldMk cId="376451630" sldId="316"/>
            <ac:spMk id="8" creationId="{29BB1776-801B-BDCF-8C8F-4469E9C1A0EB}"/>
          </ac:spMkLst>
        </pc:spChg>
        <pc:spChg chg="add mod">
          <ac:chgData name="葉秋彤 (114522071)" userId="f58d2a1e-ab99-4641-9875-b5793ce73866" providerId="ADAL" clId="{E04D6C5F-A3D0-49B8-B9DF-800B3C2C1076}" dt="2026-07-15T23:55:32.986" v="1280" actId="1076"/>
          <ac:spMkLst>
            <pc:docMk/>
            <pc:sldMk cId="376451630" sldId="316"/>
            <ac:spMk id="10" creationId="{EB46654B-CCD8-F5E2-FCF2-14834511F0B0}"/>
          </ac:spMkLst>
        </pc:spChg>
        <pc:spChg chg="mod">
          <ac:chgData name="葉秋彤 (114522071)" userId="f58d2a1e-ab99-4641-9875-b5793ce73866" providerId="ADAL" clId="{E04D6C5F-A3D0-49B8-B9DF-800B3C2C1076}" dt="2026-07-15T23:55:40.827" v="1282" actId="1076"/>
          <ac:spMkLst>
            <pc:docMk/>
            <pc:sldMk cId="376451630" sldId="316"/>
            <ac:spMk id="18" creationId="{41CD73FC-08AC-F607-00D7-07F102E7AB7A}"/>
          </ac:spMkLst>
        </pc:spChg>
        <pc:spChg chg="mod">
          <ac:chgData name="葉秋彤 (114522071)" userId="f58d2a1e-ab99-4641-9875-b5793ce73866" providerId="ADAL" clId="{E04D6C5F-A3D0-49B8-B9DF-800B3C2C1076}" dt="2026-07-15T23:37:28.025" v="1063"/>
          <ac:spMkLst>
            <pc:docMk/>
            <pc:sldMk cId="376451630" sldId="316"/>
            <ac:spMk id="6606" creationId="{8D990167-8EDC-584C-ADA6-E0E72F1D232F}"/>
          </ac:spMkLst>
        </pc:spChg>
        <pc:picChg chg="add mod">
          <ac:chgData name="葉秋彤 (114522071)" userId="f58d2a1e-ab99-4641-9875-b5793ce73866" providerId="ADAL" clId="{E04D6C5F-A3D0-49B8-B9DF-800B3C2C1076}" dt="2026-07-15T23:55:43.189" v="1283" actId="1076"/>
          <ac:picMkLst>
            <pc:docMk/>
            <pc:sldMk cId="376451630" sldId="316"/>
            <ac:picMk id="6" creationId="{B26860B4-356B-BDEA-748D-097435A3A495}"/>
          </ac:picMkLst>
        </pc:picChg>
      </pc:sldChg>
      <pc:sldChg chg="addSp delSp modSp add mod">
        <pc:chgData name="葉秋彤 (114522071)" userId="f58d2a1e-ab99-4641-9875-b5793ce73866" providerId="ADAL" clId="{E04D6C5F-A3D0-49B8-B9DF-800B3C2C1076}" dt="2026-07-15T23:54:25.912" v="1259" actId="1076"/>
        <pc:sldMkLst>
          <pc:docMk/>
          <pc:sldMk cId="1391010934" sldId="317"/>
        </pc:sldMkLst>
        <pc:spChg chg="del">
          <ac:chgData name="葉秋彤 (114522071)" userId="f58d2a1e-ab99-4641-9875-b5793ce73866" providerId="ADAL" clId="{E04D6C5F-A3D0-49B8-B9DF-800B3C2C1076}" dt="2026-07-15T23:52:50.942" v="1243" actId="478"/>
          <ac:spMkLst>
            <pc:docMk/>
            <pc:sldMk cId="1391010934" sldId="317"/>
            <ac:spMk id="3" creationId="{C1777070-02EE-5F18-4704-647EAFCA75B6}"/>
          </ac:spMkLst>
        </pc:spChg>
        <pc:spChg chg="add mod">
          <ac:chgData name="葉秋彤 (114522071)" userId="f58d2a1e-ab99-4641-9875-b5793ce73866" providerId="ADAL" clId="{E04D6C5F-A3D0-49B8-B9DF-800B3C2C1076}" dt="2026-07-15T23:54:25.912" v="1259" actId="1076"/>
          <ac:spMkLst>
            <pc:docMk/>
            <pc:sldMk cId="1391010934" sldId="317"/>
            <ac:spMk id="6" creationId="{82B35857-BF5E-C5BD-F7BE-C17306EDDF44}"/>
          </ac:spMkLst>
        </pc:spChg>
        <pc:spChg chg="mod">
          <ac:chgData name="葉秋彤 (114522071)" userId="f58d2a1e-ab99-4641-9875-b5793ce73866" providerId="ADAL" clId="{E04D6C5F-A3D0-49B8-B9DF-800B3C2C1076}" dt="2026-07-15T23:52:25.792" v="1242" actId="1076"/>
          <ac:spMkLst>
            <pc:docMk/>
            <pc:sldMk cId="1391010934" sldId="317"/>
            <ac:spMk id="18" creationId="{3C0A9DC1-B62F-65FC-8ADB-FA2F1E62E93A}"/>
          </ac:spMkLst>
        </pc:spChg>
        <pc:spChg chg="mod">
          <ac:chgData name="葉秋彤 (114522071)" userId="f58d2a1e-ab99-4641-9875-b5793ce73866" providerId="ADAL" clId="{E04D6C5F-A3D0-49B8-B9DF-800B3C2C1076}" dt="2026-07-15T23:37:51.921" v="1066" actId="1076"/>
          <ac:spMkLst>
            <pc:docMk/>
            <pc:sldMk cId="1391010934" sldId="317"/>
            <ac:spMk id="6606" creationId="{9789AF1A-C2D8-7341-243F-6551EC859B5D}"/>
          </ac:spMkLst>
        </pc:spChg>
        <pc:picChg chg="add mod">
          <ac:chgData name="葉秋彤 (114522071)" userId="f58d2a1e-ab99-4641-9875-b5793ce73866" providerId="ADAL" clId="{E04D6C5F-A3D0-49B8-B9DF-800B3C2C1076}" dt="2026-07-15T23:53:43.940" v="1251" actId="1076"/>
          <ac:picMkLst>
            <pc:docMk/>
            <pc:sldMk cId="1391010934" sldId="317"/>
            <ac:picMk id="4" creationId="{8599042C-65A0-86FF-CD77-49E39F433765}"/>
          </ac:picMkLst>
        </pc:picChg>
      </pc:sldChg>
      <pc:sldChg chg="addSp delSp modSp add mod">
        <pc:chgData name="葉秋彤 (114522071)" userId="f58d2a1e-ab99-4641-9875-b5793ce73866" providerId="ADAL" clId="{E04D6C5F-A3D0-49B8-B9DF-800B3C2C1076}" dt="2026-07-16T00:07:39.235" v="1318" actId="1076"/>
        <pc:sldMkLst>
          <pc:docMk/>
          <pc:sldMk cId="1900591794" sldId="318"/>
        </pc:sldMkLst>
        <pc:spChg chg="del">
          <ac:chgData name="葉秋彤 (114522071)" userId="f58d2a1e-ab99-4641-9875-b5793ce73866" providerId="ADAL" clId="{E04D6C5F-A3D0-49B8-B9DF-800B3C2C1076}" dt="2026-07-15T23:57:02.797" v="1290" actId="478"/>
          <ac:spMkLst>
            <pc:docMk/>
            <pc:sldMk cId="1900591794" sldId="318"/>
            <ac:spMk id="3" creationId="{B784F340-CD89-8E87-0392-07C039E535D8}"/>
          </ac:spMkLst>
        </pc:spChg>
        <pc:spChg chg="add del mod">
          <ac:chgData name="葉秋彤 (114522071)" userId="f58d2a1e-ab99-4641-9875-b5793ce73866" providerId="ADAL" clId="{E04D6C5F-A3D0-49B8-B9DF-800B3C2C1076}" dt="2026-07-16T00:07:28.629" v="1317"/>
          <ac:spMkLst>
            <pc:docMk/>
            <pc:sldMk cId="1900591794" sldId="318"/>
            <ac:spMk id="6" creationId="{EACB7696-FC2D-CC79-6DD6-590FA2618ED4}"/>
          </ac:spMkLst>
        </pc:spChg>
        <pc:spChg chg="mod">
          <ac:chgData name="葉秋彤 (114522071)" userId="f58d2a1e-ab99-4641-9875-b5793ce73866" providerId="ADAL" clId="{E04D6C5F-A3D0-49B8-B9DF-800B3C2C1076}" dt="2026-07-16T00:07:27.082" v="1315" actId="5793"/>
          <ac:spMkLst>
            <pc:docMk/>
            <pc:sldMk cId="1900591794" sldId="318"/>
            <ac:spMk id="18" creationId="{FBBADE97-8C9F-902C-108E-7F8A77B73A84}"/>
          </ac:spMkLst>
        </pc:spChg>
        <pc:spChg chg="mod">
          <ac:chgData name="葉秋彤 (114522071)" userId="f58d2a1e-ab99-4641-9875-b5793ce73866" providerId="ADAL" clId="{E04D6C5F-A3D0-49B8-B9DF-800B3C2C1076}" dt="2026-07-15T23:56:31.232" v="1286" actId="1076"/>
          <ac:spMkLst>
            <pc:docMk/>
            <pc:sldMk cId="1900591794" sldId="318"/>
            <ac:spMk id="6606" creationId="{A623C5E1-4D18-E5BF-155F-FA260FECB06B}"/>
          </ac:spMkLst>
        </pc:spChg>
        <pc:picChg chg="add mod">
          <ac:chgData name="葉秋彤 (114522071)" userId="f58d2a1e-ab99-4641-9875-b5793ce73866" providerId="ADAL" clId="{E04D6C5F-A3D0-49B8-B9DF-800B3C2C1076}" dt="2026-07-16T00:07:39.235" v="1318" actId="1076"/>
          <ac:picMkLst>
            <pc:docMk/>
            <pc:sldMk cId="1900591794" sldId="318"/>
            <ac:picMk id="4" creationId="{41BBD70F-1D5A-F9C1-E01E-DB71AF6B15B2}"/>
          </ac:picMkLst>
        </pc:picChg>
      </pc:sldChg>
      <pc:sldChg chg="addSp delSp modSp add mod">
        <pc:chgData name="葉秋彤 (114522071)" userId="f58d2a1e-ab99-4641-9875-b5793ce73866" providerId="ADAL" clId="{E04D6C5F-A3D0-49B8-B9DF-800B3C2C1076}" dt="2026-07-16T00:12:01.682" v="1342" actId="1076"/>
        <pc:sldMkLst>
          <pc:docMk/>
          <pc:sldMk cId="3683392632" sldId="319"/>
        </pc:sldMkLst>
        <pc:spChg chg="del">
          <ac:chgData name="葉秋彤 (114522071)" userId="f58d2a1e-ab99-4641-9875-b5793ce73866" providerId="ADAL" clId="{E04D6C5F-A3D0-49B8-B9DF-800B3C2C1076}" dt="2026-07-16T00:11:09.769" v="1326" actId="478"/>
          <ac:spMkLst>
            <pc:docMk/>
            <pc:sldMk cId="3683392632" sldId="319"/>
            <ac:spMk id="3" creationId="{3BF94E0D-90EE-44A9-B266-FBD54F833A7F}"/>
          </ac:spMkLst>
        </pc:spChg>
        <pc:spChg chg="add mod">
          <ac:chgData name="葉秋彤 (114522071)" userId="f58d2a1e-ab99-4641-9875-b5793ce73866" providerId="ADAL" clId="{E04D6C5F-A3D0-49B8-B9DF-800B3C2C1076}" dt="2026-07-16T00:11:46.945" v="1340" actId="122"/>
          <ac:spMkLst>
            <pc:docMk/>
            <pc:sldMk cId="3683392632" sldId="319"/>
            <ac:spMk id="6" creationId="{B30F97B1-8CE2-210B-AC7A-FEBE1C2344A1}"/>
          </ac:spMkLst>
        </pc:spChg>
        <pc:spChg chg="mod">
          <ac:chgData name="葉秋彤 (114522071)" userId="f58d2a1e-ab99-4641-9875-b5793ce73866" providerId="ADAL" clId="{E04D6C5F-A3D0-49B8-B9DF-800B3C2C1076}" dt="2026-07-16T00:12:01.682" v="1342" actId="1076"/>
          <ac:spMkLst>
            <pc:docMk/>
            <pc:sldMk cId="3683392632" sldId="319"/>
            <ac:spMk id="18" creationId="{C599AE6C-79F6-2A5E-9425-7E8E5DBD5D68}"/>
          </ac:spMkLst>
        </pc:spChg>
        <pc:spChg chg="mod">
          <ac:chgData name="葉秋彤 (114522071)" userId="f58d2a1e-ab99-4641-9875-b5793ce73866" providerId="ADAL" clId="{E04D6C5F-A3D0-49B8-B9DF-800B3C2C1076}" dt="2026-07-16T00:09:58.967" v="1319"/>
          <ac:spMkLst>
            <pc:docMk/>
            <pc:sldMk cId="3683392632" sldId="319"/>
            <ac:spMk id="6606" creationId="{0E7911FD-789E-C38C-2183-4FAE9E04414F}"/>
          </ac:spMkLst>
        </pc:spChg>
        <pc:picChg chg="add mod">
          <ac:chgData name="葉秋彤 (114522071)" userId="f58d2a1e-ab99-4641-9875-b5793ce73866" providerId="ADAL" clId="{E04D6C5F-A3D0-49B8-B9DF-800B3C2C1076}" dt="2026-07-16T00:11:19.393" v="1334" actId="1035"/>
          <ac:picMkLst>
            <pc:docMk/>
            <pc:sldMk cId="3683392632" sldId="319"/>
            <ac:picMk id="4" creationId="{A1B76169-EB7C-2A5B-DCA5-026271FB19B4}"/>
          </ac:picMkLst>
        </pc:picChg>
      </pc:sldChg>
      <pc:sldChg chg="addSp delSp modSp add mod">
        <pc:chgData name="葉秋彤 (114522071)" userId="f58d2a1e-ab99-4641-9875-b5793ce73866" providerId="ADAL" clId="{E04D6C5F-A3D0-49B8-B9DF-800B3C2C1076}" dt="2026-07-16T00:16:41.633" v="1360" actId="1076"/>
        <pc:sldMkLst>
          <pc:docMk/>
          <pc:sldMk cId="1427629656" sldId="320"/>
        </pc:sldMkLst>
        <pc:spChg chg="del">
          <ac:chgData name="葉秋彤 (114522071)" userId="f58d2a1e-ab99-4641-9875-b5793ce73866" providerId="ADAL" clId="{E04D6C5F-A3D0-49B8-B9DF-800B3C2C1076}" dt="2026-07-16T00:15:45.608" v="1349" actId="478"/>
          <ac:spMkLst>
            <pc:docMk/>
            <pc:sldMk cId="1427629656" sldId="320"/>
            <ac:spMk id="3" creationId="{48A8673C-3236-588E-29A9-A58FB5DFD88A}"/>
          </ac:spMkLst>
        </pc:spChg>
        <pc:spChg chg="add del mod">
          <ac:chgData name="葉秋彤 (114522071)" userId="f58d2a1e-ab99-4641-9875-b5793ce73866" providerId="ADAL" clId="{E04D6C5F-A3D0-49B8-B9DF-800B3C2C1076}" dt="2026-07-16T00:16:35.723" v="1358" actId="478"/>
          <ac:spMkLst>
            <pc:docMk/>
            <pc:sldMk cId="1427629656" sldId="320"/>
            <ac:spMk id="6" creationId="{6C3EDE28-7D69-306E-322A-9D555BA48C97}"/>
          </ac:spMkLst>
        </pc:spChg>
        <pc:spChg chg="mod">
          <ac:chgData name="葉秋彤 (114522071)" userId="f58d2a1e-ab99-4641-9875-b5793ce73866" providerId="ADAL" clId="{E04D6C5F-A3D0-49B8-B9DF-800B3C2C1076}" dt="2026-07-16T00:15:56.867" v="1353" actId="1076"/>
          <ac:spMkLst>
            <pc:docMk/>
            <pc:sldMk cId="1427629656" sldId="320"/>
            <ac:spMk id="18" creationId="{7955F6CE-2D06-C712-4FCF-5023469E3E41}"/>
          </ac:spMkLst>
        </pc:spChg>
        <pc:spChg chg="mod">
          <ac:chgData name="葉秋彤 (114522071)" userId="f58d2a1e-ab99-4641-9875-b5793ce73866" providerId="ADAL" clId="{E04D6C5F-A3D0-49B8-B9DF-800B3C2C1076}" dt="2026-07-16T00:15:10.721" v="1343"/>
          <ac:spMkLst>
            <pc:docMk/>
            <pc:sldMk cId="1427629656" sldId="320"/>
            <ac:spMk id="6606" creationId="{73FA7C94-C57E-CC72-7CDD-2E858D5AC3E1}"/>
          </ac:spMkLst>
        </pc:spChg>
        <pc:picChg chg="add mod">
          <ac:chgData name="葉秋彤 (114522071)" userId="f58d2a1e-ab99-4641-9875-b5793ce73866" providerId="ADAL" clId="{E04D6C5F-A3D0-49B8-B9DF-800B3C2C1076}" dt="2026-07-16T00:16:41.633" v="1360" actId="1076"/>
          <ac:picMkLst>
            <pc:docMk/>
            <pc:sldMk cId="1427629656" sldId="320"/>
            <ac:picMk id="4" creationId="{FCDAB1FD-BA51-EF37-55A5-75C0D1380CDF}"/>
          </ac:picMkLst>
        </pc:picChg>
      </pc:sldChg>
      <pc:sldChg chg="addSp delSp modSp add mod">
        <pc:chgData name="葉秋彤 (114522071)" userId="f58d2a1e-ab99-4641-9875-b5793ce73866" providerId="ADAL" clId="{E04D6C5F-A3D0-49B8-B9DF-800B3C2C1076}" dt="2026-07-16T00:20:39.783" v="1386" actId="108"/>
        <pc:sldMkLst>
          <pc:docMk/>
          <pc:sldMk cId="309832021" sldId="321"/>
        </pc:sldMkLst>
        <pc:spChg chg="del">
          <ac:chgData name="葉秋彤 (114522071)" userId="f58d2a1e-ab99-4641-9875-b5793ce73866" providerId="ADAL" clId="{E04D6C5F-A3D0-49B8-B9DF-800B3C2C1076}" dt="2026-07-16T00:17:35.702" v="1362" actId="478"/>
          <ac:spMkLst>
            <pc:docMk/>
            <pc:sldMk cId="309832021" sldId="321"/>
            <ac:spMk id="3" creationId="{61E9D74E-69CD-A314-AF03-D4390FCDF787}"/>
          </ac:spMkLst>
        </pc:spChg>
        <pc:spChg chg="mod">
          <ac:chgData name="葉秋彤 (114522071)" userId="f58d2a1e-ab99-4641-9875-b5793ce73866" providerId="ADAL" clId="{E04D6C5F-A3D0-49B8-B9DF-800B3C2C1076}" dt="2026-07-16T00:20:22.415" v="1384" actId="1076"/>
          <ac:spMkLst>
            <pc:docMk/>
            <pc:sldMk cId="309832021" sldId="321"/>
            <ac:spMk id="18" creationId="{DAAF6A7B-C6B1-79BB-83E3-DDDEB63820D1}"/>
          </ac:spMkLst>
        </pc:spChg>
        <pc:spChg chg="mod">
          <ac:chgData name="葉秋彤 (114522071)" userId="f58d2a1e-ab99-4641-9875-b5793ce73866" providerId="ADAL" clId="{E04D6C5F-A3D0-49B8-B9DF-800B3C2C1076}" dt="2026-07-16T00:20:39.783" v="1386" actId="108"/>
          <ac:spMkLst>
            <pc:docMk/>
            <pc:sldMk cId="309832021" sldId="321"/>
            <ac:spMk id="6606" creationId="{732C8F92-60FA-1B21-BE41-3E85EBB4637D}"/>
          </ac:spMkLst>
        </pc:spChg>
        <pc:graphicFrameChg chg="add mod modGraphic">
          <ac:chgData name="葉秋彤 (114522071)" userId="f58d2a1e-ab99-4641-9875-b5793ce73866" providerId="ADAL" clId="{E04D6C5F-A3D0-49B8-B9DF-800B3C2C1076}" dt="2026-07-16T00:20:29.363" v="1385" actId="1076"/>
          <ac:graphicFrameMkLst>
            <pc:docMk/>
            <pc:sldMk cId="309832021" sldId="321"/>
            <ac:graphicFrameMk id="2" creationId="{C003AE3F-041B-F022-7AE0-4F33328F26B5}"/>
          </ac:graphicFrameMkLst>
        </pc:graphicFrameChg>
      </pc:sldChg>
      <pc:sldChg chg="addSp delSp modSp add mod">
        <pc:chgData name="葉秋彤 (114522071)" userId="f58d2a1e-ab99-4641-9875-b5793ce73866" providerId="ADAL" clId="{E04D6C5F-A3D0-49B8-B9DF-800B3C2C1076}" dt="2026-07-16T00:31:06.644" v="1577" actId="1076"/>
        <pc:sldMkLst>
          <pc:docMk/>
          <pc:sldMk cId="2482038060" sldId="322"/>
        </pc:sldMkLst>
        <pc:spChg chg="add mod">
          <ac:chgData name="葉秋彤 (114522071)" userId="f58d2a1e-ab99-4641-9875-b5793ce73866" providerId="ADAL" clId="{E04D6C5F-A3D0-49B8-B9DF-800B3C2C1076}" dt="2026-07-16T00:30:03.860" v="1560" actId="1037"/>
          <ac:spMkLst>
            <pc:docMk/>
            <pc:sldMk cId="2482038060" sldId="322"/>
            <ac:spMk id="2" creationId="{B6F07CE1-07E1-A66A-1B6F-C5101E069489}"/>
          </ac:spMkLst>
        </pc:spChg>
        <pc:spChg chg="del">
          <ac:chgData name="葉秋彤 (114522071)" userId="f58d2a1e-ab99-4641-9875-b5793ce73866" providerId="ADAL" clId="{E04D6C5F-A3D0-49B8-B9DF-800B3C2C1076}" dt="2026-07-16T00:26:11.268" v="1447" actId="478"/>
          <ac:spMkLst>
            <pc:docMk/>
            <pc:sldMk cId="2482038060" sldId="322"/>
            <ac:spMk id="3" creationId="{86AD2794-5882-FB17-0D8F-7F7959DC6C10}"/>
          </ac:spMkLst>
        </pc:spChg>
        <pc:spChg chg="add mod">
          <ac:chgData name="葉秋彤 (114522071)" userId="f58d2a1e-ab99-4641-9875-b5793ce73866" providerId="ADAL" clId="{E04D6C5F-A3D0-49B8-B9DF-800B3C2C1076}" dt="2026-07-16T00:31:06.644" v="1577" actId="1076"/>
          <ac:spMkLst>
            <pc:docMk/>
            <pc:sldMk cId="2482038060" sldId="322"/>
            <ac:spMk id="5" creationId="{D4F09B41-96AC-3936-674B-535A28D9A1CB}"/>
          </ac:spMkLst>
        </pc:spChg>
        <pc:spChg chg="add mod">
          <ac:chgData name="葉秋彤 (114522071)" userId="f58d2a1e-ab99-4641-9875-b5793ce73866" providerId="ADAL" clId="{E04D6C5F-A3D0-49B8-B9DF-800B3C2C1076}" dt="2026-07-16T00:30:03.860" v="1560" actId="1037"/>
          <ac:spMkLst>
            <pc:docMk/>
            <pc:sldMk cId="2482038060" sldId="322"/>
            <ac:spMk id="7" creationId="{6C20B3A4-6D60-11D9-73C4-7B376D5CA510}"/>
          </ac:spMkLst>
        </pc:spChg>
        <pc:spChg chg="add mod ord">
          <ac:chgData name="葉秋彤 (114522071)" userId="f58d2a1e-ab99-4641-9875-b5793ce73866" providerId="ADAL" clId="{E04D6C5F-A3D0-49B8-B9DF-800B3C2C1076}" dt="2026-07-16T00:31:06.644" v="1577" actId="1076"/>
          <ac:spMkLst>
            <pc:docMk/>
            <pc:sldMk cId="2482038060" sldId="322"/>
            <ac:spMk id="9" creationId="{8E9FBC75-3FC3-1E2C-9874-1F13BADA79C4}"/>
          </ac:spMkLst>
        </pc:spChg>
        <pc:spChg chg="mod">
          <ac:chgData name="葉秋彤 (114522071)" userId="f58d2a1e-ab99-4641-9875-b5793ce73866" providerId="ADAL" clId="{E04D6C5F-A3D0-49B8-B9DF-800B3C2C1076}" dt="2026-07-16T00:30:03.860" v="1560" actId="1037"/>
          <ac:spMkLst>
            <pc:docMk/>
            <pc:sldMk cId="2482038060" sldId="322"/>
            <ac:spMk id="18" creationId="{136BF037-3D4B-F969-C6F2-04F77C7C611A}"/>
          </ac:spMkLst>
        </pc:spChg>
        <pc:spChg chg="mod">
          <ac:chgData name="葉秋彤 (114522071)" userId="f58d2a1e-ab99-4641-9875-b5793ce73866" providerId="ADAL" clId="{E04D6C5F-A3D0-49B8-B9DF-800B3C2C1076}" dt="2026-07-16T00:22:37.969" v="1404" actId="20577"/>
          <ac:spMkLst>
            <pc:docMk/>
            <pc:sldMk cId="2482038060" sldId="322"/>
            <ac:spMk id="6606" creationId="{CBB6EF57-F2D3-2E36-0EFC-DE7BF535082B}"/>
          </ac:spMkLst>
        </pc:spChg>
        <pc:graphicFrameChg chg="add mod modGraphic">
          <ac:chgData name="葉秋彤 (114522071)" userId="f58d2a1e-ab99-4641-9875-b5793ce73866" providerId="ADAL" clId="{E04D6C5F-A3D0-49B8-B9DF-800B3C2C1076}" dt="2026-07-16T00:30:03.860" v="1560" actId="1037"/>
          <ac:graphicFrameMkLst>
            <pc:docMk/>
            <pc:sldMk cId="2482038060" sldId="322"/>
            <ac:graphicFrameMk id="8" creationId="{D7485ECD-5CAC-DFCF-093D-CC5DF57AD2CC}"/>
          </ac:graphicFrameMkLst>
        </pc:graphicFrameChg>
      </pc:sldChg>
      <pc:sldChg chg="addSp modSp add mod ord">
        <pc:chgData name="葉秋彤 (114522071)" userId="f58d2a1e-ab99-4641-9875-b5793ce73866" providerId="ADAL" clId="{E04D6C5F-A3D0-49B8-B9DF-800B3C2C1076}" dt="2026-07-16T00:40:38.226" v="1692" actId="1076"/>
        <pc:sldMkLst>
          <pc:docMk/>
          <pc:sldMk cId="3836909337" sldId="323"/>
        </pc:sldMkLst>
        <pc:spChg chg="add mod">
          <ac:chgData name="葉秋彤 (114522071)" userId="f58d2a1e-ab99-4641-9875-b5793ce73866" providerId="ADAL" clId="{E04D6C5F-A3D0-49B8-B9DF-800B3C2C1076}" dt="2026-07-16T00:40:27.685" v="1691" actId="1076"/>
          <ac:spMkLst>
            <pc:docMk/>
            <pc:sldMk cId="3836909337" sldId="323"/>
            <ac:spMk id="2" creationId="{8C392828-A658-B835-E523-62EA9EC695FD}"/>
          </ac:spMkLst>
        </pc:spChg>
        <pc:spChg chg="add mod">
          <ac:chgData name="葉秋彤 (114522071)" userId="f58d2a1e-ab99-4641-9875-b5793ce73866" providerId="ADAL" clId="{E04D6C5F-A3D0-49B8-B9DF-800B3C2C1076}" dt="2026-07-16T00:40:38.226" v="1692" actId="1076"/>
          <ac:spMkLst>
            <pc:docMk/>
            <pc:sldMk cId="3836909337" sldId="323"/>
            <ac:spMk id="4" creationId="{8F9373BC-B0E2-37F8-71EA-88CC763F4CCF}"/>
          </ac:spMkLst>
        </pc:spChg>
      </pc:sldChg>
      <pc:sldMasterChg chg="delSldLayout">
        <pc:chgData name="葉秋彤 (114522071)" userId="f58d2a1e-ab99-4641-9875-b5793ce73866" providerId="ADAL" clId="{E04D6C5F-A3D0-49B8-B9DF-800B3C2C1076}" dt="2026-07-16T00:38:46.785" v="1644" actId="47"/>
        <pc:sldMasterMkLst>
          <pc:docMk/>
          <pc:sldMasterMk cId="0" sldId="2147483686"/>
        </pc:sldMasterMkLst>
        <pc:sldLayoutChg chg="del">
          <pc:chgData name="葉秋彤 (114522071)" userId="f58d2a1e-ab99-4641-9875-b5793ce73866" providerId="ADAL" clId="{E04D6C5F-A3D0-49B8-B9DF-800B3C2C1076}" dt="2026-07-16T00:31:35.367" v="1578" actId="47"/>
          <pc:sldLayoutMkLst>
            <pc:docMk/>
            <pc:sldMasterMk cId="0" sldId="2147483686"/>
            <pc:sldLayoutMk cId="0" sldId="2147483653"/>
          </pc:sldLayoutMkLst>
        </pc:sldLayoutChg>
        <pc:sldLayoutChg chg="del">
          <pc:chgData name="葉秋彤 (114522071)" userId="f58d2a1e-ab99-4641-9875-b5793ce73866" providerId="ADAL" clId="{E04D6C5F-A3D0-49B8-B9DF-800B3C2C1076}" dt="2026-07-16T00:38:46.785" v="1644" actId="47"/>
          <pc:sldLayoutMkLst>
            <pc:docMk/>
            <pc:sldMasterMk cId="0" sldId="2147483686"/>
            <pc:sldLayoutMk cId="0" sldId="2147483654"/>
          </pc:sldLayoutMkLst>
        </pc:sldLayoutChg>
        <pc:sldLayoutChg chg="del">
          <pc:chgData name="葉秋彤 (114522071)" userId="f58d2a1e-ab99-4641-9875-b5793ce73866" providerId="ADAL" clId="{E04D6C5F-A3D0-49B8-B9DF-800B3C2C1076}" dt="2026-07-16T00:31:35.367" v="1578" actId="47"/>
          <pc:sldLayoutMkLst>
            <pc:docMk/>
            <pc:sldMasterMk cId="0" sldId="2147483686"/>
            <pc:sldLayoutMk cId="0" sldId="2147483655"/>
          </pc:sldLayoutMkLst>
        </pc:sldLayoutChg>
        <pc:sldLayoutChg chg="del">
          <pc:chgData name="葉秋彤 (114522071)" userId="f58d2a1e-ab99-4641-9875-b5793ce73866" providerId="ADAL" clId="{E04D6C5F-A3D0-49B8-B9DF-800B3C2C1076}" dt="2026-07-16T00:38:46.785" v="1644" actId="47"/>
          <pc:sldLayoutMkLst>
            <pc:docMk/>
            <pc:sldMasterMk cId="0" sldId="2147483686"/>
            <pc:sldLayoutMk cId="0" sldId="2147483656"/>
          </pc:sldLayoutMkLst>
        </pc:sldLayoutChg>
        <pc:sldLayoutChg chg="del">
          <pc:chgData name="葉秋彤 (114522071)" userId="f58d2a1e-ab99-4641-9875-b5793ce73866" providerId="ADAL" clId="{E04D6C5F-A3D0-49B8-B9DF-800B3C2C1076}" dt="2026-07-16T00:38:46.785" v="1644" actId="47"/>
          <pc:sldLayoutMkLst>
            <pc:docMk/>
            <pc:sldMasterMk cId="0" sldId="2147483686"/>
            <pc:sldLayoutMk cId="0" sldId="2147483657"/>
          </pc:sldLayoutMkLst>
        </pc:sldLayoutChg>
        <pc:sldLayoutChg chg="del">
          <pc:chgData name="葉秋彤 (114522071)" userId="f58d2a1e-ab99-4641-9875-b5793ce73866" providerId="ADAL" clId="{E04D6C5F-A3D0-49B8-B9DF-800B3C2C1076}" dt="2026-07-16T00:31:35.367" v="1578" actId="47"/>
          <pc:sldLayoutMkLst>
            <pc:docMk/>
            <pc:sldMasterMk cId="0" sldId="2147483686"/>
            <pc:sldLayoutMk cId="0" sldId="2147483660"/>
          </pc:sldLayoutMkLst>
        </pc:sldLayoutChg>
        <pc:sldLayoutChg chg="del">
          <pc:chgData name="葉秋彤 (114522071)" userId="f58d2a1e-ab99-4641-9875-b5793ce73866" providerId="ADAL" clId="{E04D6C5F-A3D0-49B8-B9DF-800B3C2C1076}" dt="2026-07-16T00:38:46.785" v="1644" actId="47"/>
          <pc:sldLayoutMkLst>
            <pc:docMk/>
            <pc:sldMasterMk cId="0" sldId="2147483686"/>
            <pc:sldLayoutMk cId="0" sldId="2147483663"/>
          </pc:sldLayoutMkLst>
        </pc:sldLayoutChg>
        <pc:sldLayoutChg chg="del">
          <pc:chgData name="葉秋彤 (114522071)" userId="f58d2a1e-ab99-4641-9875-b5793ce73866" providerId="ADAL" clId="{E04D6C5F-A3D0-49B8-B9DF-800B3C2C1076}" dt="2026-07-16T00:38:46.785" v="1644" actId="47"/>
          <pc:sldLayoutMkLst>
            <pc:docMk/>
            <pc:sldMasterMk cId="0" sldId="2147483686"/>
            <pc:sldLayoutMk cId="0" sldId="2147483665"/>
          </pc:sldLayoutMkLst>
        </pc:sldLayoutChg>
        <pc:sldLayoutChg chg="del">
          <pc:chgData name="葉秋彤 (114522071)" userId="f58d2a1e-ab99-4641-9875-b5793ce73866" providerId="ADAL" clId="{E04D6C5F-A3D0-49B8-B9DF-800B3C2C1076}" dt="2026-07-16T00:38:46.785" v="1644" actId="47"/>
          <pc:sldLayoutMkLst>
            <pc:docMk/>
            <pc:sldMasterMk cId="0" sldId="2147483686"/>
            <pc:sldLayoutMk cId="0" sldId="2147483666"/>
          </pc:sldLayoutMkLst>
        </pc:sldLayoutChg>
        <pc:sldLayoutChg chg="del">
          <pc:chgData name="葉秋彤 (114522071)" userId="f58d2a1e-ab99-4641-9875-b5793ce73866" providerId="ADAL" clId="{E04D6C5F-A3D0-49B8-B9DF-800B3C2C1076}" dt="2026-07-16T00:38:46.785" v="1644" actId="47"/>
          <pc:sldLayoutMkLst>
            <pc:docMk/>
            <pc:sldMasterMk cId="0" sldId="2147483686"/>
            <pc:sldLayoutMk cId="0" sldId="2147483667"/>
          </pc:sldLayoutMkLst>
        </pc:sldLayoutChg>
        <pc:sldLayoutChg chg="del">
          <pc:chgData name="葉秋彤 (114522071)" userId="f58d2a1e-ab99-4641-9875-b5793ce73866" providerId="ADAL" clId="{E04D6C5F-A3D0-49B8-B9DF-800B3C2C1076}" dt="2026-07-16T00:38:46.785" v="1644" actId="47"/>
          <pc:sldLayoutMkLst>
            <pc:docMk/>
            <pc:sldMasterMk cId="0" sldId="2147483686"/>
            <pc:sldLayoutMk cId="0" sldId="2147483668"/>
          </pc:sldLayoutMkLst>
        </pc:sldLayoutChg>
        <pc:sldLayoutChg chg="del">
          <pc:chgData name="葉秋彤 (114522071)" userId="f58d2a1e-ab99-4641-9875-b5793ce73866" providerId="ADAL" clId="{E04D6C5F-A3D0-49B8-B9DF-800B3C2C1076}" dt="2026-07-16T00:38:46.785" v="1644" actId="47"/>
          <pc:sldLayoutMkLst>
            <pc:docMk/>
            <pc:sldMasterMk cId="0" sldId="2147483686"/>
            <pc:sldLayoutMk cId="0" sldId="2147483669"/>
          </pc:sldLayoutMkLst>
        </pc:sldLayoutChg>
        <pc:sldLayoutChg chg="del">
          <pc:chgData name="葉秋彤 (114522071)" userId="f58d2a1e-ab99-4641-9875-b5793ce73866" providerId="ADAL" clId="{E04D6C5F-A3D0-49B8-B9DF-800B3C2C1076}" dt="2026-07-16T00:31:35.367" v="1578" actId="47"/>
          <pc:sldLayoutMkLst>
            <pc:docMk/>
            <pc:sldMasterMk cId="0" sldId="2147483686"/>
            <pc:sldLayoutMk cId="0" sldId="2147483670"/>
          </pc:sldLayoutMkLst>
        </pc:sldLayoutChg>
        <pc:sldLayoutChg chg="del">
          <pc:chgData name="葉秋彤 (114522071)" userId="f58d2a1e-ab99-4641-9875-b5793ce73866" providerId="ADAL" clId="{E04D6C5F-A3D0-49B8-B9DF-800B3C2C1076}" dt="2026-07-16T00:38:46.785" v="1644" actId="47"/>
          <pc:sldLayoutMkLst>
            <pc:docMk/>
            <pc:sldMasterMk cId="0" sldId="2147483686"/>
            <pc:sldLayoutMk cId="0" sldId="2147483671"/>
          </pc:sldLayoutMkLst>
        </pc:sldLayoutChg>
        <pc:sldLayoutChg chg="del">
          <pc:chgData name="葉秋彤 (114522071)" userId="f58d2a1e-ab99-4641-9875-b5793ce73866" providerId="ADAL" clId="{E04D6C5F-A3D0-49B8-B9DF-800B3C2C1076}" dt="2026-07-16T00:38:46.785" v="1644" actId="47"/>
          <pc:sldLayoutMkLst>
            <pc:docMk/>
            <pc:sldMasterMk cId="0" sldId="2147483686"/>
            <pc:sldLayoutMk cId="0" sldId="2147483672"/>
          </pc:sldLayoutMkLst>
        </pc:sldLayoutChg>
        <pc:sldLayoutChg chg="del">
          <pc:chgData name="葉秋彤 (114522071)" userId="f58d2a1e-ab99-4641-9875-b5793ce73866" providerId="ADAL" clId="{E04D6C5F-A3D0-49B8-B9DF-800B3C2C1076}" dt="2026-07-16T00:31:35.367" v="1578" actId="47"/>
          <pc:sldLayoutMkLst>
            <pc:docMk/>
            <pc:sldMasterMk cId="0" sldId="2147483686"/>
            <pc:sldLayoutMk cId="0" sldId="2147483674"/>
          </pc:sldLayoutMkLst>
        </pc:sldLayoutChg>
        <pc:sldLayoutChg chg="del">
          <pc:chgData name="葉秋彤 (114522071)" userId="f58d2a1e-ab99-4641-9875-b5793ce73866" providerId="ADAL" clId="{E04D6C5F-A3D0-49B8-B9DF-800B3C2C1076}" dt="2026-07-16T00:38:46.785" v="1644" actId="47"/>
          <pc:sldLayoutMkLst>
            <pc:docMk/>
            <pc:sldMasterMk cId="0" sldId="2147483686"/>
            <pc:sldLayoutMk cId="0" sldId="2147483675"/>
          </pc:sldLayoutMkLst>
        </pc:sldLayoutChg>
        <pc:sldLayoutChg chg="del">
          <pc:chgData name="葉秋彤 (114522071)" userId="f58d2a1e-ab99-4641-9875-b5793ce73866" providerId="ADAL" clId="{E04D6C5F-A3D0-49B8-B9DF-800B3C2C1076}" dt="2026-07-16T00:31:35.367" v="1578" actId="47"/>
          <pc:sldLayoutMkLst>
            <pc:docMk/>
            <pc:sldMasterMk cId="0" sldId="2147483686"/>
            <pc:sldLayoutMk cId="0" sldId="2147483676"/>
          </pc:sldLayoutMkLst>
        </pc:sldLayoutChg>
        <pc:sldLayoutChg chg="del">
          <pc:chgData name="葉秋彤 (114522071)" userId="f58d2a1e-ab99-4641-9875-b5793ce73866" providerId="ADAL" clId="{E04D6C5F-A3D0-49B8-B9DF-800B3C2C1076}" dt="2026-07-16T00:38:46.785" v="1644" actId="47"/>
          <pc:sldLayoutMkLst>
            <pc:docMk/>
            <pc:sldMasterMk cId="0" sldId="2147483686"/>
            <pc:sldLayoutMk cId="0" sldId="2147483677"/>
          </pc:sldLayoutMkLst>
        </pc:sldLayoutChg>
        <pc:sldLayoutChg chg="del">
          <pc:chgData name="葉秋彤 (114522071)" userId="f58d2a1e-ab99-4641-9875-b5793ce73866" providerId="ADAL" clId="{E04D6C5F-A3D0-49B8-B9DF-800B3C2C1076}" dt="2026-07-16T00:38:46.785" v="1644" actId="47"/>
          <pc:sldLayoutMkLst>
            <pc:docMk/>
            <pc:sldMasterMk cId="0" sldId="2147483686"/>
            <pc:sldLayoutMk cId="0" sldId="2147483679"/>
          </pc:sldLayoutMkLst>
        </pc:sldLayoutChg>
      </pc:sldMasterChg>
      <pc:sldMasterChg chg="del delSldLayout">
        <pc:chgData name="葉秋彤 (114522071)" userId="f58d2a1e-ab99-4641-9875-b5793ce73866" providerId="ADAL" clId="{E04D6C5F-A3D0-49B8-B9DF-800B3C2C1076}" dt="2026-07-16T00:38:46.785" v="1644" actId="47"/>
        <pc:sldMasterMkLst>
          <pc:docMk/>
          <pc:sldMasterMk cId="0" sldId="2147483687"/>
        </pc:sldMasterMkLst>
        <pc:sldLayoutChg chg="del">
          <pc:chgData name="葉秋彤 (114522071)" userId="f58d2a1e-ab99-4641-9875-b5793ce73866" providerId="ADAL" clId="{E04D6C5F-A3D0-49B8-B9DF-800B3C2C1076}" dt="2026-07-16T00:38:46.785" v="1644" actId="47"/>
          <pc:sldLayoutMkLst>
            <pc:docMk/>
            <pc:sldMasterMk cId="0" sldId="2147483687"/>
            <pc:sldLayoutMk cId="0" sldId="2147483684"/>
          </pc:sldLayoutMkLst>
        </pc:sldLayoutChg>
        <pc:sldLayoutChg chg="del">
          <pc:chgData name="葉秋彤 (114522071)" userId="f58d2a1e-ab99-4641-9875-b5793ce73866" providerId="ADAL" clId="{E04D6C5F-A3D0-49B8-B9DF-800B3C2C1076}" dt="2026-07-16T00:38:46.785" v="1644" actId="47"/>
          <pc:sldLayoutMkLst>
            <pc:docMk/>
            <pc:sldMasterMk cId="0" sldId="2147483687"/>
            <pc:sldLayoutMk cId="0" sldId="214748368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" name="Google Shape;6277;gd1b6111b2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8" name="Google Shape;6278;gd1b6111b2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5" name="Google Shape;6305;gdffe5a3af5_0_10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6" name="Google Shape;6306;gdffe5a3af5_0_10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4" name="Google Shape;6314;g13199e9e53b_0_16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5" name="Google Shape;6315;g13199e9e53b_0_16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5" name="Google Shape;7295;g112db5e131c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6" name="Google Shape;7296;g112db5e131c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7" name="Google Shape;6357;g13dfdf49308_1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8" name="Google Shape;6358;g13dfdf49308_1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2" name="Google Shape;7462;g136cf391dd3_0_24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3" name="Google Shape;7463;g136cf391dd3_0_24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0" name="Google Shape;6610;gf9aa5ee10f_0_1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1" name="Google Shape;6611;gf9aa5ee10f_0_1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3" name="Google Shape;6603;g1046624d91d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4" name="Google Shape;6604;g1046624d91d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6" name="Google Shape;6336;g13dfdf49308_1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7" name="Google Shape;6337;g13dfdf49308_1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9" name="Google Shape;6549;gcc9050bdf8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0" name="Google Shape;6550;gcc9050bdf8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2">
          <a:extLst>
            <a:ext uri="{FF2B5EF4-FFF2-40B4-BE49-F238E27FC236}">
              <a16:creationId xmlns:a16="http://schemas.microsoft.com/office/drawing/2014/main" id="{5131E712-10AA-43AB-D288-B59ED78D1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3" name="Google Shape;6603;g1046624d91d_0_75:notes">
            <a:extLst>
              <a:ext uri="{FF2B5EF4-FFF2-40B4-BE49-F238E27FC236}">
                <a16:creationId xmlns:a16="http://schemas.microsoft.com/office/drawing/2014/main" id="{C6348D05-9ACE-F140-78EC-279294D5A1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4" name="Google Shape;6604;g1046624d91d_0_75:notes">
            <a:extLst>
              <a:ext uri="{FF2B5EF4-FFF2-40B4-BE49-F238E27FC236}">
                <a16:creationId xmlns:a16="http://schemas.microsoft.com/office/drawing/2014/main" id="{F25D9BE5-EBE7-32BC-2DC3-4D6DB372BC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26530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5">
          <a:extLst>
            <a:ext uri="{FF2B5EF4-FFF2-40B4-BE49-F238E27FC236}">
              <a16:creationId xmlns:a16="http://schemas.microsoft.com/office/drawing/2014/main" id="{ED42F5EA-9D60-997D-8970-3B8E63C21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6" name="Google Shape;7226;g112ca53af20_0_297:notes">
            <a:extLst>
              <a:ext uri="{FF2B5EF4-FFF2-40B4-BE49-F238E27FC236}">
                <a16:creationId xmlns:a16="http://schemas.microsoft.com/office/drawing/2014/main" id="{59CBF66D-C477-C64B-C1DD-A818D0187B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7" name="Google Shape;7227;g112ca53af20_0_297:notes">
            <a:extLst>
              <a:ext uri="{FF2B5EF4-FFF2-40B4-BE49-F238E27FC236}">
                <a16:creationId xmlns:a16="http://schemas.microsoft.com/office/drawing/2014/main" id="{3395AB9C-B70A-AF06-08AC-4070E99C9B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48930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2">
          <a:extLst>
            <a:ext uri="{FF2B5EF4-FFF2-40B4-BE49-F238E27FC236}">
              <a16:creationId xmlns:a16="http://schemas.microsoft.com/office/drawing/2014/main" id="{1EA5293F-8F45-B54B-5C57-017BA3CF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3" name="Google Shape;6603;g1046624d91d_0_75:notes">
            <a:extLst>
              <a:ext uri="{FF2B5EF4-FFF2-40B4-BE49-F238E27FC236}">
                <a16:creationId xmlns:a16="http://schemas.microsoft.com/office/drawing/2014/main" id="{2DD2EF39-9CE4-4F37-92C6-155D79BFEE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4" name="Google Shape;6604;g1046624d91d_0_75:notes">
            <a:extLst>
              <a:ext uri="{FF2B5EF4-FFF2-40B4-BE49-F238E27FC236}">
                <a16:creationId xmlns:a16="http://schemas.microsoft.com/office/drawing/2014/main" id="{09C3D802-F185-42CB-6B24-0CB5B8649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1346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2">
          <a:extLst>
            <a:ext uri="{FF2B5EF4-FFF2-40B4-BE49-F238E27FC236}">
              <a16:creationId xmlns:a16="http://schemas.microsoft.com/office/drawing/2014/main" id="{A7605314-AC54-924A-B441-CA1970ABB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3" name="Google Shape;6603;g1046624d91d_0_75:notes">
            <a:extLst>
              <a:ext uri="{FF2B5EF4-FFF2-40B4-BE49-F238E27FC236}">
                <a16:creationId xmlns:a16="http://schemas.microsoft.com/office/drawing/2014/main" id="{9BA783F0-C0DE-21F1-279D-B01B078B44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4" name="Google Shape;6604;g1046624d91d_0_75:notes">
            <a:extLst>
              <a:ext uri="{FF2B5EF4-FFF2-40B4-BE49-F238E27FC236}">
                <a16:creationId xmlns:a16="http://schemas.microsoft.com/office/drawing/2014/main" id="{D8146E2A-0DCD-D670-FAD0-2B7B042D90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7577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2">
          <a:extLst>
            <a:ext uri="{FF2B5EF4-FFF2-40B4-BE49-F238E27FC236}">
              <a16:creationId xmlns:a16="http://schemas.microsoft.com/office/drawing/2014/main" id="{7709906B-C29C-419C-6360-A445B4A02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3" name="Google Shape;6603;g1046624d91d_0_75:notes">
            <a:extLst>
              <a:ext uri="{FF2B5EF4-FFF2-40B4-BE49-F238E27FC236}">
                <a16:creationId xmlns:a16="http://schemas.microsoft.com/office/drawing/2014/main" id="{0C8774F9-7F71-0B46-4DF3-9AC9E19F64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4" name="Google Shape;6604;g1046624d91d_0_75:notes">
            <a:extLst>
              <a:ext uri="{FF2B5EF4-FFF2-40B4-BE49-F238E27FC236}">
                <a16:creationId xmlns:a16="http://schemas.microsoft.com/office/drawing/2014/main" id="{3591D003-6160-C9B9-FE72-7DF5CDE5D2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37343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2">
          <a:extLst>
            <a:ext uri="{FF2B5EF4-FFF2-40B4-BE49-F238E27FC236}">
              <a16:creationId xmlns:a16="http://schemas.microsoft.com/office/drawing/2014/main" id="{D222C535-08B6-1F60-2F89-4E59C26DC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3" name="Google Shape;6603;g1046624d91d_0_75:notes">
            <a:extLst>
              <a:ext uri="{FF2B5EF4-FFF2-40B4-BE49-F238E27FC236}">
                <a16:creationId xmlns:a16="http://schemas.microsoft.com/office/drawing/2014/main" id="{D0662A2E-3362-42BF-8F94-84A4B90903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4" name="Google Shape;6604;g1046624d91d_0_75:notes">
            <a:extLst>
              <a:ext uri="{FF2B5EF4-FFF2-40B4-BE49-F238E27FC236}">
                <a16:creationId xmlns:a16="http://schemas.microsoft.com/office/drawing/2014/main" id="{FEAB2291-5240-9E9B-5177-1298DEAC8C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56521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2">
          <a:extLst>
            <a:ext uri="{FF2B5EF4-FFF2-40B4-BE49-F238E27FC236}">
              <a16:creationId xmlns:a16="http://schemas.microsoft.com/office/drawing/2014/main" id="{EDE7BBDE-216B-5723-B463-31EE6322A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3" name="Google Shape;6603;g1046624d91d_0_75:notes">
            <a:extLst>
              <a:ext uri="{FF2B5EF4-FFF2-40B4-BE49-F238E27FC236}">
                <a16:creationId xmlns:a16="http://schemas.microsoft.com/office/drawing/2014/main" id="{8A9F9712-170E-8690-37C4-11C71E81B1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4" name="Google Shape;6604;g1046624d91d_0_75:notes">
            <a:extLst>
              <a:ext uri="{FF2B5EF4-FFF2-40B4-BE49-F238E27FC236}">
                <a16:creationId xmlns:a16="http://schemas.microsoft.com/office/drawing/2014/main" id="{359100A6-24B6-CA90-E525-82E400A363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21265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2">
          <a:extLst>
            <a:ext uri="{FF2B5EF4-FFF2-40B4-BE49-F238E27FC236}">
              <a16:creationId xmlns:a16="http://schemas.microsoft.com/office/drawing/2014/main" id="{5306FE07-24E9-B3BC-FBD6-D0602149D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3" name="Google Shape;6603;g1046624d91d_0_75:notes">
            <a:extLst>
              <a:ext uri="{FF2B5EF4-FFF2-40B4-BE49-F238E27FC236}">
                <a16:creationId xmlns:a16="http://schemas.microsoft.com/office/drawing/2014/main" id="{D01B6E49-E477-68AA-AE42-B60CE8814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4" name="Google Shape;6604;g1046624d91d_0_75:notes">
            <a:extLst>
              <a:ext uri="{FF2B5EF4-FFF2-40B4-BE49-F238E27FC236}">
                <a16:creationId xmlns:a16="http://schemas.microsoft.com/office/drawing/2014/main" id="{D0B6C6BE-4CA3-5CAF-3E7C-17F9FC983D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2181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2">
          <a:extLst>
            <a:ext uri="{FF2B5EF4-FFF2-40B4-BE49-F238E27FC236}">
              <a16:creationId xmlns:a16="http://schemas.microsoft.com/office/drawing/2014/main" id="{580705F2-368D-7874-DEA2-037C26485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3" name="Google Shape;6603;g1046624d91d_0_75:notes">
            <a:extLst>
              <a:ext uri="{FF2B5EF4-FFF2-40B4-BE49-F238E27FC236}">
                <a16:creationId xmlns:a16="http://schemas.microsoft.com/office/drawing/2014/main" id="{2067DA44-60BC-1E50-CCEC-2D9D55F9FA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4" name="Google Shape;6604;g1046624d91d_0_75:notes">
            <a:extLst>
              <a:ext uri="{FF2B5EF4-FFF2-40B4-BE49-F238E27FC236}">
                <a16:creationId xmlns:a16="http://schemas.microsoft.com/office/drawing/2014/main" id="{D6A356E2-2A37-E897-022F-46294A9ECF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60064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2">
          <a:extLst>
            <a:ext uri="{FF2B5EF4-FFF2-40B4-BE49-F238E27FC236}">
              <a16:creationId xmlns:a16="http://schemas.microsoft.com/office/drawing/2014/main" id="{C4F43AB3-2993-1F3A-A7E5-6B9D396F2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3" name="Google Shape;6603;g1046624d91d_0_75:notes">
            <a:extLst>
              <a:ext uri="{FF2B5EF4-FFF2-40B4-BE49-F238E27FC236}">
                <a16:creationId xmlns:a16="http://schemas.microsoft.com/office/drawing/2014/main" id="{F106EFE2-E143-C21E-634E-B5D3F900FF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4" name="Google Shape;6604;g1046624d91d_0_75:notes">
            <a:extLst>
              <a:ext uri="{FF2B5EF4-FFF2-40B4-BE49-F238E27FC236}">
                <a16:creationId xmlns:a16="http://schemas.microsoft.com/office/drawing/2014/main" id="{91403F42-5C56-9AFD-6692-D923E4ED55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14963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2">
          <a:extLst>
            <a:ext uri="{FF2B5EF4-FFF2-40B4-BE49-F238E27FC236}">
              <a16:creationId xmlns:a16="http://schemas.microsoft.com/office/drawing/2014/main" id="{903F5224-3A41-03EF-22A6-4D954203B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3" name="Google Shape;6603;g1046624d91d_0_75:notes">
            <a:extLst>
              <a:ext uri="{FF2B5EF4-FFF2-40B4-BE49-F238E27FC236}">
                <a16:creationId xmlns:a16="http://schemas.microsoft.com/office/drawing/2014/main" id="{A20DD929-6FC5-8C96-2C34-CB590EF874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4" name="Google Shape;6604;g1046624d91d_0_75:notes">
            <a:extLst>
              <a:ext uri="{FF2B5EF4-FFF2-40B4-BE49-F238E27FC236}">
                <a16:creationId xmlns:a16="http://schemas.microsoft.com/office/drawing/2014/main" id="{934CF2AA-2FEC-E434-B9F4-724C2E156F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36002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4">
          <a:extLst>
            <a:ext uri="{FF2B5EF4-FFF2-40B4-BE49-F238E27FC236}">
              <a16:creationId xmlns:a16="http://schemas.microsoft.com/office/drawing/2014/main" id="{5826EE21-67C6-3343-6158-F98CA906B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5" name="Google Shape;7295;g112db5e131c_1_27:notes">
            <a:extLst>
              <a:ext uri="{FF2B5EF4-FFF2-40B4-BE49-F238E27FC236}">
                <a16:creationId xmlns:a16="http://schemas.microsoft.com/office/drawing/2014/main" id="{11058E68-AF2E-D122-0891-B1FE25446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6" name="Google Shape;7296;g112db5e131c_1_27:notes">
            <a:extLst>
              <a:ext uri="{FF2B5EF4-FFF2-40B4-BE49-F238E27FC236}">
                <a16:creationId xmlns:a16="http://schemas.microsoft.com/office/drawing/2014/main" id="{DCED17FD-7AB2-9177-B5E3-837C3C7C70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3917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987616" y="246891"/>
            <a:ext cx="7314559" cy="4652582"/>
            <a:chOff x="958816" y="246891"/>
            <a:chExt cx="7314559" cy="4652582"/>
          </a:xfrm>
        </p:grpSpPr>
        <p:sp>
          <p:nvSpPr>
            <p:cNvPr id="10" name="Google Shape;10;p2"/>
            <p:cNvSpPr/>
            <p:nvPr/>
          </p:nvSpPr>
          <p:spPr>
            <a:xfrm flipH="1">
              <a:off x="1158200" y="564974"/>
              <a:ext cx="7115175" cy="4334500"/>
            </a:xfrm>
            <a:custGeom>
              <a:avLst/>
              <a:gdLst/>
              <a:ahLst/>
              <a:cxnLst/>
              <a:rect l="l" t="t" r="r" b="b"/>
              <a:pathLst>
                <a:path w="284607" h="134112" extrusionOk="0">
                  <a:moveTo>
                    <a:pt x="273939" y="0"/>
                  </a:moveTo>
                  <a:lnTo>
                    <a:pt x="0" y="134112"/>
                  </a:lnTo>
                  <a:lnTo>
                    <a:pt x="266700" y="134112"/>
                  </a:lnTo>
                  <a:lnTo>
                    <a:pt x="284607" y="8763"/>
                  </a:lnTo>
                  <a:close/>
                </a:path>
              </a:pathLst>
            </a:custGeom>
            <a:gradFill>
              <a:gsLst>
                <a:gs pos="0">
                  <a:srgbClr val="FFF6DB">
                    <a:alpha val="1960"/>
                  </a:srgbClr>
                </a:gs>
                <a:gs pos="100000">
                  <a:srgbClr val="FAD25C">
                    <a:alpha val="29411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958816" y="246891"/>
              <a:ext cx="631414" cy="628524"/>
              <a:chOff x="1468922" y="418813"/>
              <a:chExt cx="631414" cy="628524"/>
            </a:xfrm>
          </p:grpSpPr>
          <p:sp>
            <p:nvSpPr>
              <p:cNvPr id="12" name="Google Shape;12;p2"/>
              <p:cNvSpPr/>
              <p:nvPr/>
            </p:nvSpPr>
            <p:spPr>
              <a:xfrm rot="-1486471">
                <a:off x="1606973" y="466290"/>
                <a:ext cx="154012" cy="122309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1929" extrusionOk="0">
                    <a:moveTo>
                      <a:pt x="250" y="1929"/>
                    </a:moveTo>
                    <a:lnTo>
                      <a:pt x="0" y="464"/>
                    </a:lnTo>
                    <a:cubicBezTo>
                      <a:pt x="0" y="464"/>
                      <a:pt x="1215" y="0"/>
                      <a:pt x="2429" y="464"/>
                    </a:cubicBezTo>
                    <a:lnTo>
                      <a:pt x="2179" y="192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 rot="-1486471">
                <a:off x="1531704" y="505899"/>
                <a:ext cx="505850" cy="410741"/>
              </a:xfrm>
              <a:custGeom>
                <a:avLst/>
                <a:gdLst/>
                <a:ahLst/>
                <a:cxnLst/>
                <a:rect l="l" t="t" r="r" b="b"/>
                <a:pathLst>
                  <a:path w="7978" h="6478" extrusionOk="0">
                    <a:moveTo>
                      <a:pt x="0" y="834"/>
                    </a:moveTo>
                    <a:lnTo>
                      <a:pt x="476" y="6478"/>
                    </a:lnTo>
                    <a:cubicBezTo>
                      <a:pt x="2703" y="5787"/>
                      <a:pt x="4977" y="5811"/>
                      <a:pt x="7513" y="6478"/>
                    </a:cubicBezTo>
                    <a:lnTo>
                      <a:pt x="7977" y="834"/>
                    </a:lnTo>
                    <a:cubicBezTo>
                      <a:pt x="5703" y="1"/>
                      <a:pt x="2429" y="1"/>
                      <a:pt x="0" y="8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-1486471">
                <a:off x="1650300" y="846485"/>
                <a:ext cx="446185" cy="112545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1775" extrusionOk="0">
                    <a:moveTo>
                      <a:pt x="0" y="798"/>
                    </a:moveTo>
                    <a:lnTo>
                      <a:pt x="1048" y="1655"/>
                    </a:lnTo>
                    <a:lnTo>
                      <a:pt x="5692" y="1774"/>
                    </a:lnTo>
                    <a:lnTo>
                      <a:pt x="7037" y="798"/>
                    </a:lnTo>
                    <a:cubicBezTo>
                      <a:pt x="4656" y="84"/>
                      <a:pt x="2513" y="0"/>
                      <a:pt x="0" y="7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-1486471">
                <a:off x="1717761" y="879747"/>
                <a:ext cx="319374" cy="67210"/>
              </a:xfrm>
              <a:custGeom>
                <a:avLst/>
                <a:gdLst/>
                <a:ahLst/>
                <a:cxnLst/>
                <a:rect l="l" t="t" r="r" b="b"/>
                <a:pathLst>
                  <a:path w="5037" h="1060" extrusionOk="0">
                    <a:moveTo>
                      <a:pt x="5037" y="524"/>
                    </a:moveTo>
                    <a:cubicBezTo>
                      <a:pt x="5037" y="822"/>
                      <a:pt x="3906" y="1060"/>
                      <a:pt x="2525" y="1060"/>
                    </a:cubicBezTo>
                    <a:cubicBezTo>
                      <a:pt x="1132" y="1060"/>
                      <a:pt x="1" y="822"/>
                      <a:pt x="1" y="524"/>
                    </a:cubicBezTo>
                    <a:cubicBezTo>
                      <a:pt x="1" y="238"/>
                      <a:pt x="1132" y="0"/>
                      <a:pt x="2525" y="0"/>
                    </a:cubicBezTo>
                    <a:cubicBezTo>
                      <a:pt x="3906" y="0"/>
                      <a:pt x="5037" y="238"/>
                      <a:pt x="5037" y="5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" name="Google Shape;16;p2"/>
          <p:cNvGrpSpPr/>
          <p:nvPr/>
        </p:nvGrpSpPr>
        <p:grpSpPr>
          <a:xfrm>
            <a:off x="849275" y="246891"/>
            <a:ext cx="7438826" cy="4652584"/>
            <a:chOff x="1049075" y="246891"/>
            <a:chExt cx="7438826" cy="4652584"/>
          </a:xfrm>
        </p:grpSpPr>
        <p:sp>
          <p:nvSpPr>
            <p:cNvPr id="17" name="Google Shape;17;p2"/>
            <p:cNvSpPr/>
            <p:nvPr/>
          </p:nvSpPr>
          <p:spPr>
            <a:xfrm>
              <a:off x="1049075" y="564975"/>
              <a:ext cx="7115175" cy="4334500"/>
            </a:xfrm>
            <a:custGeom>
              <a:avLst/>
              <a:gdLst/>
              <a:ahLst/>
              <a:cxnLst/>
              <a:rect l="l" t="t" r="r" b="b"/>
              <a:pathLst>
                <a:path w="284607" h="134112" extrusionOk="0">
                  <a:moveTo>
                    <a:pt x="273939" y="0"/>
                  </a:moveTo>
                  <a:lnTo>
                    <a:pt x="0" y="134112"/>
                  </a:lnTo>
                  <a:lnTo>
                    <a:pt x="266700" y="134112"/>
                  </a:lnTo>
                  <a:lnTo>
                    <a:pt x="284607" y="8763"/>
                  </a:lnTo>
                  <a:close/>
                </a:path>
              </a:pathLst>
            </a:custGeom>
            <a:gradFill>
              <a:gsLst>
                <a:gs pos="0">
                  <a:srgbClr val="FFF6DB">
                    <a:alpha val="1960"/>
                  </a:srgbClr>
                </a:gs>
                <a:gs pos="100000">
                  <a:srgbClr val="FAD25C">
                    <a:alpha val="29411"/>
                  </a:srgbClr>
                </a:gs>
              </a:gsLst>
              <a:lin ang="18900044" scaled="0"/>
            </a:gradFill>
            <a:ln>
              <a:noFill/>
            </a:ln>
          </p:spPr>
          <p:txBody>
            <a:bodyPr/>
            <a:lstStyle/>
            <a:p>
              <a:endParaRPr lang="zh-TW" altLang="en-US"/>
            </a:p>
          </p:txBody>
        </p:sp>
        <p:grpSp>
          <p:nvGrpSpPr>
            <p:cNvPr id="18" name="Google Shape;18;p2"/>
            <p:cNvGrpSpPr/>
            <p:nvPr/>
          </p:nvGrpSpPr>
          <p:grpSpPr>
            <a:xfrm>
              <a:off x="7825154" y="246891"/>
              <a:ext cx="662747" cy="662501"/>
              <a:chOff x="7015629" y="399549"/>
              <a:chExt cx="662747" cy="662501"/>
            </a:xfrm>
          </p:grpSpPr>
          <p:sp>
            <p:nvSpPr>
              <p:cNvPr id="19" name="Google Shape;19;p2"/>
              <p:cNvSpPr/>
              <p:nvPr/>
            </p:nvSpPr>
            <p:spPr>
              <a:xfrm rot="2162420">
                <a:off x="7387430" y="475758"/>
                <a:ext cx="154012" cy="122309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1929" extrusionOk="0">
                    <a:moveTo>
                      <a:pt x="250" y="1929"/>
                    </a:moveTo>
                    <a:lnTo>
                      <a:pt x="0" y="464"/>
                    </a:lnTo>
                    <a:cubicBezTo>
                      <a:pt x="0" y="464"/>
                      <a:pt x="1215" y="0"/>
                      <a:pt x="2429" y="464"/>
                    </a:cubicBezTo>
                    <a:lnTo>
                      <a:pt x="2179" y="192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2162420">
                <a:off x="7100104" y="509051"/>
                <a:ext cx="505850" cy="410742"/>
              </a:xfrm>
              <a:custGeom>
                <a:avLst/>
                <a:gdLst/>
                <a:ahLst/>
                <a:cxnLst/>
                <a:rect l="l" t="t" r="r" b="b"/>
                <a:pathLst>
                  <a:path w="7978" h="6478" extrusionOk="0">
                    <a:moveTo>
                      <a:pt x="0" y="834"/>
                    </a:moveTo>
                    <a:lnTo>
                      <a:pt x="476" y="6478"/>
                    </a:lnTo>
                    <a:cubicBezTo>
                      <a:pt x="2703" y="5787"/>
                      <a:pt x="4977" y="5811"/>
                      <a:pt x="7513" y="6478"/>
                    </a:cubicBezTo>
                    <a:lnTo>
                      <a:pt x="7977" y="834"/>
                    </a:lnTo>
                    <a:cubicBezTo>
                      <a:pt x="5703" y="1"/>
                      <a:pt x="2429" y="1"/>
                      <a:pt x="0" y="8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 rot="2162420">
                <a:off x="7006038" y="829018"/>
                <a:ext cx="446186" cy="112545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1775" extrusionOk="0">
                    <a:moveTo>
                      <a:pt x="0" y="798"/>
                    </a:moveTo>
                    <a:lnTo>
                      <a:pt x="1048" y="1655"/>
                    </a:lnTo>
                    <a:lnTo>
                      <a:pt x="5692" y="1774"/>
                    </a:lnTo>
                    <a:lnTo>
                      <a:pt x="7037" y="798"/>
                    </a:lnTo>
                    <a:cubicBezTo>
                      <a:pt x="4656" y="84"/>
                      <a:pt x="2513" y="0"/>
                      <a:pt x="0" y="7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2162420">
                <a:off x="7062170" y="860392"/>
                <a:ext cx="319374" cy="67210"/>
              </a:xfrm>
              <a:custGeom>
                <a:avLst/>
                <a:gdLst/>
                <a:ahLst/>
                <a:cxnLst/>
                <a:rect l="l" t="t" r="r" b="b"/>
                <a:pathLst>
                  <a:path w="5037" h="1060" extrusionOk="0">
                    <a:moveTo>
                      <a:pt x="5037" y="524"/>
                    </a:moveTo>
                    <a:cubicBezTo>
                      <a:pt x="5037" y="822"/>
                      <a:pt x="3906" y="1060"/>
                      <a:pt x="2525" y="1060"/>
                    </a:cubicBezTo>
                    <a:cubicBezTo>
                      <a:pt x="1132" y="1060"/>
                      <a:pt x="1" y="822"/>
                      <a:pt x="1" y="524"/>
                    </a:cubicBezTo>
                    <a:cubicBezTo>
                      <a:pt x="1" y="238"/>
                      <a:pt x="1132" y="0"/>
                      <a:pt x="2525" y="0"/>
                    </a:cubicBezTo>
                    <a:cubicBezTo>
                      <a:pt x="3906" y="0"/>
                      <a:pt x="5037" y="238"/>
                      <a:pt x="5037" y="5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" name="Google Shape;23;p2"/>
          <p:cNvSpPr/>
          <p:nvPr/>
        </p:nvSpPr>
        <p:spPr>
          <a:xfrm>
            <a:off x="-7175" y="4261150"/>
            <a:ext cx="9158700" cy="731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" name="Google Shape;24;p2"/>
          <p:cNvGrpSpPr/>
          <p:nvPr/>
        </p:nvGrpSpPr>
        <p:grpSpPr>
          <a:xfrm>
            <a:off x="1612550" y="4261166"/>
            <a:ext cx="5926350" cy="882332"/>
            <a:chOff x="1612550" y="3566525"/>
            <a:chExt cx="5926350" cy="1577000"/>
          </a:xfrm>
        </p:grpSpPr>
        <p:sp>
          <p:nvSpPr>
            <p:cNvPr id="25" name="Google Shape;25;p2"/>
            <p:cNvSpPr/>
            <p:nvPr/>
          </p:nvSpPr>
          <p:spPr>
            <a:xfrm>
              <a:off x="1612550" y="3566525"/>
              <a:ext cx="5926350" cy="1577000"/>
            </a:xfrm>
            <a:custGeom>
              <a:avLst/>
              <a:gdLst/>
              <a:ahLst/>
              <a:cxnLst/>
              <a:rect l="l" t="t" r="r" b="b"/>
              <a:pathLst>
                <a:path w="237054" h="63080" extrusionOk="0">
                  <a:moveTo>
                    <a:pt x="66199" y="0"/>
                  </a:moveTo>
                  <a:lnTo>
                    <a:pt x="0" y="63079"/>
                  </a:lnTo>
                  <a:lnTo>
                    <a:pt x="237054" y="63079"/>
                  </a:lnTo>
                  <a:lnTo>
                    <a:pt x="1708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1813450" y="3566525"/>
              <a:ext cx="1738050" cy="1577000"/>
            </a:xfrm>
            <a:custGeom>
              <a:avLst/>
              <a:gdLst/>
              <a:ahLst/>
              <a:cxnLst/>
              <a:rect l="l" t="t" r="r" b="b"/>
              <a:pathLst>
                <a:path w="69522" h="63080" extrusionOk="0">
                  <a:moveTo>
                    <a:pt x="66212" y="0"/>
                  </a:moveTo>
                  <a:lnTo>
                    <a:pt x="1" y="63079"/>
                  </a:lnTo>
                  <a:lnTo>
                    <a:pt x="3323" y="63079"/>
                  </a:lnTo>
                  <a:lnTo>
                    <a:pt x="6952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599950" y="3566525"/>
              <a:ext cx="1737725" cy="1577000"/>
            </a:xfrm>
            <a:custGeom>
              <a:avLst/>
              <a:gdLst/>
              <a:ahLst/>
              <a:cxnLst/>
              <a:rect l="l" t="t" r="r" b="b"/>
              <a:pathLst>
                <a:path w="69509" h="63080" extrusionOk="0">
                  <a:moveTo>
                    <a:pt x="0" y="0"/>
                  </a:moveTo>
                  <a:lnTo>
                    <a:pt x="66199" y="63079"/>
                  </a:lnTo>
                  <a:lnTo>
                    <a:pt x="69509" y="63079"/>
                  </a:lnTo>
                  <a:lnTo>
                    <a:pt x="33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28;p2"/>
          <p:cNvGrpSpPr/>
          <p:nvPr/>
        </p:nvGrpSpPr>
        <p:grpSpPr>
          <a:xfrm>
            <a:off x="-417858" y="-823150"/>
            <a:ext cx="9978772" cy="7065516"/>
            <a:chOff x="-417858" y="-823150"/>
            <a:chExt cx="9978772" cy="7065516"/>
          </a:xfrm>
        </p:grpSpPr>
        <p:grpSp>
          <p:nvGrpSpPr>
            <p:cNvPr id="29" name="Google Shape;29;p2"/>
            <p:cNvGrpSpPr/>
            <p:nvPr/>
          </p:nvGrpSpPr>
          <p:grpSpPr>
            <a:xfrm>
              <a:off x="33" y="-132178"/>
              <a:ext cx="1291188" cy="4951353"/>
              <a:chOff x="1440600" y="197825"/>
              <a:chExt cx="990175" cy="3797050"/>
            </a:xfrm>
          </p:grpSpPr>
          <p:sp>
            <p:nvSpPr>
              <p:cNvPr id="30" name="Google Shape;30;p2"/>
              <p:cNvSpPr/>
              <p:nvPr/>
            </p:nvSpPr>
            <p:spPr>
              <a:xfrm>
                <a:off x="1440600" y="197825"/>
                <a:ext cx="990175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39607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219" y="75593"/>
                    </a:lnTo>
                    <a:cubicBezTo>
                      <a:pt x="21405" y="75593"/>
                      <a:pt x="38652" y="42074"/>
                      <a:pt x="39606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1440600" y="2105050"/>
                <a:ext cx="590825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23633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23633" y="75593"/>
                    </a:lnTo>
                    <a:cubicBezTo>
                      <a:pt x="23056" y="33659"/>
                      <a:pt x="12712" y="239"/>
                      <a:pt x="0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440600" y="197825"/>
                <a:ext cx="858875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34355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179" y="75593"/>
                    </a:lnTo>
                    <a:cubicBezTo>
                      <a:pt x="18560" y="75593"/>
                      <a:pt x="33539" y="42074"/>
                      <a:pt x="343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440600" y="197825"/>
                <a:ext cx="644550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25782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139" y="75593"/>
                    </a:lnTo>
                    <a:cubicBezTo>
                      <a:pt x="13905" y="75593"/>
                      <a:pt x="25144" y="42074"/>
                      <a:pt x="2578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526125" y="471350"/>
                <a:ext cx="341675" cy="1616325"/>
              </a:xfrm>
              <a:custGeom>
                <a:avLst/>
                <a:gdLst/>
                <a:ahLst/>
                <a:cxnLst/>
                <a:rect l="l" t="t" r="r" b="b"/>
                <a:pathLst>
                  <a:path w="13667" h="64653" extrusionOk="0">
                    <a:moveTo>
                      <a:pt x="5690" y="1"/>
                    </a:moveTo>
                    <a:cubicBezTo>
                      <a:pt x="5690" y="1"/>
                      <a:pt x="8177" y="38215"/>
                      <a:pt x="1" y="64652"/>
                    </a:cubicBezTo>
                    <a:cubicBezTo>
                      <a:pt x="13508" y="46788"/>
                      <a:pt x="13667" y="1"/>
                      <a:pt x="1366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440600" y="2105050"/>
                <a:ext cx="512750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20510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20509" y="75593"/>
                    </a:lnTo>
                    <a:cubicBezTo>
                      <a:pt x="20012" y="33659"/>
                      <a:pt x="11021" y="239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440600" y="2105050"/>
                <a:ext cx="384450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15378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15377" y="75593"/>
                    </a:lnTo>
                    <a:cubicBezTo>
                      <a:pt x="14999" y="33659"/>
                      <a:pt x="8256" y="239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440600" y="2197550"/>
                <a:ext cx="214850" cy="1797325"/>
              </a:xfrm>
              <a:custGeom>
                <a:avLst/>
                <a:gdLst/>
                <a:ahLst/>
                <a:cxnLst/>
                <a:rect l="l" t="t" r="r" b="b"/>
                <a:pathLst>
                  <a:path w="8594" h="71893" extrusionOk="0">
                    <a:moveTo>
                      <a:pt x="4317" y="0"/>
                    </a:moveTo>
                    <a:lnTo>
                      <a:pt x="0" y="617"/>
                    </a:lnTo>
                    <a:lnTo>
                      <a:pt x="0" y="71893"/>
                    </a:lnTo>
                    <a:lnTo>
                      <a:pt x="8594" y="71893"/>
                    </a:lnTo>
                    <a:cubicBezTo>
                      <a:pt x="8594" y="21902"/>
                      <a:pt x="4317" y="0"/>
                      <a:pt x="43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440600" y="2035925"/>
                <a:ext cx="214850" cy="206400"/>
              </a:xfrm>
              <a:custGeom>
                <a:avLst/>
                <a:gdLst/>
                <a:ahLst/>
                <a:cxnLst/>
                <a:rect l="l" t="t" r="r" b="b"/>
                <a:pathLst>
                  <a:path w="8594" h="8256" extrusionOk="0">
                    <a:moveTo>
                      <a:pt x="0" y="0"/>
                    </a:moveTo>
                    <a:lnTo>
                      <a:pt x="0" y="7082"/>
                    </a:lnTo>
                    <a:lnTo>
                      <a:pt x="8594" y="8256"/>
                    </a:lnTo>
                    <a:lnTo>
                      <a:pt x="8594" y="2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" name="Google Shape;39;p2"/>
            <p:cNvGrpSpPr/>
            <p:nvPr/>
          </p:nvGrpSpPr>
          <p:grpSpPr>
            <a:xfrm flipH="1">
              <a:off x="7860233" y="-132178"/>
              <a:ext cx="1291188" cy="4951353"/>
              <a:chOff x="1440600" y="197825"/>
              <a:chExt cx="990175" cy="3797050"/>
            </a:xfrm>
          </p:grpSpPr>
          <p:sp>
            <p:nvSpPr>
              <p:cNvPr id="40" name="Google Shape;40;p2"/>
              <p:cNvSpPr/>
              <p:nvPr/>
            </p:nvSpPr>
            <p:spPr>
              <a:xfrm>
                <a:off x="1440600" y="197825"/>
                <a:ext cx="990175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39607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219" y="75593"/>
                    </a:lnTo>
                    <a:cubicBezTo>
                      <a:pt x="21405" y="75593"/>
                      <a:pt x="38652" y="42074"/>
                      <a:pt x="39606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440600" y="2105050"/>
                <a:ext cx="590825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23633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23633" y="75593"/>
                    </a:lnTo>
                    <a:cubicBezTo>
                      <a:pt x="23056" y="33659"/>
                      <a:pt x="12712" y="239"/>
                      <a:pt x="0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440600" y="197825"/>
                <a:ext cx="858875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34355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179" y="75593"/>
                    </a:lnTo>
                    <a:cubicBezTo>
                      <a:pt x="18560" y="75593"/>
                      <a:pt x="33539" y="42074"/>
                      <a:pt x="343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440600" y="197825"/>
                <a:ext cx="644550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25782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139" y="75593"/>
                    </a:lnTo>
                    <a:cubicBezTo>
                      <a:pt x="13905" y="75593"/>
                      <a:pt x="25144" y="42074"/>
                      <a:pt x="2578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526125" y="471350"/>
                <a:ext cx="341675" cy="1616325"/>
              </a:xfrm>
              <a:custGeom>
                <a:avLst/>
                <a:gdLst/>
                <a:ahLst/>
                <a:cxnLst/>
                <a:rect l="l" t="t" r="r" b="b"/>
                <a:pathLst>
                  <a:path w="13667" h="64653" extrusionOk="0">
                    <a:moveTo>
                      <a:pt x="5690" y="1"/>
                    </a:moveTo>
                    <a:cubicBezTo>
                      <a:pt x="5690" y="1"/>
                      <a:pt x="8177" y="38215"/>
                      <a:pt x="1" y="64652"/>
                    </a:cubicBezTo>
                    <a:cubicBezTo>
                      <a:pt x="13508" y="46788"/>
                      <a:pt x="13667" y="1"/>
                      <a:pt x="1366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440600" y="2105050"/>
                <a:ext cx="512750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20510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20509" y="75593"/>
                    </a:lnTo>
                    <a:cubicBezTo>
                      <a:pt x="20012" y="33659"/>
                      <a:pt x="11021" y="239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440600" y="2105050"/>
                <a:ext cx="384450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15378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15377" y="75593"/>
                    </a:lnTo>
                    <a:cubicBezTo>
                      <a:pt x="14999" y="33659"/>
                      <a:pt x="8256" y="239"/>
                      <a:pt x="0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440600" y="2197550"/>
                <a:ext cx="214850" cy="1797325"/>
              </a:xfrm>
              <a:custGeom>
                <a:avLst/>
                <a:gdLst/>
                <a:ahLst/>
                <a:cxnLst/>
                <a:rect l="l" t="t" r="r" b="b"/>
                <a:pathLst>
                  <a:path w="8594" h="71893" extrusionOk="0">
                    <a:moveTo>
                      <a:pt x="4317" y="0"/>
                    </a:moveTo>
                    <a:lnTo>
                      <a:pt x="0" y="617"/>
                    </a:lnTo>
                    <a:lnTo>
                      <a:pt x="0" y="71893"/>
                    </a:lnTo>
                    <a:lnTo>
                      <a:pt x="8594" y="71893"/>
                    </a:lnTo>
                    <a:cubicBezTo>
                      <a:pt x="8594" y="21902"/>
                      <a:pt x="4317" y="0"/>
                      <a:pt x="43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440600" y="2035925"/>
                <a:ext cx="214850" cy="206400"/>
              </a:xfrm>
              <a:custGeom>
                <a:avLst/>
                <a:gdLst/>
                <a:ahLst/>
                <a:cxnLst/>
                <a:rect l="l" t="t" r="r" b="b"/>
                <a:pathLst>
                  <a:path w="8594" h="8256" extrusionOk="0">
                    <a:moveTo>
                      <a:pt x="0" y="0"/>
                    </a:moveTo>
                    <a:lnTo>
                      <a:pt x="0" y="7082"/>
                    </a:lnTo>
                    <a:lnTo>
                      <a:pt x="8594" y="8256"/>
                    </a:lnTo>
                    <a:lnTo>
                      <a:pt x="8594" y="2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49;p2"/>
            <p:cNvGrpSpPr/>
            <p:nvPr/>
          </p:nvGrpSpPr>
          <p:grpSpPr>
            <a:xfrm>
              <a:off x="-20" y="4613271"/>
              <a:ext cx="9143683" cy="1629094"/>
              <a:chOff x="429225" y="4417075"/>
              <a:chExt cx="6749600" cy="1202550"/>
            </a:xfrm>
          </p:grpSpPr>
          <p:sp>
            <p:nvSpPr>
              <p:cNvPr id="50" name="Google Shape;50;p2"/>
              <p:cNvSpPr/>
              <p:nvPr/>
            </p:nvSpPr>
            <p:spPr>
              <a:xfrm>
                <a:off x="1901275" y="5022325"/>
                <a:ext cx="3806000" cy="502300"/>
              </a:xfrm>
              <a:custGeom>
                <a:avLst/>
                <a:gdLst/>
                <a:ahLst/>
                <a:cxnLst/>
                <a:rect l="l" t="t" r="r" b="b"/>
                <a:pathLst>
                  <a:path w="152240" h="20092" extrusionOk="0">
                    <a:moveTo>
                      <a:pt x="0" y="0"/>
                    </a:moveTo>
                    <a:lnTo>
                      <a:pt x="0" y="20092"/>
                    </a:lnTo>
                    <a:lnTo>
                      <a:pt x="152239" y="20092"/>
                    </a:lnTo>
                    <a:lnTo>
                      <a:pt x="152239" y="0"/>
                    </a:lnTo>
                    <a:close/>
                  </a:path>
                </a:pathLst>
              </a:custGeom>
              <a:solidFill>
                <a:srgbClr val="C3CAD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429225" y="4417075"/>
                <a:ext cx="650000" cy="553050"/>
              </a:xfrm>
              <a:custGeom>
                <a:avLst/>
                <a:gdLst/>
                <a:ahLst/>
                <a:cxnLst/>
                <a:rect l="l" t="t" r="r" b="b"/>
                <a:pathLst>
                  <a:path w="26000" h="22122" extrusionOk="0">
                    <a:moveTo>
                      <a:pt x="6465" y="1"/>
                    </a:moveTo>
                    <a:cubicBezTo>
                      <a:pt x="2884" y="1"/>
                      <a:pt x="0" y="2905"/>
                      <a:pt x="0" y="6466"/>
                    </a:cubicBezTo>
                    <a:lnTo>
                      <a:pt x="0" y="22121"/>
                    </a:lnTo>
                    <a:lnTo>
                      <a:pt x="26000" y="22121"/>
                    </a:lnTo>
                    <a:lnTo>
                      <a:pt x="26000" y="6466"/>
                    </a:lnTo>
                    <a:cubicBezTo>
                      <a:pt x="26000" y="2885"/>
                      <a:pt x="23095" y="1"/>
                      <a:pt x="19535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429700" y="4449400"/>
                <a:ext cx="6127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0829" extrusionOk="0">
                    <a:moveTo>
                      <a:pt x="6088" y="1"/>
                    </a:moveTo>
                    <a:cubicBezTo>
                      <a:pt x="2726" y="1"/>
                      <a:pt x="1" y="2726"/>
                      <a:pt x="1" y="6088"/>
                    </a:cubicBezTo>
                    <a:lnTo>
                      <a:pt x="1" y="20828"/>
                    </a:lnTo>
                    <a:lnTo>
                      <a:pt x="24509" y="20828"/>
                    </a:lnTo>
                    <a:lnTo>
                      <a:pt x="24509" y="6088"/>
                    </a:lnTo>
                    <a:cubicBezTo>
                      <a:pt x="24509" y="2726"/>
                      <a:pt x="21783" y="1"/>
                      <a:pt x="18422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944925" y="4650825"/>
                <a:ext cx="1343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72" extrusionOk="0">
                    <a:moveTo>
                      <a:pt x="5372" y="0"/>
                    </a:moveTo>
                    <a:cubicBezTo>
                      <a:pt x="5089" y="1009"/>
                      <a:pt x="4907" y="1390"/>
                      <a:pt x="4548" y="1390"/>
                    </a:cubicBezTo>
                    <a:cubicBezTo>
                      <a:pt x="4376" y="1390"/>
                      <a:pt x="4164" y="1302"/>
                      <a:pt x="3880" y="1154"/>
                    </a:cubicBezTo>
                    <a:lnTo>
                      <a:pt x="1" y="12771"/>
                    </a:lnTo>
                    <a:lnTo>
                      <a:pt x="5372" y="12771"/>
                    </a:lnTo>
                    <a:lnTo>
                      <a:pt x="5372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429700" y="4488200"/>
                <a:ext cx="6122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77" extrusionOk="0">
                    <a:moveTo>
                      <a:pt x="2010" y="0"/>
                    </a:moveTo>
                    <a:cubicBezTo>
                      <a:pt x="777" y="1134"/>
                      <a:pt x="1" y="2706"/>
                      <a:pt x="1" y="4536"/>
                    </a:cubicBezTo>
                    <a:lnTo>
                      <a:pt x="1" y="19276"/>
                    </a:lnTo>
                    <a:lnTo>
                      <a:pt x="24489" y="19276"/>
                    </a:lnTo>
                    <a:lnTo>
                      <a:pt x="24489" y="7659"/>
                    </a:lnTo>
                    <a:cubicBezTo>
                      <a:pt x="20033" y="5709"/>
                      <a:pt x="14881" y="5570"/>
                      <a:pt x="10166" y="4158"/>
                    </a:cubicBezTo>
                    <a:cubicBezTo>
                      <a:pt x="7242" y="3263"/>
                      <a:pt x="4477" y="1850"/>
                      <a:pt x="2010" y="0"/>
                    </a:cubicBezTo>
                    <a:close/>
                  </a:path>
                </a:pathLst>
              </a:custGeom>
              <a:solidFill>
                <a:srgbClr val="45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430200" y="4449400"/>
                <a:ext cx="6122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0829" extrusionOk="0">
                    <a:moveTo>
                      <a:pt x="6068" y="1"/>
                    </a:moveTo>
                    <a:cubicBezTo>
                      <a:pt x="2706" y="1"/>
                      <a:pt x="1" y="2726"/>
                      <a:pt x="1" y="6088"/>
                    </a:cubicBezTo>
                    <a:lnTo>
                      <a:pt x="1" y="6207"/>
                    </a:lnTo>
                    <a:cubicBezTo>
                      <a:pt x="1" y="2885"/>
                      <a:pt x="2706" y="160"/>
                      <a:pt x="6028" y="160"/>
                    </a:cubicBezTo>
                    <a:lnTo>
                      <a:pt x="18262" y="160"/>
                    </a:lnTo>
                    <a:cubicBezTo>
                      <a:pt x="21584" y="160"/>
                      <a:pt x="24270" y="2885"/>
                      <a:pt x="24270" y="6207"/>
                    </a:cubicBezTo>
                    <a:lnTo>
                      <a:pt x="24270" y="20828"/>
                    </a:lnTo>
                    <a:lnTo>
                      <a:pt x="24489" y="20828"/>
                    </a:lnTo>
                    <a:lnTo>
                      <a:pt x="24489" y="6088"/>
                    </a:lnTo>
                    <a:cubicBezTo>
                      <a:pt x="24469" y="2726"/>
                      <a:pt x="21763" y="1"/>
                      <a:pt x="18402" y="1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191600" y="4417075"/>
                <a:ext cx="650525" cy="553050"/>
              </a:xfrm>
              <a:custGeom>
                <a:avLst/>
                <a:gdLst/>
                <a:ahLst/>
                <a:cxnLst/>
                <a:rect l="l" t="t" r="r" b="b"/>
                <a:pathLst>
                  <a:path w="26021" h="22122" extrusionOk="0">
                    <a:moveTo>
                      <a:pt x="6466" y="1"/>
                    </a:moveTo>
                    <a:cubicBezTo>
                      <a:pt x="2885" y="1"/>
                      <a:pt x="1" y="2905"/>
                      <a:pt x="1" y="6466"/>
                    </a:cubicBezTo>
                    <a:lnTo>
                      <a:pt x="1" y="22121"/>
                    </a:lnTo>
                    <a:lnTo>
                      <a:pt x="26020" y="22121"/>
                    </a:lnTo>
                    <a:lnTo>
                      <a:pt x="26020" y="6466"/>
                    </a:lnTo>
                    <a:cubicBezTo>
                      <a:pt x="26020" y="2885"/>
                      <a:pt x="23116" y="1"/>
                      <a:pt x="19555" y="1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192600" y="4449400"/>
                <a:ext cx="6127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0829" extrusionOk="0">
                    <a:moveTo>
                      <a:pt x="6087" y="1"/>
                    </a:moveTo>
                    <a:cubicBezTo>
                      <a:pt x="2726" y="1"/>
                      <a:pt x="0" y="2726"/>
                      <a:pt x="0" y="6088"/>
                    </a:cubicBezTo>
                    <a:lnTo>
                      <a:pt x="0" y="20828"/>
                    </a:lnTo>
                    <a:lnTo>
                      <a:pt x="24508" y="20828"/>
                    </a:lnTo>
                    <a:lnTo>
                      <a:pt x="24508" y="6088"/>
                    </a:lnTo>
                    <a:cubicBezTo>
                      <a:pt x="24508" y="2726"/>
                      <a:pt x="21783" y="1"/>
                      <a:pt x="1842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1707825" y="4650825"/>
                <a:ext cx="1343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72" extrusionOk="0">
                    <a:moveTo>
                      <a:pt x="5371" y="0"/>
                    </a:moveTo>
                    <a:cubicBezTo>
                      <a:pt x="5089" y="1009"/>
                      <a:pt x="4906" y="1390"/>
                      <a:pt x="4548" y="1390"/>
                    </a:cubicBezTo>
                    <a:cubicBezTo>
                      <a:pt x="4376" y="1390"/>
                      <a:pt x="4163" y="1302"/>
                      <a:pt x="3879" y="1154"/>
                    </a:cubicBezTo>
                    <a:lnTo>
                      <a:pt x="0" y="12771"/>
                    </a:lnTo>
                    <a:lnTo>
                      <a:pt x="5371" y="12771"/>
                    </a:lnTo>
                    <a:lnTo>
                      <a:pt x="5371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192600" y="4488200"/>
                <a:ext cx="6122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77" extrusionOk="0">
                    <a:moveTo>
                      <a:pt x="2009" y="0"/>
                    </a:moveTo>
                    <a:cubicBezTo>
                      <a:pt x="756" y="1134"/>
                      <a:pt x="0" y="2706"/>
                      <a:pt x="0" y="4536"/>
                    </a:cubicBezTo>
                    <a:lnTo>
                      <a:pt x="0" y="19276"/>
                    </a:lnTo>
                    <a:lnTo>
                      <a:pt x="24488" y="19276"/>
                    </a:lnTo>
                    <a:lnTo>
                      <a:pt x="24488" y="7659"/>
                    </a:lnTo>
                    <a:cubicBezTo>
                      <a:pt x="20032" y="5709"/>
                      <a:pt x="14860" y="5570"/>
                      <a:pt x="10165" y="4158"/>
                    </a:cubicBezTo>
                    <a:cubicBezTo>
                      <a:pt x="7221" y="3263"/>
                      <a:pt x="4476" y="1850"/>
                      <a:pt x="2009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192600" y="4449400"/>
                <a:ext cx="6122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0829" extrusionOk="0">
                    <a:moveTo>
                      <a:pt x="6068" y="1"/>
                    </a:moveTo>
                    <a:cubicBezTo>
                      <a:pt x="2706" y="1"/>
                      <a:pt x="0" y="2726"/>
                      <a:pt x="0" y="6088"/>
                    </a:cubicBezTo>
                    <a:lnTo>
                      <a:pt x="0" y="6207"/>
                    </a:lnTo>
                    <a:cubicBezTo>
                      <a:pt x="0" y="2885"/>
                      <a:pt x="2706" y="160"/>
                      <a:pt x="6008" y="160"/>
                    </a:cubicBezTo>
                    <a:lnTo>
                      <a:pt x="18242" y="160"/>
                    </a:lnTo>
                    <a:cubicBezTo>
                      <a:pt x="21584" y="160"/>
                      <a:pt x="24269" y="2885"/>
                      <a:pt x="24269" y="6207"/>
                    </a:cubicBezTo>
                    <a:lnTo>
                      <a:pt x="24269" y="20828"/>
                    </a:lnTo>
                    <a:lnTo>
                      <a:pt x="24488" y="20828"/>
                    </a:lnTo>
                    <a:lnTo>
                      <a:pt x="24488" y="6088"/>
                    </a:lnTo>
                    <a:cubicBezTo>
                      <a:pt x="24488" y="2726"/>
                      <a:pt x="21743" y="1"/>
                      <a:pt x="18401" y="1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1954475" y="4417075"/>
                <a:ext cx="650525" cy="553050"/>
              </a:xfrm>
              <a:custGeom>
                <a:avLst/>
                <a:gdLst/>
                <a:ahLst/>
                <a:cxnLst/>
                <a:rect l="l" t="t" r="r" b="b"/>
                <a:pathLst>
                  <a:path w="26021" h="22122" extrusionOk="0">
                    <a:moveTo>
                      <a:pt x="6466" y="1"/>
                    </a:moveTo>
                    <a:cubicBezTo>
                      <a:pt x="2885" y="1"/>
                      <a:pt x="1" y="2905"/>
                      <a:pt x="1" y="6466"/>
                    </a:cubicBezTo>
                    <a:lnTo>
                      <a:pt x="1" y="22121"/>
                    </a:lnTo>
                    <a:lnTo>
                      <a:pt x="26021" y="22121"/>
                    </a:lnTo>
                    <a:lnTo>
                      <a:pt x="26021" y="6466"/>
                    </a:lnTo>
                    <a:cubicBezTo>
                      <a:pt x="26021" y="2885"/>
                      <a:pt x="23116" y="1"/>
                      <a:pt x="19555" y="1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1954475" y="4449400"/>
                <a:ext cx="6132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529" h="20829" extrusionOk="0">
                    <a:moveTo>
                      <a:pt x="6108" y="1"/>
                    </a:moveTo>
                    <a:cubicBezTo>
                      <a:pt x="2746" y="1"/>
                      <a:pt x="1" y="2726"/>
                      <a:pt x="1" y="6088"/>
                    </a:cubicBezTo>
                    <a:lnTo>
                      <a:pt x="1" y="20828"/>
                    </a:lnTo>
                    <a:lnTo>
                      <a:pt x="24529" y="20828"/>
                    </a:lnTo>
                    <a:lnTo>
                      <a:pt x="24529" y="6088"/>
                    </a:lnTo>
                    <a:cubicBezTo>
                      <a:pt x="24529" y="2726"/>
                      <a:pt x="21783" y="1"/>
                      <a:pt x="1844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2470200" y="4650825"/>
                <a:ext cx="1343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72" extrusionOk="0">
                    <a:moveTo>
                      <a:pt x="5372" y="0"/>
                    </a:moveTo>
                    <a:cubicBezTo>
                      <a:pt x="5076" y="1009"/>
                      <a:pt x="4889" y="1390"/>
                      <a:pt x="4535" y="1390"/>
                    </a:cubicBezTo>
                    <a:cubicBezTo>
                      <a:pt x="4365" y="1390"/>
                      <a:pt x="4157" y="1302"/>
                      <a:pt x="3880" y="1154"/>
                    </a:cubicBezTo>
                    <a:lnTo>
                      <a:pt x="1" y="12771"/>
                    </a:lnTo>
                    <a:lnTo>
                      <a:pt x="5372" y="12771"/>
                    </a:lnTo>
                    <a:lnTo>
                      <a:pt x="5372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954475" y="4488200"/>
                <a:ext cx="6127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19277" extrusionOk="0">
                    <a:moveTo>
                      <a:pt x="2010" y="0"/>
                    </a:moveTo>
                    <a:cubicBezTo>
                      <a:pt x="777" y="1134"/>
                      <a:pt x="1" y="2706"/>
                      <a:pt x="1" y="4536"/>
                    </a:cubicBezTo>
                    <a:lnTo>
                      <a:pt x="1" y="19276"/>
                    </a:lnTo>
                    <a:lnTo>
                      <a:pt x="24509" y="19276"/>
                    </a:lnTo>
                    <a:lnTo>
                      <a:pt x="24509" y="7659"/>
                    </a:lnTo>
                    <a:cubicBezTo>
                      <a:pt x="20053" y="5709"/>
                      <a:pt x="14881" y="5570"/>
                      <a:pt x="10166" y="4158"/>
                    </a:cubicBezTo>
                    <a:cubicBezTo>
                      <a:pt x="7242" y="3263"/>
                      <a:pt x="4477" y="1850"/>
                      <a:pt x="2010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1954475" y="4449400"/>
                <a:ext cx="6127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0829" extrusionOk="0">
                    <a:moveTo>
                      <a:pt x="6068" y="1"/>
                    </a:moveTo>
                    <a:cubicBezTo>
                      <a:pt x="2726" y="1"/>
                      <a:pt x="1" y="2726"/>
                      <a:pt x="1" y="6088"/>
                    </a:cubicBezTo>
                    <a:lnTo>
                      <a:pt x="1" y="6207"/>
                    </a:lnTo>
                    <a:cubicBezTo>
                      <a:pt x="1" y="2885"/>
                      <a:pt x="2726" y="160"/>
                      <a:pt x="6028" y="160"/>
                    </a:cubicBezTo>
                    <a:lnTo>
                      <a:pt x="18262" y="160"/>
                    </a:lnTo>
                    <a:cubicBezTo>
                      <a:pt x="21584" y="160"/>
                      <a:pt x="24270" y="2885"/>
                      <a:pt x="24270" y="6207"/>
                    </a:cubicBezTo>
                    <a:lnTo>
                      <a:pt x="24270" y="20828"/>
                    </a:lnTo>
                    <a:lnTo>
                      <a:pt x="24509" y="20828"/>
                    </a:lnTo>
                    <a:lnTo>
                      <a:pt x="24509" y="6088"/>
                    </a:lnTo>
                    <a:cubicBezTo>
                      <a:pt x="24509" y="2726"/>
                      <a:pt x="21783" y="1"/>
                      <a:pt x="18441" y="1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2716875" y="4417075"/>
                <a:ext cx="650025" cy="553050"/>
              </a:xfrm>
              <a:custGeom>
                <a:avLst/>
                <a:gdLst/>
                <a:ahLst/>
                <a:cxnLst/>
                <a:rect l="l" t="t" r="r" b="b"/>
                <a:pathLst>
                  <a:path w="26001" h="22122" extrusionOk="0">
                    <a:moveTo>
                      <a:pt x="6466" y="1"/>
                    </a:moveTo>
                    <a:cubicBezTo>
                      <a:pt x="2885" y="1"/>
                      <a:pt x="0" y="2905"/>
                      <a:pt x="0" y="6466"/>
                    </a:cubicBezTo>
                    <a:lnTo>
                      <a:pt x="0" y="22121"/>
                    </a:lnTo>
                    <a:lnTo>
                      <a:pt x="26000" y="22121"/>
                    </a:lnTo>
                    <a:lnTo>
                      <a:pt x="26000" y="6466"/>
                    </a:lnTo>
                    <a:cubicBezTo>
                      <a:pt x="26000" y="2885"/>
                      <a:pt x="23096" y="1"/>
                      <a:pt x="19535" y="1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2716875" y="4449400"/>
                <a:ext cx="6127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0829" extrusionOk="0">
                    <a:moveTo>
                      <a:pt x="6088" y="1"/>
                    </a:moveTo>
                    <a:cubicBezTo>
                      <a:pt x="2726" y="1"/>
                      <a:pt x="0" y="2726"/>
                      <a:pt x="0" y="6088"/>
                    </a:cubicBezTo>
                    <a:lnTo>
                      <a:pt x="0" y="20828"/>
                    </a:lnTo>
                    <a:lnTo>
                      <a:pt x="24508" y="20828"/>
                    </a:lnTo>
                    <a:lnTo>
                      <a:pt x="24508" y="6088"/>
                    </a:lnTo>
                    <a:cubicBezTo>
                      <a:pt x="24508" y="2726"/>
                      <a:pt x="21783" y="1"/>
                      <a:pt x="1842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3232600" y="4650825"/>
                <a:ext cx="1343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72" extrusionOk="0">
                    <a:moveTo>
                      <a:pt x="5371" y="0"/>
                    </a:moveTo>
                    <a:cubicBezTo>
                      <a:pt x="5089" y="1009"/>
                      <a:pt x="4906" y="1390"/>
                      <a:pt x="4548" y="1390"/>
                    </a:cubicBezTo>
                    <a:cubicBezTo>
                      <a:pt x="4375" y="1390"/>
                      <a:pt x="4163" y="1302"/>
                      <a:pt x="3879" y="1154"/>
                    </a:cubicBezTo>
                    <a:lnTo>
                      <a:pt x="0" y="12771"/>
                    </a:lnTo>
                    <a:lnTo>
                      <a:pt x="5371" y="12771"/>
                    </a:lnTo>
                    <a:lnTo>
                      <a:pt x="5371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2716875" y="4488200"/>
                <a:ext cx="6122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77" extrusionOk="0">
                    <a:moveTo>
                      <a:pt x="2010" y="0"/>
                    </a:moveTo>
                    <a:cubicBezTo>
                      <a:pt x="776" y="1134"/>
                      <a:pt x="0" y="2706"/>
                      <a:pt x="0" y="4536"/>
                    </a:cubicBezTo>
                    <a:lnTo>
                      <a:pt x="0" y="19276"/>
                    </a:lnTo>
                    <a:lnTo>
                      <a:pt x="24488" y="19276"/>
                    </a:lnTo>
                    <a:lnTo>
                      <a:pt x="24488" y="7659"/>
                    </a:lnTo>
                    <a:cubicBezTo>
                      <a:pt x="20032" y="5709"/>
                      <a:pt x="14860" y="5570"/>
                      <a:pt x="10166" y="4158"/>
                    </a:cubicBezTo>
                    <a:cubicBezTo>
                      <a:pt x="7221" y="3263"/>
                      <a:pt x="4476" y="1850"/>
                      <a:pt x="2010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2717375" y="4449400"/>
                <a:ext cx="6122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0829" extrusionOk="0">
                    <a:moveTo>
                      <a:pt x="6068" y="1"/>
                    </a:moveTo>
                    <a:cubicBezTo>
                      <a:pt x="2706" y="1"/>
                      <a:pt x="0" y="2726"/>
                      <a:pt x="0" y="6088"/>
                    </a:cubicBezTo>
                    <a:lnTo>
                      <a:pt x="0" y="6207"/>
                    </a:lnTo>
                    <a:cubicBezTo>
                      <a:pt x="0" y="2885"/>
                      <a:pt x="2706" y="160"/>
                      <a:pt x="6028" y="160"/>
                    </a:cubicBezTo>
                    <a:lnTo>
                      <a:pt x="18262" y="160"/>
                    </a:lnTo>
                    <a:cubicBezTo>
                      <a:pt x="21584" y="160"/>
                      <a:pt x="24269" y="2885"/>
                      <a:pt x="24269" y="6207"/>
                    </a:cubicBezTo>
                    <a:lnTo>
                      <a:pt x="24269" y="20828"/>
                    </a:lnTo>
                    <a:lnTo>
                      <a:pt x="24488" y="20828"/>
                    </a:lnTo>
                    <a:lnTo>
                      <a:pt x="24488" y="6088"/>
                    </a:lnTo>
                    <a:cubicBezTo>
                      <a:pt x="24468" y="2726"/>
                      <a:pt x="21763" y="1"/>
                      <a:pt x="18401" y="1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3479750" y="4417075"/>
                <a:ext cx="650025" cy="553050"/>
              </a:xfrm>
              <a:custGeom>
                <a:avLst/>
                <a:gdLst/>
                <a:ahLst/>
                <a:cxnLst/>
                <a:rect l="l" t="t" r="r" b="b"/>
                <a:pathLst>
                  <a:path w="26001" h="22122" extrusionOk="0">
                    <a:moveTo>
                      <a:pt x="6446" y="1"/>
                    </a:moveTo>
                    <a:cubicBezTo>
                      <a:pt x="2885" y="1"/>
                      <a:pt x="1" y="2905"/>
                      <a:pt x="1" y="6466"/>
                    </a:cubicBezTo>
                    <a:lnTo>
                      <a:pt x="1" y="22121"/>
                    </a:lnTo>
                    <a:lnTo>
                      <a:pt x="26001" y="22121"/>
                    </a:lnTo>
                    <a:lnTo>
                      <a:pt x="26001" y="6466"/>
                    </a:lnTo>
                    <a:cubicBezTo>
                      <a:pt x="26001" y="2885"/>
                      <a:pt x="23096" y="1"/>
                      <a:pt x="19535" y="1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3479250" y="4449400"/>
                <a:ext cx="6132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529" h="20829" extrusionOk="0">
                    <a:moveTo>
                      <a:pt x="6108" y="1"/>
                    </a:moveTo>
                    <a:cubicBezTo>
                      <a:pt x="2746" y="1"/>
                      <a:pt x="1" y="2726"/>
                      <a:pt x="1" y="6088"/>
                    </a:cubicBezTo>
                    <a:lnTo>
                      <a:pt x="1" y="20828"/>
                    </a:lnTo>
                    <a:lnTo>
                      <a:pt x="24529" y="20828"/>
                    </a:lnTo>
                    <a:lnTo>
                      <a:pt x="24529" y="6088"/>
                    </a:lnTo>
                    <a:cubicBezTo>
                      <a:pt x="24529" y="2726"/>
                      <a:pt x="21803" y="1"/>
                      <a:pt x="1844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3994975" y="4650825"/>
                <a:ext cx="1343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72" extrusionOk="0">
                    <a:moveTo>
                      <a:pt x="5372" y="0"/>
                    </a:moveTo>
                    <a:cubicBezTo>
                      <a:pt x="5089" y="1009"/>
                      <a:pt x="4907" y="1390"/>
                      <a:pt x="4548" y="1390"/>
                    </a:cubicBezTo>
                    <a:cubicBezTo>
                      <a:pt x="4376" y="1390"/>
                      <a:pt x="4163" y="1302"/>
                      <a:pt x="3880" y="1154"/>
                    </a:cubicBezTo>
                    <a:lnTo>
                      <a:pt x="1" y="12771"/>
                    </a:lnTo>
                    <a:lnTo>
                      <a:pt x="5372" y="12771"/>
                    </a:lnTo>
                    <a:lnTo>
                      <a:pt x="5372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3479250" y="4488200"/>
                <a:ext cx="6127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19277" extrusionOk="0">
                    <a:moveTo>
                      <a:pt x="2030" y="0"/>
                    </a:moveTo>
                    <a:cubicBezTo>
                      <a:pt x="777" y="1134"/>
                      <a:pt x="1" y="2706"/>
                      <a:pt x="1" y="4536"/>
                    </a:cubicBezTo>
                    <a:lnTo>
                      <a:pt x="1" y="19276"/>
                    </a:lnTo>
                    <a:lnTo>
                      <a:pt x="24509" y="19276"/>
                    </a:lnTo>
                    <a:lnTo>
                      <a:pt x="24509" y="7659"/>
                    </a:lnTo>
                    <a:cubicBezTo>
                      <a:pt x="20053" y="5709"/>
                      <a:pt x="14881" y="5570"/>
                      <a:pt x="10186" y="4158"/>
                    </a:cubicBezTo>
                    <a:cubicBezTo>
                      <a:pt x="7242" y="3263"/>
                      <a:pt x="4477" y="1850"/>
                      <a:pt x="2030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3479250" y="4449400"/>
                <a:ext cx="6127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0829" extrusionOk="0">
                    <a:moveTo>
                      <a:pt x="6068" y="1"/>
                    </a:moveTo>
                    <a:cubicBezTo>
                      <a:pt x="2726" y="1"/>
                      <a:pt x="1" y="2726"/>
                      <a:pt x="1" y="6088"/>
                    </a:cubicBezTo>
                    <a:lnTo>
                      <a:pt x="1" y="6207"/>
                    </a:lnTo>
                    <a:cubicBezTo>
                      <a:pt x="1" y="2885"/>
                      <a:pt x="2726" y="160"/>
                      <a:pt x="6028" y="160"/>
                    </a:cubicBezTo>
                    <a:lnTo>
                      <a:pt x="18262" y="160"/>
                    </a:lnTo>
                    <a:cubicBezTo>
                      <a:pt x="21584" y="160"/>
                      <a:pt x="24270" y="2885"/>
                      <a:pt x="24270" y="6207"/>
                    </a:cubicBezTo>
                    <a:lnTo>
                      <a:pt x="24270" y="20828"/>
                    </a:lnTo>
                    <a:lnTo>
                      <a:pt x="24509" y="20828"/>
                    </a:lnTo>
                    <a:lnTo>
                      <a:pt x="24509" y="6088"/>
                    </a:lnTo>
                    <a:cubicBezTo>
                      <a:pt x="24509" y="2726"/>
                      <a:pt x="21763" y="1"/>
                      <a:pt x="18402" y="1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6528800" y="4417075"/>
                <a:ext cx="650025" cy="553050"/>
              </a:xfrm>
              <a:custGeom>
                <a:avLst/>
                <a:gdLst/>
                <a:ahLst/>
                <a:cxnLst/>
                <a:rect l="l" t="t" r="r" b="b"/>
                <a:pathLst>
                  <a:path w="26001" h="22122" extrusionOk="0">
                    <a:moveTo>
                      <a:pt x="6466" y="1"/>
                    </a:moveTo>
                    <a:cubicBezTo>
                      <a:pt x="2905" y="1"/>
                      <a:pt x="1" y="2885"/>
                      <a:pt x="1" y="6466"/>
                    </a:cubicBezTo>
                    <a:lnTo>
                      <a:pt x="1" y="22121"/>
                    </a:lnTo>
                    <a:lnTo>
                      <a:pt x="26001" y="22121"/>
                    </a:lnTo>
                    <a:lnTo>
                      <a:pt x="26001" y="6466"/>
                    </a:lnTo>
                    <a:cubicBezTo>
                      <a:pt x="26001" y="2905"/>
                      <a:pt x="23116" y="1"/>
                      <a:pt x="19535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6566100" y="4449400"/>
                <a:ext cx="6127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0829" extrusionOk="0">
                    <a:moveTo>
                      <a:pt x="6088" y="1"/>
                    </a:moveTo>
                    <a:cubicBezTo>
                      <a:pt x="2726" y="1"/>
                      <a:pt x="1" y="2726"/>
                      <a:pt x="1" y="6088"/>
                    </a:cubicBezTo>
                    <a:lnTo>
                      <a:pt x="1" y="20828"/>
                    </a:lnTo>
                    <a:lnTo>
                      <a:pt x="24509" y="20828"/>
                    </a:lnTo>
                    <a:lnTo>
                      <a:pt x="24509" y="6088"/>
                    </a:lnTo>
                    <a:cubicBezTo>
                      <a:pt x="24509" y="2726"/>
                      <a:pt x="21783" y="1"/>
                      <a:pt x="1842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6528800" y="4650825"/>
                <a:ext cx="1343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72" extrusionOk="0">
                    <a:moveTo>
                      <a:pt x="1" y="0"/>
                    </a:moveTo>
                    <a:lnTo>
                      <a:pt x="1" y="12771"/>
                    </a:lnTo>
                    <a:lnTo>
                      <a:pt x="5372" y="12771"/>
                    </a:lnTo>
                    <a:lnTo>
                      <a:pt x="1493" y="1154"/>
                    </a:lnTo>
                    <a:cubicBezTo>
                      <a:pt x="1209" y="1302"/>
                      <a:pt x="996" y="1390"/>
                      <a:pt x="824" y="1390"/>
                    </a:cubicBezTo>
                    <a:cubicBezTo>
                      <a:pt x="466" y="1390"/>
                      <a:pt x="283" y="1009"/>
                      <a:pt x="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6566600" y="4488200"/>
                <a:ext cx="6122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77" extrusionOk="0">
                    <a:moveTo>
                      <a:pt x="22479" y="0"/>
                    </a:moveTo>
                    <a:cubicBezTo>
                      <a:pt x="20013" y="1850"/>
                      <a:pt x="17268" y="3263"/>
                      <a:pt x="14323" y="4158"/>
                    </a:cubicBezTo>
                    <a:cubicBezTo>
                      <a:pt x="9629" y="5570"/>
                      <a:pt x="4457" y="5709"/>
                      <a:pt x="1" y="7659"/>
                    </a:cubicBezTo>
                    <a:lnTo>
                      <a:pt x="1" y="19276"/>
                    </a:lnTo>
                    <a:lnTo>
                      <a:pt x="24489" y="19276"/>
                    </a:lnTo>
                    <a:lnTo>
                      <a:pt x="24489" y="4536"/>
                    </a:lnTo>
                    <a:cubicBezTo>
                      <a:pt x="24489" y="2706"/>
                      <a:pt x="23733" y="1134"/>
                      <a:pt x="22479" y="0"/>
                    </a:cubicBezTo>
                    <a:close/>
                  </a:path>
                </a:pathLst>
              </a:custGeom>
              <a:solidFill>
                <a:srgbClr val="45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6566600" y="4449400"/>
                <a:ext cx="6117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469" h="20829" extrusionOk="0">
                    <a:moveTo>
                      <a:pt x="6068" y="1"/>
                    </a:moveTo>
                    <a:cubicBezTo>
                      <a:pt x="2706" y="1"/>
                      <a:pt x="1" y="2726"/>
                      <a:pt x="1" y="6088"/>
                    </a:cubicBezTo>
                    <a:lnTo>
                      <a:pt x="1" y="20828"/>
                    </a:lnTo>
                    <a:lnTo>
                      <a:pt x="200" y="20828"/>
                    </a:lnTo>
                    <a:lnTo>
                      <a:pt x="200" y="6207"/>
                    </a:lnTo>
                    <a:cubicBezTo>
                      <a:pt x="200" y="2885"/>
                      <a:pt x="2885" y="160"/>
                      <a:pt x="6207" y="160"/>
                    </a:cubicBezTo>
                    <a:lnTo>
                      <a:pt x="18461" y="160"/>
                    </a:lnTo>
                    <a:cubicBezTo>
                      <a:pt x="21763" y="160"/>
                      <a:pt x="24469" y="2885"/>
                      <a:pt x="24469" y="6207"/>
                    </a:cubicBezTo>
                    <a:lnTo>
                      <a:pt x="24469" y="6088"/>
                    </a:lnTo>
                    <a:cubicBezTo>
                      <a:pt x="24469" y="2726"/>
                      <a:pt x="21763" y="1"/>
                      <a:pt x="18401" y="1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5766425" y="4417075"/>
                <a:ext cx="650500" cy="553050"/>
              </a:xfrm>
              <a:custGeom>
                <a:avLst/>
                <a:gdLst/>
                <a:ahLst/>
                <a:cxnLst/>
                <a:rect l="l" t="t" r="r" b="b"/>
                <a:pathLst>
                  <a:path w="26020" h="22122" extrusionOk="0">
                    <a:moveTo>
                      <a:pt x="6465" y="1"/>
                    </a:moveTo>
                    <a:cubicBezTo>
                      <a:pt x="2925" y="1"/>
                      <a:pt x="0" y="2885"/>
                      <a:pt x="0" y="6466"/>
                    </a:cubicBezTo>
                    <a:lnTo>
                      <a:pt x="0" y="22121"/>
                    </a:lnTo>
                    <a:lnTo>
                      <a:pt x="26020" y="22121"/>
                    </a:lnTo>
                    <a:lnTo>
                      <a:pt x="26020" y="6466"/>
                    </a:lnTo>
                    <a:cubicBezTo>
                      <a:pt x="26020" y="2905"/>
                      <a:pt x="23136" y="1"/>
                      <a:pt x="19555" y="1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5803225" y="4449400"/>
                <a:ext cx="6132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529" h="20829" extrusionOk="0">
                    <a:moveTo>
                      <a:pt x="6088" y="1"/>
                    </a:moveTo>
                    <a:cubicBezTo>
                      <a:pt x="2726" y="1"/>
                      <a:pt x="0" y="2726"/>
                      <a:pt x="0" y="6088"/>
                    </a:cubicBezTo>
                    <a:lnTo>
                      <a:pt x="0" y="20828"/>
                    </a:lnTo>
                    <a:lnTo>
                      <a:pt x="24528" y="20828"/>
                    </a:lnTo>
                    <a:lnTo>
                      <a:pt x="24528" y="6088"/>
                    </a:lnTo>
                    <a:cubicBezTo>
                      <a:pt x="24528" y="2726"/>
                      <a:pt x="21783" y="1"/>
                      <a:pt x="1842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5766425" y="4650825"/>
                <a:ext cx="1343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72" extrusionOk="0">
                    <a:moveTo>
                      <a:pt x="0" y="0"/>
                    </a:moveTo>
                    <a:lnTo>
                      <a:pt x="0" y="12771"/>
                    </a:lnTo>
                    <a:lnTo>
                      <a:pt x="5371" y="12771"/>
                    </a:lnTo>
                    <a:lnTo>
                      <a:pt x="1492" y="1154"/>
                    </a:lnTo>
                    <a:cubicBezTo>
                      <a:pt x="1209" y="1302"/>
                      <a:pt x="998" y="1390"/>
                      <a:pt x="828" y="1390"/>
                    </a:cubicBezTo>
                    <a:cubicBezTo>
                      <a:pt x="474" y="1390"/>
                      <a:pt x="296" y="1009"/>
                      <a:pt x="0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5803725" y="4488200"/>
                <a:ext cx="6127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19277" extrusionOk="0">
                    <a:moveTo>
                      <a:pt x="22479" y="0"/>
                    </a:moveTo>
                    <a:cubicBezTo>
                      <a:pt x="20032" y="1850"/>
                      <a:pt x="17267" y="3263"/>
                      <a:pt x="14323" y="4158"/>
                    </a:cubicBezTo>
                    <a:cubicBezTo>
                      <a:pt x="9628" y="5570"/>
                      <a:pt x="4456" y="5709"/>
                      <a:pt x="0" y="7659"/>
                    </a:cubicBezTo>
                    <a:lnTo>
                      <a:pt x="0" y="19276"/>
                    </a:lnTo>
                    <a:lnTo>
                      <a:pt x="24508" y="19276"/>
                    </a:lnTo>
                    <a:lnTo>
                      <a:pt x="24508" y="4536"/>
                    </a:lnTo>
                    <a:cubicBezTo>
                      <a:pt x="24508" y="2706"/>
                      <a:pt x="23732" y="1134"/>
                      <a:pt x="22479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5803725" y="4449400"/>
                <a:ext cx="6127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0829" extrusionOk="0">
                    <a:moveTo>
                      <a:pt x="6087" y="1"/>
                    </a:moveTo>
                    <a:cubicBezTo>
                      <a:pt x="2745" y="1"/>
                      <a:pt x="0" y="2726"/>
                      <a:pt x="0" y="6088"/>
                    </a:cubicBezTo>
                    <a:lnTo>
                      <a:pt x="0" y="20828"/>
                    </a:lnTo>
                    <a:lnTo>
                      <a:pt x="219" y="20828"/>
                    </a:lnTo>
                    <a:lnTo>
                      <a:pt x="219" y="6207"/>
                    </a:lnTo>
                    <a:cubicBezTo>
                      <a:pt x="219" y="2885"/>
                      <a:pt x="2905" y="160"/>
                      <a:pt x="6247" y="160"/>
                    </a:cubicBezTo>
                    <a:lnTo>
                      <a:pt x="18481" y="160"/>
                    </a:lnTo>
                    <a:cubicBezTo>
                      <a:pt x="21783" y="160"/>
                      <a:pt x="24508" y="2885"/>
                      <a:pt x="24508" y="6207"/>
                    </a:cubicBezTo>
                    <a:lnTo>
                      <a:pt x="24508" y="6088"/>
                    </a:lnTo>
                    <a:cubicBezTo>
                      <a:pt x="24508" y="2726"/>
                      <a:pt x="21783" y="1"/>
                      <a:pt x="18441" y="1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5004025" y="4417075"/>
                <a:ext cx="650025" cy="553050"/>
              </a:xfrm>
              <a:custGeom>
                <a:avLst/>
                <a:gdLst/>
                <a:ahLst/>
                <a:cxnLst/>
                <a:rect l="l" t="t" r="r" b="b"/>
                <a:pathLst>
                  <a:path w="26001" h="22122" extrusionOk="0">
                    <a:moveTo>
                      <a:pt x="6466" y="1"/>
                    </a:moveTo>
                    <a:cubicBezTo>
                      <a:pt x="2905" y="1"/>
                      <a:pt x="1" y="2885"/>
                      <a:pt x="1" y="6466"/>
                    </a:cubicBezTo>
                    <a:lnTo>
                      <a:pt x="1" y="22121"/>
                    </a:lnTo>
                    <a:lnTo>
                      <a:pt x="26001" y="22121"/>
                    </a:lnTo>
                    <a:lnTo>
                      <a:pt x="26001" y="6466"/>
                    </a:lnTo>
                    <a:cubicBezTo>
                      <a:pt x="26001" y="2905"/>
                      <a:pt x="23116" y="1"/>
                      <a:pt x="19535" y="1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5041325" y="4449400"/>
                <a:ext cx="6127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0829" extrusionOk="0">
                    <a:moveTo>
                      <a:pt x="6088" y="1"/>
                    </a:moveTo>
                    <a:cubicBezTo>
                      <a:pt x="2726" y="1"/>
                      <a:pt x="1" y="2726"/>
                      <a:pt x="1" y="6088"/>
                    </a:cubicBezTo>
                    <a:lnTo>
                      <a:pt x="1" y="20828"/>
                    </a:lnTo>
                    <a:lnTo>
                      <a:pt x="24509" y="20828"/>
                    </a:lnTo>
                    <a:lnTo>
                      <a:pt x="24509" y="6088"/>
                    </a:lnTo>
                    <a:cubicBezTo>
                      <a:pt x="24509" y="2726"/>
                      <a:pt x="21783" y="1"/>
                      <a:pt x="1842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5004025" y="4650825"/>
                <a:ext cx="1343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72" extrusionOk="0">
                    <a:moveTo>
                      <a:pt x="1" y="0"/>
                    </a:moveTo>
                    <a:lnTo>
                      <a:pt x="1" y="12771"/>
                    </a:lnTo>
                    <a:lnTo>
                      <a:pt x="5372" y="12771"/>
                    </a:lnTo>
                    <a:lnTo>
                      <a:pt x="1493" y="1154"/>
                    </a:lnTo>
                    <a:cubicBezTo>
                      <a:pt x="1209" y="1302"/>
                      <a:pt x="996" y="1390"/>
                      <a:pt x="824" y="1390"/>
                    </a:cubicBezTo>
                    <a:cubicBezTo>
                      <a:pt x="466" y="1390"/>
                      <a:pt x="283" y="1009"/>
                      <a:pt x="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5041825" y="4488200"/>
                <a:ext cx="6122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77" extrusionOk="0">
                    <a:moveTo>
                      <a:pt x="22479" y="0"/>
                    </a:moveTo>
                    <a:cubicBezTo>
                      <a:pt x="20013" y="1850"/>
                      <a:pt x="17248" y="3263"/>
                      <a:pt x="14323" y="4158"/>
                    </a:cubicBezTo>
                    <a:cubicBezTo>
                      <a:pt x="9629" y="5570"/>
                      <a:pt x="4457" y="5709"/>
                      <a:pt x="1" y="7659"/>
                    </a:cubicBezTo>
                    <a:lnTo>
                      <a:pt x="1" y="19276"/>
                    </a:lnTo>
                    <a:lnTo>
                      <a:pt x="24489" y="19276"/>
                    </a:lnTo>
                    <a:lnTo>
                      <a:pt x="24489" y="4536"/>
                    </a:lnTo>
                    <a:cubicBezTo>
                      <a:pt x="24489" y="2706"/>
                      <a:pt x="23713" y="1134"/>
                      <a:pt x="22479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5041325" y="4449400"/>
                <a:ext cx="6122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0829" extrusionOk="0">
                    <a:moveTo>
                      <a:pt x="6088" y="1"/>
                    </a:moveTo>
                    <a:cubicBezTo>
                      <a:pt x="2726" y="1"/>
                      <a:pt x="21" y="2726"/>
                      <a:pt x="1" y="6088"/>
                    </a:cubicBezTo>
                    <a:lnTo>
                      <a:pt x="1" y="20828"/>
                    </a:lnTo>
                    <a:lnTo>
                      <a:pt x="220" y="20828"/>
                    </a:lnTo>
                    <a:lnTo>
                      <a:pt x="220" y="6207"/>
                    </a:lnTo>
                    <a:cubicBezTo>
                      <a:pt x="220" y="2885"/>
                      <a:pt x="2905" y="160"/>
                      <a:pt x="6227" y="160"/>
                    </a:cubicBezTo>
                    <a:lnTo>
                      <a:pt x="18461" y="160"/>
                    </a:lnTo>
                    <a:cubicBezTo>
                      <a:pt x="21783" y="160"/>
                      <a:pt x="24489" y="2885"/>
                      <a:pt x="24489" y="6207"/>
                    </a:cubicBezTo>
                    <a:lnTo>
                      <a:pt x="24489" y="6088"/>
                    </a:lnTo>
                    <a:cubicBezTo>
                      <a:pt x="24489" y="2726"/>
                      <a:pt x="21783" y="1"/>
                      <a:pt x="18421" y="1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4241650" y="4417075"/>
                <a:ext cx="650500" cy="553050"/>
              </a:xfrm>
              <a:custGeom>
                <a:avLst/>
                <a:gdLst/>
                <a:ahLst/>
                <a:cxnLst/>
                <a:rect l="l" t="t" r="r" b="b"/>
                <a:pathLst>
                  <a:path w="26020" h="22122" extrusionOk="0">
                    <a:moveTo>
                      <a:pt x="6465" y="1"/>
                    </a:moveTo>
                    <a:cubicBezTo>
                      <a:pt x="2905" y="1"/>
                      <a:pt x="0" y="2885"/>
                      <a:pt x="0" y="6466"/>
                    </a:cubicBezTo>
                    <a:lnTo>
                      <a:pt x="0" y="22121"/>
                    </a:lnTo>
                    <a:lnTo>
                      <a:pt x="26020" y="22121"/>
                    </a:lnTo>
                    <a:lnTo>
                      <a:pt x="26020" y="6466"/>
                    </a:lnTo>
                    <a:cubicBezTo>
                      <a:pt x="26020" y="2905"/>
                      <a:pt x="23136" y="1"/>
                      <a:pt x="19555" y="1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4278450" y="4449400"/>
                <a:ext cx="6127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0829" extrusionOk="0">
                    <a:moveTo>
                      <a:pt x="6088" y="1"/>
                    </a:moveTo>
                    <a:cubicBezTo>
                      <a:pt x="2726" y="1"/>
                      <a:pt x="0" y="2726"/>
                      <a:pt x="0" y="6088"/>
                    </a:cubicBezTo>
                    <a:lnTo>
                      <a:pt x="0" y="20828"/>
                    </a:lnTo>
                    <a:lnTo>
                      <a:pt x="24508" y="20828"/>
                    </a:lnTo>
                    <a:lnTo>
                      <a:pt x="24508" y="6088"/>
                    </a:lnTo>
                    <a:cubicBezTo>
                      <a:pt x="24508" y="2726"/>
                      <a:pt x="21783" y="1"/>
                      <a:pt x="1842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4241650" y="4650825"/>
                <a:ext cx="1343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72" extrusionOk="0">
                    <a:moveTo>
                      <a:pt x="0" y="0"/>
                    </a:moveTo>
                    <a:lnTo>
                      <a:pt x="0" y="12771"/>
                    </a:lnTo>
                    <a:lnTo>
                      <a:pt x="5371" y="12771"/>
                    </a:lnTo>
                    <a:lnTo>
                      <a:pt x="1492" y="1154"/>
                    </a:lnTo>
                    <a:cubicBezTo>
                      <a:pt x="1209" y="1302"/>
                      <a:pt x="996" y="1390"/>
                      <a:pt x="824" y="1390"/>
                    </a:cubicBezTo>
                    <a:cubicBezTo>
                      <a:pt x="465" y="1390"/>
                      <a:pt x="283" y="1009"/>
                      <a:pt x="0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4278950" y="4488200"/>
                <a:ext cx="6122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77" extrusionOk="0">
                    <a:moveTo>
                      <a:pt x="22479" y="0"/>
                    </a:moveTo>
                    <a:cubicBezTo>
                      <a:pt x="20012" y="1850"/>
                      <a:pt x="17267" y="3263"/>
                      <a:pt x="14323" y="4158"/>
                    </a:cubicBezTo>
                    <a:cubicBezTo>
                      <a:pt x="9628" y="5570"/>
                      <a:pt x="4456" y="5709"/>
                      <a:pt x="0" y="7659"/>
                    </a:cubicBezTo>
                    <a:lnTo>
                      <a:pt x="0" y="19276"/>
                    </a:lnTo>
                    <a:lnTo>
                      <a:pt x="24488" y="19276"/>
                    </a:lnTo>
                    <a:lnTo>
                      <a:pt x="24488" y="4536"/>
                    </a:lnTo>
                    <a:cubicBezTo>
                      <a:pt x="24488" y="2706"/>
                      <a:pt x="23732" y="1134"/>
                      <a:pt x="22479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4278950" y="4449400"/>
                <a:ext cx="612225" cy="5207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0829" extrusionOk="0">
                    <a:moveTo>
                      <a:pt x="6087" y="1"/>
                    </a:moveTo>
                    <a:cubicBezTo>
                      <a:pt x="2746" y="1"/>
                      <a:pt x="0" y="2726"/>
                      <a:pt x="0" y="6088"/>
                    </a:cubicBezTo>
                    <a:lnTo>
                      <a:pt x="0" y="20828"/>
                    </a:lnTo>
                    <a:lnTo>
                      <a:pt x="219" y="20828"/>
                    </a:lnTo>
                    <a:lnTo>
                      <a:pt x="219" y="6207"/>
                    </a:lnTo>
                    <a:cubicBezTo>
                      <a:pt x="219" y="2885"/>
                      <a:pt x="2905" y="160"/>
                      <a:pt x="6247" y="160"/>
                    </a:cubicBezTo>
                    <a:lnTo>
                      <a:pt x="18481" y="160"/>
                    </a:lnTo>
                    <a:cubicBezTo>
                      <a:pt x="21783" y="160"/>
                      <a:pt x="24488" y="2885"/>
                      <a:pt x="24488" y="6207"/>
                    </a:cubicBezTo>
                    <a:lnTo>
                      <a:pt x="24488" y="6088"/>
                    </a:lnTo>
                    <a:cubicBezTo>
                      <a:pt x="24488" y="2726"/>
                      <a:pt x="21783" y="1"/>
                      <a:pt x="18421" y="1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810650" y="4622475"/>
                <a:ext cx="650525" cy="553525"/>
              </a:xfrm>
              <a:custGeom>
                <a:avLst/>
                <a:gdLst/>
                <a:ahLst/>
                <a:cxnLst/>
                <a:rect l="l" t="t" r="r" b="b"/>
                <a:pathLst>
                  <a:path w="26021" h="22141" extrusionOk="0">
                    <a:moveTo>
                      <a:pt x="6466" y="0"/>
                    </a:moveTo>
                    <a:cubicBezTo>
                      <a:pt x="2885" y="0"/>
                      <a:pt x="1" y="2925"/>
                      <a:pt x="1" y="6465"/>
                    </a:cubicBezTo>
                    <a:lnTo>
                      <a:pt x="1" y="22141"/>
                    </a:lnTo>
                    <a:lnTo>
                      <a:pt x="26020" y="22141"/>
                    </a:lnTo>
                    <a:lnTo>
                      <a:pt x="26020" y="6465"/>
                    </a:lnTo>
                    <a:cubicBezTo>
                      <a:pt x="26020" y="2885"/>
                      <a:pt x="23116" y="0"/>
                      <a:pt x="19555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810650" y="4654800"/>
                <a:ext cx="613225" cy="521200"/>
              </a:xfrm>
              <a:custGeom>
                <a:avLst/>
                <a:gdLst/>
                <a:ahLst/>
                <a:cxnLst/>
                <a:rect l="l" t="t" r="r" b="b"/>
                <a:pathLst>
                  <a:path w="24529" h="20848" extrusionOk="0">
                    <a:moveTo>
                      <a:pt x="6088" y="0"/>
                    </a:moveTo>
                    <a:cubicBezTo>
                      <a:pt x="2746" y="0"/>
                      <a:pt x="1" y="2746"/>
                      <a:pt x="1" y="6107"/>
                    </a:cubicBezTo>
                    <a:lnTo>
                      <a:pt x="1" y="20848"/>
                    </a:lnTo>
                    <a:lnTo>
                      <a:pt x="24528" y="20848"/>
                    </a:lnTo>
                    <a:lnTo>
                      <a:pt x="24528" y="6107"/>
                    </a:lnTo>
                    <a:cubicBezTo>
                      <a:pt x="24528" y="2746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1326875" y="4856200"/>
                <a:ext cx="13430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92" extrusionOk="0">
                    <a:moveTo>
                      <a:pt x="5371" y="1"/>
                    </a:moveTo>
                    <a:cubicBezTo>
                      <a:pt x="5073" y="1017"/>
                      <a:pt x="4886" y="1406"/>
                      <a:pt x="4527" y="1406"/>
                    </a:cubicBezTo>
                    <a:cubicBezTo>
                      <a:pt x="4358" y="1406"/>
                      <a:pt x="4152" y="1320"/>
                      <a:pt x="3879" y="1175"/>
                    </a:cubicBezTo>
                    <a:lnTo>
                      <a:pt x="0" y="12792"/>
                    </a:lnTo>
                    <a:lnTo>
                      <a:pt x="5371" y="12792"/>
                    </a:lnTo>
                    <a:lnTo>
                      <a:pt x="5371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810650" y="4729400"/>
                <a:ext cx="6122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77" extrusionOk="0">
                    <a:moveTo>
                      <a:pt x="2010" y="0"/>
                    </a:moveTo>
                    <a:cubicBezTo>
                      <a:pt x="777" y="1114"/>
                      <a:pt x="1" y="2706"/>
                      <a:pt x="1" y="4536"/>
                    </a:cubicBezTo>
                    <a:lnTo>
                      <a:pt x="1" y="19276"/>
                    </a:lnTo>
                    <a:lnTo>
                      <a:pt x="24489" y="19276"/>
                    </a:lnTo>
                    <a:lnTo>
                      <a:pt x="24489" y="7659"/>
                    </a:lnTo>
                    <a:cubicBezTo>
                      <a:pt x="20053" y="5709"/>
                      <a:pt x="14880" y="5570"/>
                      <a:pt x="10166" y="4158"/>
                    </a:cubicBezTo>
                    <a:cubicBezTo>
                      <a:pt x="7242" y="3263"/>
                      <a:pt x="4477" y="1850"/>
                      <a:pt x="2010" y="0"/>
                    </a:cubicBezTo>
                    <a:close/>
                  </a:path>
                </a:pathLst>
              </a:custGeom>
              <a:solidFill>
                <a:srgbClr val="45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811150" y="4654800"/>
                <a:ext cx="612725" cy="521200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0848" extrusionOk="0">
                    <a:moveTo>
                      <a:pt x="6068" y="0"/>
                    </a:moveTo>
                    <a:cubicBezTo>
                      <a:pt x="2726" y="0"/>
                      <a:pt x="1" y="2746"/>
                      <a:pt x="1" y="6107"/>
                    </a:cubicBezTo>
                    <a:lnTo>
                      <a:pt x="1" y="6227"/>
                    </a:lnTo>
                    <a:cubicBezTo>
                      <a:pt x="1" y="2885"/>
                      <a:pt x="2726" y="179"/>
                      <a:pt x="6028" y="179"/>
                    </a:cubicBezTo>
                    <a:lnTo>
                      <a:pt x="18262" y="179"/>
                    </a:lnTo>
                    <a:cubicBezTo>
                      <a:pt x="21584" y="179"/>
                      <a:pt x="24270" y="2885"/>
                      <a:pt x="24270" y="6227"/>
                    </a:cubicBezTo>
                    <a:lnTo>
                      <a:pt x="24270" y="20848"/>
                    </a:lnTo>
                    <a:lnTo>
                      <a:pt x="24508" y="20848"/>
                    </a:lnTo>
                    <a:lnTo>
                      <a:pt x="24508" y="6107"/>
                    </a:lnTo>
                    <a:cubicBezTo>
                      <a:pt x="24469" y="2726"/>
                      <a:pt x="21763" y="0"/>
                      <a:pt x="18401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>
                <a:off x="1573050" y="4622475"/>
                <a:ext cx="650000" cy="553525"/>
              </a:xfrm>
              <a:custGeom>
                <a:avLst/>
                <a:gdLst/>
                <a:ahLst/>
                <a:cxnLst/>
                <a:rect l="l" t="t" r="r" b="b"/>
                <a:pathLst>
                  <a:path w="26000" h="22141" extrusionOk="0">
                    <a:moveTo>
                      <a:pt x="6465" y="0"/>
                    </a:moveTo>
                    <a:cubicBezTo>
                      <a:pt x="2885" y="0"/>
                      <a:pt x="0" y="2925"/>
                      <a:pt x="0" y="6465"/>
                    </a:cubicBezTo>
                    <a:lnTo>
                      <a:pt x="0" y="22141"/>
                    </a:lnTo>
                    <a:lnTo>
                      <a:pt x="26000" y="22141"/>
                    </a:lnTo>
                    <a:lnTo>
                      <a:pt x="26000" y="6465"/>
                    </a:lnTo>
                    <a:cubicBezTo>
                      <a:pt x="26000" y="2885"/>
                      <a:pt x="23096" y="0"/>
                      <a:pt x="19535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1573550" y="4654800"/>
                <a:ext cx="613200" cy="521200"/>
              </a:xfrm>
              <a:custGeom>
                <a:avLst/>
                <a:gdLst/>
                <a:ahLst/>
                <a:cxnLst/>
                <a:rect l="l" t="t" r="r" b="b"/>
                <a:pathLst>
                  <a:path w="24528" h="20848" extrusionOk="0">
                    <a:moveTo>
                      <a:pt x="6087" y="0"/>
                    </a:moveTo>
                    <a:cubicBezTo>
                      <a:pt x="2725" y="0"/>
                      <a:pt x="0" y="2746"/>
                      <a:pt x="0" y="6107"/>
                    </a:cubicBezTo>
                    <a:lnTo>
                      <a:pt x="0" y="20848"/>
                    </a:lnTo>
                    <a:lnTo>
                      <a:pt x="24528" y="20848"/>
                    </a:lnTo>
                    <a:lnTo>
                      <a:pt x="24528" y="6107"/>
                    </a:lnTo>
                    <a:cubicBezTo>
                      <a:pt x="24528" y="2746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088750" y="4856200"/>
                <a:ext cx="13430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92" extrusionOk="0">
                    <a:moveTo>
                      <a:pt x="5372" y="1"/>
                    </a:moveTo>
                    <a:cubicBezTo>
                      <a:pt x="5087" y="1017"/>
                      <a:pt x="4904" y="1406"/>
                      <a:pt x="4540" y="1406"/>
                    </a:cubicBezTo>
                    <a:cubicBezTo>
                      <a:pt x="4369" y="1406"/>
                      <a:pt x="4159" y="1320"/>
                      <a:pt x="3880" y="1175"/>
                    </a:cubicBezTo>
                    <a:lnTo>
                      <a:pt x="1" y="12792"/>
                    </a:lnTo>
                    <a:lnTo>
                      <a:pt x="5372" y="12792"/>
                    </a:lnTo>
                    <a:lnTo>
                      <a:pt x="5372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1573550" y="4693575"/>
                <a:ext cx="612200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8" h="19277" extrusionOk="0">
                    <a:moveTo>
                      <a:pt x="2009" y="1"/>
                    </a:moveTo>
                    <a:cubicBezTo>
                      <a:pt x="776" y="1115"/>
                      <a:pt x="0" y="2706"/>
                      <a:pt x="0" y="4517"/>
                    </a:cubicBezTo>
                    <a:lnTo>
                      <a:pt x="0" y="19277"/>
                    </a:lnTo>
                    <a:lnTo>
                      <a:pt x="24488" y="19277"/>
                    </a:lnTo>
                    <a:lnTo>
                      <a:pt x="24488" y="7660"/>
                    </a:lnTo>
                    <a:cubicBezTo>
                      <a:pt x="20032" y="5690"/>
                      <a:pt x="14860" y="5571"/>
                      <a:pt x="10165" y="4159"/>
                    </a:cubicBezTo>
                    <a:cubicBezTo>
                      <a:pt x="7241" y="3263"/>
                      <a:pt x="4476" y="1831"/>
                      <a:pt x="2009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1573550" y="4654800"/>
                <a:ext cx="612200" cy="521200"/>
              </a:xfrm>
              <a:custGeom>
                <a:avLst/>
                <a:gdLst/>
                <a:ahLst/>
                <a:cxnLst/>
                <a:rect l="l" t="t" r="r" b="b"/>
                <a:pathLst>
                  <a:path w="24488" h="20848" extrusionOk="0">
                    <a:moveTo>
                      <a:pt x="6067" y="0"/>
                    </a:moveTo>
                    <a:cubicBezTo>
                      <a:pt x="2706" y="0"/>
                      <a:pt x="0" y="2746"/>
                      <a:pt x="0" y="6107"/>
                    </a:cubicBezTo>
                    <a:lnTo>
                      <a:pt x="0" y="6227"/>
                    </a:lnTo>
                    <a:cubicBezTo>
                      <a:pt x="0" y="2885"/>
                      <a:pt x="2706" y="179"/>
                      <a:pt x="6008" y="179"/>
                    </a:cubicBezTo>
                    <a:lnTo>
                      <a:pt x="18262" y="179"/>
                    </a:lnTo>
                    <a:cubicBezTo>
                      <a:pt x="21584" y="179"/>
                      <a:pt x="24269" y="2885"/>
                      <a:pt x="24269" y="6227"/>
                    </a:cubicBezTo>
                    <a:lnTo>
                      <a:pt x="24269" y="20848"/>
                    </a:lnTo>
                    <a:lnTo>
                      <a:pt x="24488" y="20848"/>
                    </a:lnTo>
                    <a:lnTo>
                      <a:pt x="24488" y="6107"/>
                    </a:lnTo>
                    <a:cubicBezTo>
                      <a:pt x="24488" y="2726"/>
                      <a:pt x="21763" y="0"/>
                      <a:pt x="1840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335925" y="4622475"/>
                <a:ext cx="650025" cy="553525"/>
              </a:xfrm>
              <a:custGeom>
                <a:avLst/>
                <a:gdLst/>
                <a:ahLst/>
                <a:cxnLst/>
                <a:rect l="l" t="t" r="r" b="b"/>
                <a:pathLst>
                  <a:path w="26001" h="22141" extrusionOk="0">
                    <a:moveTo>
                      <a:pt x="6466" y="0"/>
                    </a:moveTo>
                    <a:cubicBezTo>
                      <a:pt x="2885" y="0"/>
                      <a:pt x="1" y="2925"/>
                      <a:pt x="1" y="6465"/>
                    </a:cubicBezTo>
                    <a:lnTo>
                      <a:pt x="1" y="22141"/>
                    </a:lnTo>
                    <a:lnTo>
                      <a:pt x="26000" y="22141"/>
                    </a:lnTo>
                    <a:lnTo>
                      <a:pt x="26000" y="6465"/>
                    </a:lnTo>
                    <a:cubicBezTo>
                      <a:pt x="26000" y="2885"/>
                      <a:pt x="23096" y="0"/>
                      <a:pt x="19535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335925" y="4654800"/>
                <a:ext cx="612725" cy="521200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0848" extrusionOk="0">
                    <a:moveTo>
                      <a:pt x="6088" y="0"/>
                    </a:moveTo>
                    <a:cubicBezTo>
                      <a:pt x="2726" y="0"/>
                      <a:pt x="1" y="2746"/>
                      <a:pt x="1" y="6107"/>
                    </a:cubicBezTo>
                    <a:lnTo>
                      <a:pt x="1" y="20848"/>
                    </a:lnTo>
                    <a:lnTo>
                      <a:pt x="24508" y="20848"/>
                    </a:lnTo>
                    <a:lnTo>
                      <a:pt x="24508" y="6107"/>
                    </a:lnTo>
                    <a:cubicBezTo>
                      <a:pt x="24508" y="2746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51650" y="4856200"/>
                <a:ext cx="13430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92" extrusionOk="0">
                    <a:moveTo>
                      <a:pt x="5371" y="1"/>
                    </a:moveTo>
                    <a:cubicBezTo>
                      <a:pt x="5087" y="1017"/>
                      <a:pt x="4904" y="1406"/>
                      <a:pt x="4539" y="1406"/>
                    </a:cubicBezTo>
                    <a:cubicBezTo>
                      <a:pt x="4369" y="1406"/>
                      <a:pt x="4159" y="1320"/>
                      <a:pt x="3879" y="1175"/>
                    </a:cubicBezTo>
                    <a:lnTo>
                      <a:pt x="0" y="12792"/>
                    </a:lnTo>
                    <a:lnTo>
                      <a:pt x="5371" y="12792"/>
                    </a:lnTo>
                    <a:lnTo>
                      <a:pt x="5371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2335925" y="4693575"/>
                <a:ext cx="6122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77" extrusionOk="0">
                    <a:moveTo>
                      <a:pt x="2010" y="1"/>
                    </a:moveTo>
                    <a:cubicBezTo>
                      <a:pt x="757" y="1115"/>
                      <a:pt x="1" y="2706"/>
                      <a:pt x="1" y="4517"/>
                    </a:cubicBezTo>
                    <a:lnTo>
                      <a:pt x="1" y="19277"/>
                    </a:lnTo>
                    <a:lnTo>
                      <a:pt x="24488" y="19277"/>
                    </a:lnTo>
                    <a:lnTo>
                      <a:pt x="24488" y="7660"/>
                    </a:lnTo>
                    <a:cubicBezTo>
                      <a:pt x="20033" y="5690"/>
                      <a:pt x="14860" y="5571"/>
                      <a:pt x="10166" y="4159"/>
                    </a:cubicBezTo>
                    <a:cubicBezTo>
                      <a:pt x="7222" y="3263"/>
                      <a:pt x="4476" y="1831"/>
                      <a:pt x="2010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2335925" y="4654800"/>
                <a:ext cx="612225" cy="521200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0848" extrusionOk="0">
                    <a:moveTo>
                      <a:pt x="6068" y="0"/>
                    </a:moveTo>
                    <a:cubicBezTo>
                      <a:pt x="2706" y="0"/>
                      <a:pt x="1" y="2746"/>
                      <a:pt x="1" y="6107"/>
                    </a:cubicBezTo>
                    <a:lnTo>
                      <a:pt x="1" y="6227"/>
                    </a:lnTo>
                    <a:cubicBezTo>
                      <a:pt x="1" y="2885"/>
                      <a:pt x="2706" y="179"/>
                      <a:pt x="6008" y="179"/>
                    </a:cubicBezTo>
                    <a:lnTo>
                      <a:pt x="18242" y="179"/>
                    </a:lnTo>
                    <a:cubicBezTo>
                      <a:pt x="21584" y="179"/>
                      <a:pt x="24270" y="2885"/>
                      <a:pt x="24270" y="6227"/>
                    </a:cubicBezTo>
                    <a:lnTo>
                      <a:pt x="24270" y="20848"/>
                    </a:lnTo>
                    <a:lnTo>
                      <a:pt x="24488" y="20848"/>
                    </a:lnTo>
                    <a:lnTo>
                      <a:pt x="24488" y="6107"/>
                    </a:lnTo>
                    <a:cubicBezTo>
                      <a:pt x="24488" y="2726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3097825" y="4622475"/>
                <a:ext cx="650500" cy="553525"/>
              </a:xfrm>
              <a:custGeom>
                <a:avLst/>
                <a:gdLst/>
                <a:ahLst/>
                <a:cxnLst/>
                <a:rect l="l" t="t" r="r" b="b"/>
                <a:pathLst>
                  <a:path w="26020" h="22141" extrusionOk="0">
                    <a:moveTo>
                      <a:pt x="6465" y="0"/>
                    </a:moveTo>
                    <a:cubicBezTo>
                      <a:pt x="2885" y="0"/>
                      <a:pt x="0" y="2925"/>
                      <a:pt x="0" y="6465"/>
                    </a:cubicBezTo>
                    <a:lnTo>
                      <a:pt x="0" y="22141"/>
                    </a:lnTo>
                    <a:lnTo>
                      <a:pt x="26020" y="22141"/>
                    </a:lnTo>
                    <a:lnTo>
                      <a:pt x="26020" y="6465"/>
                    </a:lnTo>
                    <a:cubicBezTo>
                      <a:pt x="26020" y="2885"/>
                      <a:pt x="23096" y="0"/>
                      <a:pt x="19555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3097825" y="4654800"/>
                <a:ext cx="613200" cy="521200"/>
              </a:xfrm>
              <a:custGeom>
                <a:avLst/>
                <a:gdLst/>
                <a:ahLst/>
                <a:cxnLst/>
                <a:rect l="l" t="t" r="r" b="b"/>
                <a:pathLst>
                  <a:path w="24528" h="20848" extrusionOk="0">
                    <a:moveTo>
                      <a:pt x="6087" y="0"/>
                    </a:moveTo>
                    <a:cubicBezTo>
                      <a:pt x="2745" y="0"/>
                      <a:pt x="0" y="2746"/>
                      <a:pt x="0" y="6107"/>
                    </a:cubicBezTo>
                    <a:lnTo>
                      <a:pt x="0" y="20848"/>
                    </a:lnTo>
                    <a:lnTo>
                      <a:pt x="24528" y="20848"/>
                    </a:lnTo>
                    <a:lnTo>
                      <a:pt x="24528" y="6107"/>
                    </a:lnTo>
                    <a:cubicBezTo>
                      <a:pt x="24528" y="2746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3614025" y="4856200"/>
                <a:ext cx="13430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92" extrusionOk="0">
                    <a:moveTo>
                      <a:pt x="5372" y="1"/>
                    </a:moveTo>
                    <a:cubicBezTo>
                      <a:pt x="5074" y="1017"/>
                      <a:pt x="4886" y="1406"/>
                      <a:pt x="4527" y="1406"/>
                    </a:cubicBezTo>
                    <a:cubicBezTo>
                      <a:pt x="4359" y="1406"/>
                      <a:pt x="4153" y="1320"/>
                      <a:pt x="3880" y="1175"/>
                    </a:cubicBezTo>
                    <a:lnTo>
                      <a:pt x="1" y="12792"/>
                    </a:lnTo>
                    <a:lnTo>
                      <a:pt x="5372" y="12792"/>
                    </a:lnTo>
                    <a:lnTo>
                      <a:pt x="5372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3098325" y="4693575"/>
                <a:ext cx="612700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508" h="19277" extrusionOk="0">
                    <a:moveTo>
                      <a:pt x="2029" y="1"/>
                    </a:moveTo>
                    <a:cubicBezTo>
                      <a:pt x="776" y="1115"/>
                      <a:pt x="0" y="2706"/>
                      <a:pt x="0" y="4517"/>
                    </a:cubicBezTo>
                    <a:lnTo>
                      <a:pt x="0" y="19277"/>
                    </a:lnTo>
                    <a:lnTo>
                      <a:pt x="24508" y="19277"/>
                    </a:lnTo>
                    <a:lnTo>
                      <a:pt x="24508" y="7660"/>
                    </a:lnTo>
                    <a:cubicBezTo>
                      <a:pt x="20052" y="5690"/>
                      <a:pt x="14880" y="5571"/>
                      <a:pt x="10185" y="4159"/>
                    </a:cubicBezTo>
                    <a:cubicBezTo>
                      <a:pt x="7241" y="3263"/>
                      <a:pt x="4476" y="1831"/>
                      <a:pt x="2029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3098325" y="4654800"/>
                <a:ext cx="612700" cy="521200"/>
              </a:xfrm>
              <a:custGeom>
                <a:avLst/>
                <a:gdLst/>
                <a:ahLst/>
                <a:cxnLst/>
                <a:rect l="l" t="t" r="r" b="b"/>
                <a:pathLst>
                  <a:path w="24508" h="20848" extrusionOk="0">
                    <a:moveTo>
                      <a:pt x="6067" y="0"/>
                    </a:moveTo>
                    <a:cubicBezTo>
                      <a:pt x="2725" y="0"/>
                      <a:pt x="0" y="2746"/>
                      <a:pt x="0" y="6107"/>
                    </a:cubicBezTo>
                    <a:lnTo>
                      <a:pt x="0" y="6227"/>
                    </a:lnTo>
                    <a:cubicBezTo>
                      <a:pt x="0" y="2885"/>
                      <a:pt x="2725" y="179"/>
                      <a:pt x="6028" y="179"/>
                    </a:cubicBezTo>
                    <a:lnTo>
                      <a:pt x="18262" y="179"/>
                    </a:lnTo>
                    <a:cubicBezTo>
                      <a:pt x="21584" y="179"/>
                      <a:pt x="24269" y="2885"/>
                      <a:pt x="24269" y="6227"/>
                    </a:cubicBezTo>
                    <a:lnTo>
                      <a:pt x="24269" y="20848"/>
                    </a:lnTo>
                    <a:lnTo>
                      <a:pt x="24488" y="20848"/>
                    </a:lnTo>
                    <a:lnTo>
                      <a:pt x="24488" y="6107"/>
                    </a:lnTo>
                    <a:cubicBezTo>
                      <a:pt x="24508" y="2726"/>
                      <a:pt x="21763" y="0"/>
                      <a:pt x="1840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6147875" y="4622475"/>
                <a:ext cx="650000" cy="553525"/>
              </a:xfrm>
              <a:custGeom>
                <a:avLst/>
                <a:gdLst/>
                <a:ahLst/>
                <a:cxnLst/>
                <a:rect l="l" t="t" r="r" b="b"/>
                <a:pathLst>
                  <a:path w="26000" h="22141" extrusionOk="0">
                    <a:moveTo>
                      <a:pt x="6465" y="0"/>
                    </a:moveTo>
                    <a:cubicBezTo>
                      <a:pt x="2904" y="0"/>
                      <a:pt x="0" y="2885"/>
                      <a:pt x="0" y="6465"/>
                    </a:cubicBezTo>
                    <a:lnTo>
                      <a:pt x="0" y="22141"/>
                    </a:lnTo>
                    <a:lnTo>
                      <a:pt x="26000" y="22141"/>
                    </a:lnTo>
                    <a:lnTo>
                      <a:pt x="26000" y="6465"/>
                    </a:lnTo>
                    <a:cubicBezTo>
                      <a:pt x="26000" y="2925"/>
                      <a:pt x="23115" y="0"/>
                      <a:pt x="19535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6184175" y="4654800"/>
                <a:ext cx="613200" cy="521200"/>
              </a:xfrm>
              <a:custGeom>
                <a:avLst/>
                <a:gdLst/>
                <a:ahLst/>
                <a:cxnLst/>
                <a:rect l="l" t="t" r="r" b="b"/>
                <a:pathLst>
                  <a:path w="24528" h="20848" extrusionOk="0">
                    <a:moveTo>
                      <a:pt x="6107" y="0"/>
                    </a:moveTo>
                    <a:cubicBezTo>
                      <a:pt x="2745" y="0"/>
                      <a:pt x="0" y="2746"/>
                      <a:pt x="0" y="6107"/>
                    </a:cubicBezTo>
                    <a:lnTo>
                      <a:pt x="0" y="20848"/>
                    </a:lnTo>
                    <a:lnTo>
                      <a:pt x="24528" y="20848"/>
                    </a:lnTo>
                    <a:lnTo>
                      <a:pt x="24528" y="6107"/>
                    </a:lnTo>
                    <a:cubicBezTo>
                      <a:pt x="24528" y="2746"/>
                      <a:pt x="21783" y="0"/>
                      <a:pt x="1844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6147875" y="4856200"/>
                <a:ext cx="13430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92" extrusionOk="0">
                    <a:moveTo>
                      <a:pt x="0" y="1"/>
                    </a:moveTo>
                    <a:lnTo>
                      <a:pt x="0" y="12792"/>
                    </a:lnTo>
                    <a:lnTo>
                      <a:pt x="5371" y="12792"/>
                    </a:lnTo>
                    <a:lnTo>
                      <a:pt x="1492" y="1175"/>
                    </a:lnTo>
                    <a:cubicBezTo>
                      <a:pt x="1213" y="1320"/>
                      <a:pt x="1002" y="1406"/>
                      <a:pt x="832" y="1406"/>
                    </a:cubicBezTo>
                    <a:cubicBezTo>
                      <a:pt x="468" y="1406"/>
                      <a:pt x="285" y="1017"/>
                      <a:pt x="0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6185150" y="4729400"/>
                <a:ext cx="6122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77" extrusionOk="0">
                    <a:moveTo>
                      <a:pt x="22480" y="0"/>
                    </a:moveTo>
                    <a:cubicBezTo>
                      <a:pt x="20013" y="1850"/>
                      <a:pt x="17248" y="3263"/>
                      <a:pt x="14324" y="4158"/>
                    </a:cubicBezTo>
                    <a:cubicBezTo>
                      <a:pt x="9609" y="5570"/>
                      <a:pt x="4437" y="5709"/>
                      <a:pt x="1" y="7659"/>
                    </a:cubicBezTo>
                    <a:lnTo>
                      <a:pt x="1" y="19276"/>
                    </a:lnTo>
                    <a:lnTo>
                      <a:pt x="24489" y="19276"/>
                    </a:lnTo>
                    <a:lnTo>
                      <a:pt x="24489" y="4536"/>
                    </a:lnTo>
                    <a:cubicBezTo>
                      <a:pt x="24489" y="2706"/>
                      <a:pt x="23713" y="1114"/>
                      <a:pt x="22480" y="0"/>
                    </a:cubicBezTo>
                    <a:close/>
                  </a:path>
                </a:pathLst>
              </a:custGeom>
              <a:solidFill>
                <a:srgbClr val="45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6184675" y="4654800"/>
                <a:ext cx="612700" cy="521200"/>
              </a:xfrm>
              <a:custGeom>
                <a:avLst/>
                <a:gdLst/>
                <a:ahLst/>
                <a:cxnLst/>
                <a:rect l="l" t="t" r="r" b="b"/>
                <a:pathLst>
                  <a:path w="24508" h="20848" extrusionOk="0">
                    <a:moveTo>
                      <a:pt x="6107" y="0"/>
                    </a:moveTo>
                    <a:cubicBezTo>
                      <a:pt x="2745" y="0"/>
                      <a:pt x="20" y="2726"/>
                      <a:pt x="0" y="6107"/>
                    </a:cubicBezTo>
                    <a:lnTo>
                      <a:pt x="0" y="20848"/>
                    </a:lnTo>
                    <a:lnTo>
                      <a:pt x="239" y="20848"/>
                    </a:lnTo>
                    <a:lnTo>
                      <a:pt x="239" y="6227"/>
                    </a:lnTo>
                    <a:cubicBezTo>
                      <a:pt x="239" y="2885"/>
                      <a:pt x="2924" y="179"/>
                      <a:pt x="6246" y="179"/>
                    </a:cubicBezTo>
                    <a:lnTo>
                      <a:pt x="18480" y="179"/>
                    </a:lnTo>
                    <a:cubicBezTo>
                      <a:pt x="21802" y="179"/>
                      <a:pt x="24508" y="2885"/>
                      <a:pt x="24508" y="6227"/>
                    </a:cubicBezTo>
                    <a:lnTo>
                      <a:pt x="24508" y="6107"/>
                    </a:lnTo>
                    <a:cubicBezTo>
                      <a:pt x="24508" y="2746"/>
                      <a:pt x="21802" y="0"/>
                      <a:pt x="18441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5385475" y="4622475"/>
                <a:ext cx="650525" cy="553525"/>
              </a:xfrm>
              <a:custGeom>
                <a:avLst/>
                <a:gdLst/>
                <a:ahLst/>
                <a:cxnLst/>
                <a:rect l="l" t="t" r="r" b="b"/>
                <a:pathLst>
                  <a:path w="26021" h="22141" extrusionOk="0">
                    <a:moveTo>
                      <a:pt x="6466" y="0"/>
                    </a:moveTo>
                    <a:cubicBezTo>
                      <a:pt x="2905" y="0"/>
                      <a:pt x="1" y="2885"/>
                      <a:pt x="1" y="6465"/>
                    </a:cubicBezTo>
                    <a:lnTo>
                      <a:pt x="1" y="22141"/>
                    </a:lnTo>
                    <a:lnTo>
                      <a:pt x="26020" y="22141"/>
                    </a:lnTo>
                    <a:lnTo>
                      <a:pt x="26020" y="6465"/>
                    </a:lnTo>
                    <a:cubicBezTo>
                      <a:pt x="26020" y="2925"/>
                      <a:pt x="23136" y="0"/>
                      <a:pt x="19555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5422275" y="4654800"/>
                <a:ext cx="612725" cy="521200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0848" extrusionOk="0">
                    <a:moveTo>
                      <a:pt x="6088" y="0"/>
                    </a:moveTo>
                    <a:cubicBezTo>
                      <a:pt x="2726" y="0"/>
                      <a:pt x="1" y="2746"/>
                      <a:pt x="1" y="6107"/>
                    </a:cubicBezTo>
                    <a:lnTo>
                      <a:pt x="1" y="20848"/>
                    </a:lnTo>
                    <a:lnTo>
                      <a:pt x="24508" y="20848"/>
                    </a:lnTo>
                    <a:lnTo>
                      <a:pt x="24508" y="6107"/>
                    </a:lnTo>
                    <a:cubicBezTo>
                      <a:pt x="24508" y="2746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5385475" y="4856200"/>
                <a:ext cx="13430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92" extrusionOk="0">
                    <a:moveTo>
                      <a:pt x="1" y="1"/>
                    </a:moveTo>
                    <a:lnTo>
                      <a:pt x="1" y="12792"/>
                    </a:lnTo>
                    <a:lnTo>
                      <a:pt x="5372" y="12792"/>
                    </a:lnTo>
                    <a:lnTo>
                      <a:pt x="1492" y="1175"/>
                    </a:lnTo>
                    <a:cubicBezTo>
                      <a:pt x="1213" y="1320"/>
                      <a:pt x="1003" y="1406"/>
                      <a:pt x="832" y="1406"/>
                    </a:cubicBezTo>
                    <a:cubicBezTo>
                      <a:pt x="468" y="1406"/>
                      <a:pt x="285" y="1017"/>
                      <a:pt x="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5422775" y="4693575"/>
                <a:ext cx="6122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77" extrusionOk="0">
                    <a:moveTo>
                      <a:pt x="22479" y="1"/>
                    </a:moveTo>
                    <a:cubicBezTo>
                      <a:pt x="20013" y="1831"/>
                      <a:pt x="17267" y="3263"/>
                      <a:pt x="14323" y="4159"/>
                    </a:cubicBezTo>
                    <a:cubicBezTo>
                      <a:pt x="9629" y="5571"/>
                      <a:pt x="4456" y="5690"/>
                      <a:pt x="0" y="7660"/>
                    </a:cubicBezTo>
                    <a:lnTo>
                      <a:pt x="0" y="19277"/>
                    </a:lnTo>
                    <a:lnTo>
                      <a:pt x="24488" y="19277"/>
                    </a:lnTo>
                    <a:lnTo>
                      <a:pt x="24488" y="4517"/>
                    </a:lnTo>
                    <a:cubicBezTo>
                      <a:pt x="24488" y="2706"/>
                      <a:pt x="23732" y="1115"/>
                      <a:pt x="22479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5422775" y="4654800"/>
                <a:ext cx="611725" cy="521200"/>
              </a:xfrm>
              <a:custGeom>
                <a:avLst/>
                <a:gdLst/>
                <a:ahLst/>
                <a:cxnLst/>
                <a:rect l="l" t="t" r="r" b="b"/>
                <a:pathLst>
                  <a:path w="24469" h="20848" extrusionOk="0">
                    <a:moveTo>
                      <a:pt x="6068" y="0"/>
                    </a:moveTo>
                    <a:cubicBezTo>
                      <a:pt x="2706" y="0"/>
                      <a:pt x="0" y="2726"/>
                      <a:pt x="0" y="6107"/>
                    </a:cubicBezTo>
                    <a:lnTo>
                      <a:pt x="0" y="20848"/>
                    </a:lnTo>
                    <a:lnTo>
                      <a:pt x="199" y="20848"/>
                    </a:lnTo>
                    <a:lnTo>
                      <a:pt x="199" y="6227"/>
                    </a:lnTo>
                    <a:cubicBezTo>
                      <a:pt x="199" y="2885"/>
                      <a:pt x="2885" y="179"/>
                      <a:pt x="6207" y="179"/>
                    </a:cubicBezTo>
                    <a:lnTo>
                      <a:pt x="18441" y="179"/>
                    </a:lnTo>
                    <a:cubicBezTo>
                      <a:pt x="21763" y="179"/>
                      <a:pt x="24468" y="2885"/>
                      <a:pt x="24468" y="6227"/>
                    </a:cubicBezTo>
                    <a:lnTo>
                      <a:pt x="24468" y="6107"/>
                    </a:lnTo>
                    <a:cubicBezTo>
                      <a:pt x="24468" y="2746"/>
                      <a:pt x="21763" y="0"/>
                      <a:pt x="1840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4622600" y="4622475"/>
                <a:ext cx="650500" cy="553525"/>
              </a:xfrm>
              <a:custGeom>
                <a:avLst/>
                <a:gdLst/>
                <a:ahLst/>
                <a:cxnLst/>
                <a:rect l="l" t="t" r="r" b="b"/>
                <a:pathLst>
                  <a:path w="26020" h="22141" extrusionOk="0">
                    <a:moveTo>
                      <a:pt x="6465" y="0"/>
                    </a:moveTo>
                    <a:cubicBezTo>
                      <a:pt x="2904" y="0"/>
                      <a:pt x="0" y="2885"/>
                      <a:pt x="0" y="6465"/>
                    </a:cubicBezTo>
                    <a:lnTo>
                      <a:pt x="0" y="22141"/>
                    </a:lnTo>
                    <a:lnTo>
                      <a:pt x="26020" y="22141"/>
                    </a:lnTo>
                    <a:lnTo>
                      <a:pt x="26020" y="6465"/>
                    </a:lnTo>
                    <a:cubicBezTo>
                      <a:pt x="26020" y="2925"/>
                      <a:pt x="23135" y="0"/>
                      <a:pt x="19555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4659900" y="4654800"/>
                <a:ext cx="613200" cy="521200"/>
              </a:xfrm>
              <a:custGeom>
                <a:avLst/>
                <a:gdLst/>
                <a:ahLst/>
                <a:cxnLst/>
                <a:rect l="l" t="t" r="r" b="b"/>
                <a:pathLst>
                  <a:path w="24528" h="20848" extrusionOk="0">
                    <a:moveTo>
                      <a:pt x="6087" y="0"/>
                    </a:moveTo>
                    <a:cubicBezTo>
                      <a:pt x="2745" y="0"/>
                      <a:pt x="0" y="2746"/>
                      <a:pt x="0" y="6107"/>
                    </a:cubicBezTo>
                    <a:lnTo>
                      <a:pt x="0" y="20848"/>
                    </a:lnTo>
                    <a:lnTo>
                      <a:pt x="24528" y="20848"/>
                    </a:lnTo>
                    <a:lnTo>
                      <a:pt x="24528" y="6107"/>
                    </a:lnTo>
                    <a:cubicBezTo>
                      <a:pt x="24528" y="2746"/>
                      <a:pt x="21783" y="0"/>
                      <a:pt x="1844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4622600" y="4856200"/>
                <a:ext cx="13430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92" extrusionOk="0">
                    <a:moveTo>
                      <a:pt x="0" y="1"/>
                    </a:moveTo>
                    <a:lnTo>
                      <a:pt x="0" y="12792"/>
                    </a:lnTo>
                    <a:lnTo>
                      <a:pt x="5371" y="12792"/>
                    </a:lnTo>
                    <a:lnTo>
                      <a:pt x="1492" y="1175"/>
                    </a:lnTo>
                    <a:cubicBezTo>
                      <a:pt x="1219" y="1320"/>
                      <a:pt x="1013" y="1406"/>
                      <a:pt x="845" y="1406"/>
                    </a:cubicBezTo>
                    <a:cubicBezTo>
                      <a:pt x="486" y="1406"/>
                      <a:pt x="298" y="1017"/>
                      <a:pt x="0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4660875" y="4693575"/>
                <a:ext cx="6122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77" extrusionOk="0">
                    <a:moveTo>
                      <a:pt x="22460" y="1"/>
                    </a:moveTo>
                    <a:cubicBezTo>
                      <a:pt x="20013" y="1831"/>
                      <a:pt x="17248" y="3263"/>
                      <a:pt x="14324" y="4159"/>
                    </a:cubicBezTo>
                    <a:cubicBezTo>
                      <a:pt x="9609" y="5571"/>
                      <a:pt x="4437" y="5690"/>
                      <a:pt x="1" y="7660"/>
                    </a:cubicBezTo>
                    <a:lnTo>
                      <a:pt x="1" y="19277"/>
                    </a:lnTo>
                    <a:lnTo>
                      <a:pt x="24489" y="19277"/>
                    </a:lnTo>
                    <a:lnTo>
                      <a:pt x="24489" y="4517"/>
                    </a:lnTo>
                    <a:cubicBezTo>
                      <a:pt x="24489" y="2706"/>
                      <a:pt x="23713" y="1115"/>
                      <a:pt x="22460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4659900" y="4654800"/>
                <a:ext cx="612700" cy="521200"/>
              </a:xfrm>
              <a:custGeom>
                <a:avLst/>
                <a:gdLst/>
                <a:ahLst/>
                <a:cxnLst/>
                <a:rect l="l" t="t" r="r" b="b"/>
                <a:pathLst>
                  <a:path w="24508" h="20848" extrusionOk="0">
                    <a:moveTo>
                      <a:pt x="6107" y="0"/>
                    </a:moveTo>
                    <a:cubicBezTo>
                      <a:pt x="2745" y="0"/>
                      <a:pt x="40" y="2726"/>
                      <a:pt x="0" y="6107"/>
                    </a:cubicBezTo>
                    <a:lnTo>
                      <a:pt x="0" y="20848"/>
                    </a:lnTo>
                    <a:lnTo>
                      <a:pt x="239" y="20848"/>
                    </a:lnTo>
                    <a:lnTo>
                      <a:pt x="239" y="6227"/>
                    </a:lnTo>
                    <a:cubicBezTo>
                      <a:pt x="239" y="2885"/>
                      <a:pt x="2924" y="179"/>
                      <a:pt x="6246" y="179"/>
                    </a:cubicBezTo>
                    <a:lnTo>
                      <a:pt x="18480" y="179"/>
                    </a:lnTo>
                    <a:cubicBezTo>
                      <a:pt x="21783" y="179"/>
                      <a:pt x="24508" y="2885"/>
                      <a:pt x="24508" y="6227"/>
                    </a:cubicBezTo>
                    <a:lnTo>
                      <a:pt x="24508" y="6107"/>
                    </a:lnTo>
                    <a:cubicBezTo>
                      <a:pt x="24508" y="2746"/>
                      <a:pt x="21783" y="0"/>
                      <a:pt x="1844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3860700" y="4622475"/>
                <a:ext cx="650025" cy="553525"/>
              </a:xfrm>
              <a:custGeom>
                <a:avLst/>
                <a:gdLst/>
                <a:ahLst/>
                <a:cxnLst/>
                <a:rect l="l" t="t" r="r" b="b"/>
                <a:pathLst>
                  <a:path w="26001" h="22141" extrusionOk="0">
                    <a:moveTo>
                      <a:pt x="6466" y="0"/>
                    </a:moveTo>
                    <a:cubicBezTo>
                      <a:pt x="2905" y="0"/>
                      <a:pt x="1" y="2885"/>
                      <a:pt x="1" y="6465"/>
                    </a:cubicBezTo>
                    <a:lnTo>
                      <a:pt x="1" y="22141"/>
                    </a:lnTo>
                    <a:lnTo>
                      <a:pt x="26000" y="22141"/>
                    </a:lnTo>
                    <a:lnTo>
                      <a:pt x="26000" y="6465"/>
                    </a:lnTo>
                    <a:cubicBezTo>
                      <a:pt x="26000" y="2925"/>
                      <a:pt x="23116" y="0"/>
                      <a:pt x="19535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3897000" y="4654800"/>
                <a:ext cx="613225" cy="521200"/>
              </a:xfrm>
              <a:custGeom>
                <a:avLst/>
                <a:gdLst/>
                <a:ahLst/>
                <a:cxnLst/>
                <a:rect l="l" t="t" r="r" b="b"/>
                <a:pathLst>
                  <a:path w="24529" h="20848" extrusionOk="0">
                    <a:moveTo>
                      <a:pt x="6108" y="0"/>
                    </a:moveTo>
                    <a:cubicBezTo>
                      <a:pt x="2746" y="0"/>
                      <a:pt x="1" y="2746"/>
                      <a:pt x="1" y="6107"/>
                    </a:cubicBezTo>
                    <a:lnTo>
                      <a:pt x="1" y="20848"/>
                    </a:lnTo>
                    <a:lnTo>
                      <a:pt x="24528" y="20848"/>
                    </a:lnTo>
                    <a:lnTo>
                      <a:pt x="24528" y="6107"/>
                    </a:lnTo>
                    <a:cubicBezTo>
                      <a:pt x="24528" y="2746"/>
                      <a:pt x="21803" y="0"/>
                      <a:pt x="1844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3860700" y="4856200"/>
                <a:ext cx="13430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92" extrusionOk="0">
                    <a:moveTo>
                      <a:pt x="1" y="1"/>
                    </a:moveTo>
                    <a:lnTo>
                      <a:pt x="1" y="12792"/>
                    </a:lnTo>
                    <a:lnTo>
                      <a:pt x="5372" y="12792"/>
                    </a:lnTo>
                    <a:lnTo>
                      <a:pt x="1493" y="1175"/>
                    </a:lnTo>
                    <a:cubicBezTo>
                      <a:pt x="1213" y="1320"/>
                      <a:pt x="1003" y="1406"/>
                      <a:pt x="832" y="1406"/>
                    </a:cubicBezTo>
                    <a:cubicBezTo>
                      <a:pt x="468" y="1406"/>
                      <a:pt x="285" y="1017"/>
                      <a:pt x="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2"/>
              <p:cNvSpPr/>
              <p:nvPr/>
            </p:nvSpPr>
            <p:spPr>
              <a:xfrm>
                <a:off x="3898000" y="4693575"/>
                <a:ext cx="6122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77" extrusionOk="0">
                    <a:moveTo>
                      <a:pt x="22479" y="1"/>
                    </a:moveTo>
                    <a:cubicBezTo>
                      <a:pt x="20013" y="1831"/>
                      <a:pt x="17247" y="3263"/>
                      <a:pt x="14323" y="4159"/>
                    </a:cubicBezTo>
                    <a:cubicBezTo>
                      <a:pt x="9629" y="5571"/>
                      <a:pt x="4456" y="5690"/>
                      <a:pt x="1" y="7660"/>
                    </a:cubicBezTo>
                    <a:lnTo>
                      <a:pt x="1" y="19277"/>
                    </a:lnTo>
                    <a:lnTo>
                      <a:pt x="24488" y="19277"/>
                    </a:lnTo>
                    <a:lnTo>
                      <a:pt x="24488" y="4517"/>
                    </a:lnTo>
                    <a:cubicBezTo>
                      <a:pt x="24488" y="2706"/>
                      <a:pt x="23713" y="1115"/>
                      <a:pt x="22479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3898000" y="4654800"/>
                <a:ext cx="612225" cy="521200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0848" extrusionOk="0">
                    <a:moveTo>
                      <a:pt x="6088" y="0"/>
                    </a:moveTo>
                    <a:cubicBezTo>
                      <a:pt x="2726" y="0"/>
                      <a:pt x="1" y="2726"/>
                      <a:pt x="1" y="6107"/>
                    </a:cubicBezTo>
                    <a:lnTo>
                      <a:pt x="1" y="20848"/>
                    </a:lnTo>
                    <a:lnTo>
                      <a:pt x="219" y="20848"/>
                    </a:lnTo>
                    <a:lnTo>
                      <a:pt x="219" y="6227"/>
                    </a:lnTo>
                    <a:cubicBezTo>
                      <a:pt x="219" y="2885"/>
                      <a:pt x="2905" y="179"/>
                      <a:pt x="6247" y="179"/>
                    </a:cubicBezTo>
                    <a:lnTo>
                      <a:pt x="18481" y="179"/>
                    </a:lnTo>
                    <a:cubicBezTo>
                      <a:pt x="21783" y="179"/>
                      <a:pt x="24488" y="2885"/>
                      <a:pt x="24488" y="6227"/>
                    </a:cubicBezTo>
                    <a:lnTo>
                      <a:pt x="24488" y="6107"/>
                    </a:lnTo>
                    <a:cubicBezTo>
                      <a:pt x="24488" y="2746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429225" y="4827850"/>
                <a:ext cx="650000" cy="758450"/>
              </a:xfrm>
              <a:custGeom>
                <a:avLst/>
                <a:gdLst/>
                <a:ahLst/>
                <a:cxnLst/>
                <a:rect l="l" t="t" r="r" b="b"/>
                <a:pathLst>
                  <a:path w="26000" h="30338" extrusionOk="0">
                    <a:moveTo>
                      <a:pt x="6465" y="1"/>
                    </a:moveTo>
                    <a:cubicBezTo>
                      <a:pt x="2884" y="1"/>
                      <a:pt x="0" y="2905"/>
                      <a:pt x="0" y="6466"/>
                    </a:cubicBezTo>
                    <a:lnTo>
                      <a:pt x="0" y="30337"/>
                    </a:lnTo>
                    <a:lnTo>
                      <a:pt x="26000" y="30337"/>
                    </a:lnTo>
                    <a:lnTo>
                      <a:pt x="26000" y="6466"/>
                    </a:lnTo>
                    <a:cubicBezTo>
                      <a:pt x="26000" y="2885"/>
                      <a:pt x="23095" y="1"/>
                      <a:pt x="19535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429700" y="4860200"/>
                <a:ext cx="6127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9044" extrusionOk="0">
                    <a:moveTo>
                      <a:pt x="6088" y="0"/>
                    </a:moveTo>
                    <a:cubicBezTo>
                      <a:pt x="2726" y="0"/>
                      <a:pt x="1" y="2725"/>
                      <a:pt x="1" y="6087"/>
                    </a:cubicBezTo>
                    <a:lnTo>
                      <a:pt x="1" y="29043"/>
                    </a:lnTo>
                    <a:lnTo>
                      <a:pt x="24509" y="29043"/>
                    </a:lnTo>
                    <a:lnTo>
                      <a:pt x="24509" y="6087"/>
                    </a:lnTo>
                    <a:cubicBezTo>
                      <a:pt x="24509" y="2725"/>
                      <a:pt x="21783" y="0"/>
                      <a:pt x="18422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944925" y="5061100"/>
                <a:ext cx="134300" cy="5252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21008" extrusionOk="0">
                    <a:moveTo>
                      <a:pt x="5372" y="1"/>
                    </a:moveTo>
                    <a:cubicBezTo>
                      <a:pt x="5089" y="1009"/>
                      <a:pt x="4907" y="1390"/>
                      <a:pt x="4548" y="1390"/>
                    </a:cubicBezTo>
                    <a:cubicBezTo>
                      <a:pt x="4376" y="1390"/>
                      <a:pt x="4164" y="1303"/>
                      <a:pt x="3880" y="1154"/>
                    </a:cubicBezTo>
                    <a:lnTo>
                      <a:pt x="1" y="21007"/>
                    </a:lnTo>
                    <a:lnTo>
                      <a:pt x="5372" y="21007"/>
                    </a:lnTo>
                    <a:lnTo>
                      <a:pt x="5372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429700" y="4899475"/>
                <a:ext cx="612225" cy="6873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7493" extrusionOk="0">
                    <a:moveTo>
                      <a:pt x="2010" y="1"/>
                    </a:moveTo>
                    <a:cubicBezTo>
                      <a:pt x="777" y="1115"/>
                      <a:pt x="1" y="2706"/>
                      <a:pt x="1" y="4516"/>
                    </a:cubicBezTo>
                    <a:lnTo>
                      <a:pt x="1" y="27492"/>
                    </a:lnTo>
                    <a:lnTo>
                      <a:pt x="24489" y="27492"/>
                    </a:lnTo>
                    <a:lnTo>
                      <a:pt x="24489" y="7659"/>
                    </a:lnTo>
                    <a:cubicBezTo>
                      <a:pt x="20033" y="5690"/>
                      <a:pt x="14881" y="5571"/>
                      <a:pt x="10166" y="4138"/>
                    </a:cubicBezTo>
                    <a:cubicBezTo>
                      <a:pt x="7242" y="3243"/>
                      <a:pt x="4477" y="1831"/>
                      <a:pt x="2010" y="1"/>
                    </a:cubicBezTo>
                    <a:close/>
                  </a:path>
                </a:pathLst>
              </a:custGeom>
              <a:solidFill>
                <a:srgbClr val="45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430200" y="4860200"/>
                <a:ext cx="6122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9044" extrusionOk="0">
                    <a:moveTo>
                      <a:pt x="6068" y="0"/>
                    </a:moveTo>
                    <a:cubicBezTo>
                      <a:pt x="2706" y="0"/>
                      <a:pt x="1" y="2725"/>
                      <a:pt x="1" y="6087"/>
                    </a:cubicBezTo>
                    <a:lnTo>
                      <a:pt x="1" y="6207"/>
                    </a:lnTo>
                    <a:cubicBezTo>
                      <a:pt x="1" y="2884"/>
                      <a:pt x="2706" y="179"/>
                      <a:pt x="6028" y="179"/>
                    </a:cubicBezTo>
                    <a:lnTo>
                      <a:pt x="18262" y="179"/>
                    </a:lnTo>
                    <a:cubicBezTo>
                      <a:pt x="21584" y="179"/>
                      <a:pt x="24270" y="2884"/>
                      <a:pt x="24270" y="6207"/>
                    </a:cubicBezTo>
                    <a:lnTo>
                      <a:pt x="24270" y="29043"/>
                    </a:lnTo>
                    <a:lnTo>
                      <a:pt x="24489" y="29043"/>
                    </a:lnTo>
                    <a:lnTo>
                      <a:pt x="24489" y="6087"/>
                    </a:lnTo>
                    <a:cubicBezTo>
                      <a:pt x="24469" y="2725"/>
                      <a:pt x="21763" y="0"/>
                      <a:pt x="18402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1191600" y="4827850"/>
                <a:ext cx="650525" cy="758450"/>
              </a:xfrm>
              <a:custGeom>
                <a:avLst/>
                <a:gdLst/>
                <a:ahLst/>
                <a:cxnLst/>
                <a:rect l="l" t="t" r="r" b="b"/>
                <a:pathLst>
                  <a:path w="26021" h="30338" extrusionOk="0">
                    <a:moveTo>
                      <a:pt x="6466" y="1"/>
                    </a:moveTo>
                    <a:cubicBezTo>
                      <a:pt x="2885" y="1"/>
                      <a:pt x="1" y="2905"/>
                      <a:pt x="1" y="6466"/>
                    </a:cubicBezTo>
                    <a:lnTo>
                      <a:pt x="1" y="30337"/>
                    </a:lnTo>
                    <a:lnTo>
                      <a:pt x="26020" y="30337"/>
                    </a:lnTo>
                    <a:lnTo>
                      <a:pt x="26020" y="6466"/>
                    </a:lnTo>
                    <a:cubicBezTo>
                      <a:pt x="26020" y="2885"/>
                      <a:pt x="23116" y="1"/>
                      <a:pt x="19555" y="1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1192600" y="4860200"/>
                <a:ext cx="6127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9044" extrusionOk="0">
                    <a:moveTo>
                      <a:pt x="6087" y="0"/>
                    </a:moveTo>
                    <a:cubicBezTo>
                      <a:pt x="2726" y="0"/>
                      <a:pt x="0" y="2725"/>
                      <a:pt x="0" y="6087"/>
                    </a:cubicBezTo>
                    <a:lnTo>
                      <a:pt x="0" y="29043"/>
                    </a:lnTo>
                    <a:lnTo>
                      <a:pt x="24508" y="29043"/>
                    </a:lnTo>
                    <a:lnTo>
                      <a:pt x="24508" y="6087"/>
                    </a:lnTo>
                    <a:cubicBezTo>
                      <a:pt x="24508" y="2725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1707825" y="5061100"/>
                <a:ext cx="134300" cy="5252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21008" extrusionOk="0">
                    <a:moveTo>
                      <a:pt x="5371" y="1"/>
                    </a:moveTo>
                    <a:cubicBezTo>
                      <a:pt x="5089" y="1009"/>
                      <a:pt x="4906" y="1390"/>
                      <a:pt x="4548" y="1390"/>
                    </a:cubicBezTo>
                    <a:cubicBezTo>
                      <a:pt x="4376" y="1390"/>
                      <a:pt x="4163" y="1303"/>
                      <a:pt x="3879" y="1154"/>
                    </a:cubicBezTo>
                    <a:lnTo>
                      <a:pt x="0" y="21007"/>
                    </a:lnTo>
                    <a:lnTo>
                      <a:pt x="5371" y="21007"/>
                    </a:lnTo>
                    <a:lnTo>
                      <a:pt x="5371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1192600" y="4899475"/>
                <a:ext cx="612225" cy="6873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7493" extrusionOk="0">
                    <a:moveTo>
                      <a:pt x="2009" y="1"/>
                    </a:moveTo>
                    <a:cubicBezTo>
                      <a:pt x="756" y="1115"/>
                      <a:pt x="0" y="2706"/>
                      <a:pt x="0" y="4516"/>
                    </a:cubicBezTo>
                    <a:lnTo>
                      <a:pt x="0" y="27492"/>
                    </a:lnTo>
                    <a:lnTo>
                      <a:pt x="24488" y="27492"/>
                    </a:lnTo>
                    <a:lnTo>
                      <a:pt x="24488" y="7659"/>
                    </a:lnTo>
                    <a:cubicBezTo>
                      <a:pt x="20032" y="5690"/>
                      <a:pt x="14860" y="5571"/>
                      <a:pt x="10165" y="4138"/>
                    </a:cubicBezTo>
                    <a:cubicBezTo>
                      <a:pt x="7221" y="3243"/>
                      <a:pt x="4476" y="1831"/>
                      <a:pt x="2009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1192600" y="4860200"/>
                <a:ext cx="6122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9044" extrusionOk="0">
                    <a:moveTo>
                      <a:pt x="6068" y="0"/>
                    </a:moveTo>
                    <a:cubicBezTo>
                      <a:pt x="2706" y="0"/>
                      <a:pt x="0" y="2725"/>
                      <a:pt x="0" y="6087"/>
                    </a:cubicBezTo>
                    <a:lnTo>
                      <a:pt x="0" y="6207"/>
                    </a:lnTo>
                    <a:cubicBezTo>
                      <a:pt x="0" y="2884"/>
                      <a:pt x="2706" y="179"/>
                      <a:pt x="6008" y="179"/>
                    </a:cubicBezTo>
                    <a:lnTo>
                      <a:pt x="18242" y="179"/>
                    </a:lnTo>
                    <a:cubicBezTo>
                      <a:pt x="21584" y="179"/>
                      <a:pt x="24269" y="2884"/>
                      <a:pt x="24269" y="6207"/>
                    </a:cubicBezTo>
                    <a:lnTo>
                      <a:pt x="24269" y="29043"/>
                    </a:lnTo>
                    <a:lnTo>
                      <a:pt x="24488" y="29043"/>
                    </a:lnTo>
                    <a:lnTo>
                      <a:pt x="24488" y="6087"/>
                    </a:lnTo>
                    <a:cubicBezTo>
                      <a:pt x="24488" y="2725"/>
                      <a:pt x="21743" y="0"/>
                      <a:pt x="1840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1954475" y="4827850"/>
                <a:ext cx="650525" cy="758450"/>
              </a:xfrm>
              <a:custGeom>
                <a:avLst/>
                <a:gdLst/>
                <a:ahLst/>
                <a:cxnLst/>
                <a:rect l="l" t="t" r="r" b="b"/>
                <a:pathLst>
                  <a:path w="26021" h="30338" extrusionOk="0">
                    <a:moveTo>
                      <a:pt x="6466" y="1"/>
                    </a:moveTo>
                    <a:cubicBezTo>
                      <a:pt x="2885" y="1"/>
                      <a:pt x="1" y="2905"/>
                      <a:pt x="1" y="6466"/>
                    </a:cubicBezTo>
                    <a:lnTo>
                      <a:pt x="1" y="30337"/>
                    </a:lnTo>
                    <a:lnTo>
                      <a:pt x="26021" y="30337"/>
                    </a:lnTo>
                    <a:lnTo>
                      <a:pt x="26021" y="6466"/>
                    </a:lnTo>
                    <a:cubicBezTo>
                      <a:pt x="26021" y="2885"/>
                      <a:pt x="23116" y="1"/>
                      <a:pt x="19555" y="1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1954475" y="4860200"/>
                <a:ext cx="6132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529" h="29044" extrusionOk="0">
                    <a:moveTo>
                      <a:pt x="6108" y="0"/>
                    </a:moveTo>
                    <a:cubicBezTo>
                      <a:pt x="2746" y="0"/>
                      <a:pt x="1" y="2725"/>
                      <a:pt x="1" y="6087"/>
                    </a:cubicBezTo>
                    <a:lnTo>
                      <a:pt x="1" y="29043"/>
                    </a:lnTo>
                    <a:lnTo>
                      <a:pt x="24529" y="29043"/>
                    </a:lnTo>
                    <a:lnTo>
                      <a:pt x="24529" y="6087"/>
                    </a:lnTo>
                    <a:cubicBezTo>
                      <a:pt x="24529" y="2725"/>
                      <a:pt x="21783" y="0"/>
                      <a:pt x="1844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2470200" y="5061100"/>
                <a:ext cx="134300" cy="5252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21008" extrusionOk="0">
                    <a:moveTo>
                      <a:pt x="5372" y="1"/>
                    </a:moveTo>
                    <a:cubicBezTo>
                      <a:pt x="5076" y="1009"/>
                      <a:pt x="4889" y="1390"/>
                      <a:pt x="4535" y="1390"/>
                    </a:cubicBezTo>
                    <a:cubicBezTo>
                      <a:pt x="4365" y="1390"/>
                      <a:pt x="4157" y="1303"/>
                      <a:pt x="3880" y="1154"/>
                    </a:cubicBezTo>
                    <a:lnTo>
                      <a:pt x="1" y="21007"/>
                    </a:lnTo>
                    <a:lnTo>
                      <a:pt x="5372" y="21007"/>
                    </a:lnTo>
                    <a:lnTo>
                      <a:pt x="5372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1954475" y="4899475"/>
                <a:ext cx="612725" cy="687325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7493" extrusionOk="0">
                    <a:moveTo>
                      <a:pt x="2010" y="1"/>
                    </a:moveTo>
                    <a:cubicBezTo>
                      <a:pt x="777" y="1115"/>
                      <a:pt x="1" y="2706"/>
                      <a:pt x="1" y="4516"/>
                    </a:cubicBezTo>
                    <a:lnTo>
                      <a:pt x="1" y="27492"/>
                    </a:lnTo>
                    <a:lnTo>
                      <a:pt x="24509" y="27492"/>
                    </a:lnTo>
                    <a:lnTo>
                      <a:pt x="24509" y="7659"/>
                    </a:lnTo>
                    <a:cubicBezTo>
                      <a:pt x="20053" y="5690"/>
                      <a:pt x="14881" y="5571"/>
                      <a:pt x="10166" y="4138"/>
                    </a:cubicBezTo>
                    <a:cubicBezTo>
                      <a:pt x="7242" y="3243"/>
                      <a:pt x="4477" y="1831"/>
                      <a:pt x="2010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1954475" y="4860200"/>
                <a:ext cx="6127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9044" extrusionOk="0">
                    <a:moveTo>
                      <a:pt x="6068" y="0"/>
                    </a:moveTo>
                    <a:cubicBezTo>
                      <a:pt x="2726" y="0"/>
                      <a:pt x="1" y="2725"/>
                      <a:pt x="1" y="6087"/>
                    </a:cubicBezTo>
                    <a:lnTo>
                      <a:pt x="1" y="6207"/>
                    </a:lnTo>
                    <a:cubicBezTo>
                      <a:pt x="1" y="2884"/>
                      <a:pt x="2726" y="179"/>
                      <a:pt x="6028" y="179"/>
                    </a:cubicBezTo>
                    <a:lnTo>
                      <a:pt x="18262" y="179"/>
                    </a:lnTo>
                    <a:cubicBezTo>
                      <a:pt x="21584" y="179"/>
                      <a:pt x="24270" y="2884"/>
                      <a:pt x="24270" y="6207"/>
                    </a:cubicBezTo>
                    <a:lnTo>
                      <a:pt x="24270" y="29043"/>
                    </a:lnTo>
                    <a:lnTo>
                      <a:pt x="24509" y="29043"/>
                    </a:lnTo>
                    <a:lnTo>
                      <a:pt x="24509" y="6087"/>
                    </a:lnTo>
                    <a:cubicBezTo>
                      <a:pt x="24509" y="2725"/>
                      <a:pt x="21783" y="0"/>
                      <a:pt x="1844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2716875" y="4827850"/>
                <a:ext cx="650025" cy="758450"/>
              </a:xfrm>
              <a:custGeom>
                <a:avLst/>
                <a:gdLst/>
                <a:ahLst/>
                <a:cxnLst/>
                <a:rect l="l" t="t" r="r" b="b"/>
                <a:pathLst>
                  <a:path w="26001" h="30338" extrusionOk="0">
                    <a:moveTo>
                      <a:pt x="6466" y="1"/>
                    </a:moveTo>
                    <a:cubicBezTo>
                      <a:pt x="2885" y="1"/>
                      <a:pt x="0" y="2905"/>
                      <a:pt x="0" y="6466"/>
                    </a:cubicBezTo>
                    <a:lnTo>
                      <a:pt x="0" y="30337"/>
                    </a:lnTo>
                    <a:lnTo>
                      <a:pt x="26000" y="30337"/>
                    </a:lnTo>
                    <a:lnTo>
                      <a:pt x="26000" y="6466"/>
                    </a:lnTo>
                    <a:cubicBezTo>
                      <a:pt x="26000" y="2885"/>
                      <a:pt x="23096" y="1"/>
                      <a:pt x="19535" y="1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2716875" y="4860200"/>
                <a:ext cx="6127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9044" extrusionOk="0">
                    <a:moveTo>
                      <a:pt x="6088" y="0"/>
                    </a:moveTo>
                    <a:cubicBezTo>
                      <a:pt x="2726" y="0"/>
                      <a:pt x="0" y="2725"/>
                      <a:pt x="0" y="6087"/>
                    </a:cubicBezTo>
                    <a:lnTo>
                      <a:pt x="0" y="29043"/>
                    </a:lnTo>
                    <a:lnTo>
                      <a:pt x="24508" y="29043"/>
                    </a:lnTo>
                    <a:lnTo>
                      <a:pt x="24508" y="6087"/>
                    </a:lnTo>
                    <a:cubicBezTo>
                      <a:pt x="24508" y="2725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3232600" y="5061100"/>
                <a:ext cx="134300" cy="5252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21008" extrusionOk="0">
                    <a:moveTo>
                      <a:pt x="5371" y="1"/>
                    </a:moveTo>
                    <a:cubicBezTo>
                      <a:pt x="5089" y="1009"/>
                      <a:pt x="4906" y="1390"/>
                      <a:pt x="4548" y="1390"/>
                    </a:cubicBezTo>
                    <a:cubicBezTo>
                      <a:pt x="4375" y="1390"/>
                      <a:pt x="4163" y="1303"/>
                      <a:pt x="3879" y="1154"/>
                    </a:cubicBezTo>
                    <a:lnTo>
                      <a:pt x="0" y="21007"/>
                    </a:lnTo>
                    <a:lnTo>
                      <a:pt x="5371" y="21007"/>
                    </a:lnTo>
                    <a:lnTo>
                      <a:pt x="5371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2716875" y="4899475"/>
                <a:ext cx="612225" cy="6873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7493" extrusionOk="0">
                    <a:moveTo>
                      <a:pt x="2010" y="1"/>
                    </a:moveTo>
                    <a:cubicBezTo>
                      <a:pt x="776" y="1115"/>
                      <a:pt x="0" y="2706"/>
                      <a:pt x="0" y="4516"/>
                    </a:cubicBezTo>
                    <a:lnTo>
                      <a:pt x="0" y="27492"/>
                    </a:lnTo>
                    <a:lnTo>
                      <a:pt x="24488" y="27492"/>
                    </a:lnTo>
                    <a:lnTo>
                      <a:pt x="24488" y="7659"/>
                    </a:lnTo>
                    <a:cubicBezTo>
                      <a:pt x="20032" y="5690"/>
                      <a:pt x="14860" y="5571"/>
                      <a:pt x="10166" y="4138"/>
                    </a:cubicBezTo>
                    <a:cubicBezTo>
                      <a:pt x="7221" y="3243"/>
                      <a:pt x="4476" y="1831"/>
                      <a:pt x="2010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2717375" y="4860200"/>
                <a:ext cx="6122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9044" extrusionOk="0">
                    <a:moveTo>
                      <a:pt x="6068" y="0"/>
                    </a:moveTo>
                    <a:cubicBezTo>
                      <a:pt x="2706" y="0"/>
                      <a:pt x="0" y="2725"/>
                      <a:pt x="0" y="6087"/>
                    </a:cubicBezTo>
                    <a:lnTo>
                      <a:pt x="0" y="6207"/>
                    </a:lnTo>
                    <a:cubicBezTo>
                      <a:pt x="0" y="2884"/>
                      <a:pt x="2706" y="179"/>
                      <a:pt x="6028" y="179"/>
                    </a:cubicBezTo>
                    <a:lnTo>
                      <a:pt x="18262" y="179"/>
                    </a:lnTo>
                    <a:cubicBezTo>
                      <a:pt x="21584" y="179"/>
                      <a:pt x="24269" y="2884"/>
                      <a:pt x="24269" y="6207"/>
                    </a:cubicBezTo>
                    <a:lnTo>
                      <a:pt x="24269" y="29043"/>
                    </a:lnTo>
                    <a:lnTo>
                      <a:pt x="24488" y="29043"/>
                    </a:lnTo>
                    <a:lnTo>
                      <a:pt x="24488" y="6087"/>
                    </a:lnTo>
                    <a:cubicBezTo>
                      <a:pt x="24468" y="2725"/>
                      <a:pt x="21763" y="0"/>
                      <a:pt x="1840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3479750" y="4827850"/>
                <a:ext cx="650025" cy="758450"/>
              </a:xfrm>
              <a:custGeom>
                <a:avLst/>
                <a:gdLst/>
                <a:ahLst/>
                <a:cxnLst/>
                <a:rect l="l" t="t" r="r" b="b"/>
                <a:pathLst>
                  <a:path w="26001" h="30338" extrusionOk="0">
                    <a:moveTo>
                      <a:pt x="6446" y="1"/>
                    </a:moveTo>
                    <a:cubicBezTo>
                      <a:pt x="2885" y="1"/>
                      <a:pt x="1" y="2905"/>
                      <a:pt x="1" y="6466"/>
                    </a:cubicBezTo>
                    <a:lnTo>
                      <a:pt x="1" y="30337"/>
                    </a:lnTo>
                    <a:lnTo>
                      <a:pt x="26001" y="30337"/>
                    </a:lnTo>
                    <a:lnTo>
                      <a:pt x="26001" y="6466"/>
                    </a:lnTo>
                    <a:cubicBezTo>
                      <a:pt x="26001" y="2885"/>
                      <a:pt x="23096" y="1"/>
                      <a:pt x="19535" y="1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3479250" y="4860200"/>
                <a:ext cx="6132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529" h="29044" extrusionOk="0">
                    <a:moveTo>
                      <a:pt x="6108" y="0"/>
                    </a:moveTo>
                    <a:cubicBezTo>
                      <a:pt x="2746" y="0"/>
                      <a:pt x="1" y="2725"/>
                      <a:pt x="1" y="6087"/>
                    </a:cubicBezTo>
                    <a:lnTo>
                      <a:pt x="1" y="29043"/>
                    </a:lnTo>
                    <a:lnTo>
                      <a:pt x="24529" y="29043"/>
                    </a:lnTo>
                    <a:lnTo>
                      <a:pt x="24529" y="6087"/>
                    </a:lnTo>
                    <a:cubicBezTo>
                      <a:pt x="24529" y="2725"/>
                      <a:pt x="21803" y="0"/>
                      <a:pt x="1844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3994975" y="5061100"/>
                <a:ext cx="134300" cy="5252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21008" extrusionOk="0">
                    <a:moveTo>
                      <a:pt x="5372" y="1"/>
                    </a:moveTo>
                    <a:cubicBezTo>
                      <a:pt x="5089" y="1009"/>
                      <a:pt x="4907" y="1390"/>
                      <a:pt x="4548" y="1390"/>
                    </a:cubicBezTo>
                    <a:cubicBezTo>
                      <a:pt x="4376" y="1390"/>
                      <a:pt x="4163" y="1303"/>
                      <a:pt x="3880" y="1154"/>
                    </a:cubicBezTo>
                    <a:lnTo>
                      <a:pt x="1" y="21007"/>
                    </a:lnTo>
                    <a:lnTo>
                      <a:pt x="5372" y="21007"/>
                    </a:lnTo>
                    <a:lnTo>
                      <a:pt x="5372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3479250" y="4899475"/>
                <a:ext cx="612725" cy="687325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7493" extrusionOk="0">
                    <a:moveTo>
                      <a:pt x="2030" y="1"/>
                    </a:moveTo>
                    <a:cubicBezTo>
                      <a:pt x="777" y="1115"/>
                      <a:pt x="1" y="2706"/>
                      <a:pt x="1" y="4516"/>
                    </a:cubicBezTo>
                    <a:lnTo>
                      <a:pt x="1" y="27492"/>
                    </a:lnTo>
                    <a:lnTo>
                      <a:pt x="24509" y="27492"/>
                    </a:lnTo>
                    <a:lnTo>
                      <a:pt x="24509" y="7659"/>
                    </a:lnTo>
                    <a:cubicBezTo>
                      <a:pt x="20053" y="5690"/>
                      <a:pt x="14881" y="5571"/>
                      <a:pt x="10186" y="4138"/>
                    </a:cubicBezTo>
                    <a:cubicBezTo>
                      <a:pt x="7242" y="3243"/>
                      <a:pt x="4477" y="1831"/>
                      <a:pt x="2030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3479250" y="4860200"/>
                <a:ext cx="6127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9044" extrusionOk="0">
                    <a:moveTo>
                      <a:pt x="6068" y="0"/>
                    </a:moveTo>
                    <a:cubicBezTo>
                      <a:pt x="2726" y="0"/>
                      <a:pt x="1" y="2725"/>
                      <a:pt x="1" y="6087"/>
                    </a:cubicBezTo>
                    <a:lnTo>
                      <a:pt x="1" y="6207"/>
                    </a:lnTo>
                    <a:cubicBezTo>
                      <a:pt x="1" y="2884"/>
                      <a:pt x="2726" y="179"/>
                      <a:pt x="6028" y="179"/>
                    </a:cubicBezTo>
                    <a:lnTo>
                      <a:pt x="18262" y="179"/>
                    </a:lnTo>
                    <a:cubicBezTo>
                      <a:pt x="21584" y="179"/>
                      <a:pt x="24270" y="2884"/>
                      <a:pt x="24270" y="6207"/>
                    </a:cubicBezTo>
                    <a:lnTo>
                      <a:pt x="24270" y="29043"/>
                    </a:lnTo>
                    <a:lnTo>
                      <a:pt x="24509" y="29043"/>
                    </a:lnTo>
                    <a:lnTo>
                      <a:pt x="24509" y="6087"/>
                    </a:lnTo>
                    <a:cubicBezTo>
                      <a:pt x="24509" y="2725"/>
                      <a:pt x="21763" y="0"/>
                      <a:pt x="18402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6528800" y="4827850"/>
                <a:ext cx="650025" cy="758450"/>
              </a:xfrm>
              <a:custGeom>
                <a:avLst/>
                <a:gdLst/>
                <a:ahLst/>
                <a:cxnLst/>
                <a:rect l="l" t="t" r="r" b="b"/>
                <a:pathLst>
                  <a:path w="26001" h="30338" extrusionOk="0">
                    <a:moveTo>
                      <a:pt x="6466" y="1"/>
                    </a:moveTo>
                    <a:cubicBezTo>
                      <a:pt x="2905" y="1"/>
                      <a:pt x="1" y="2885"/>
                      <a:pt x="1" y="6466"/>
                    </a:cubicBezTo>
                    <a:lnTo>
                      <a:pt x="1" y="30337"/>
                    </a:lnTo>
                    <a:lnTo>
                      <a:pt x="26001" y="30337"/>
                    </a:lnTo>
                    <a:lnTo>
                      <a:pt x="26001" y="6466"/>
                    </a:lnTo>
                    <a:cubicBezTo>
                      <a:pt x="26001" y="2905"/>
                      <a:pt x="23116" y="1"/>
                      <a:pt x="19535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6566100" y="4860200"/>
                <a:ext cx="6127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9044" extrusionOk="0">
                    <a:moveTo>
                      <a:pt x="6088" y="0"/>
                    </a:moveTo>
                    <a:cubicBezTo>
                      <a:pt x="2726" y="0"/>
                      <a:pt x="1" y="2725"/>
                      <a:pt x="1" y="6087"/>
                    </a:cubicBezTo>
                    <a:lnTo>
                      <a:pt x="1" y="29043"/>
                    </a:lnTo>
                    <a:lnTo>
                      <a:pt x="24509" y="29043"/>
                    </a:lnTo>
                    <a:lnTo>
                      <a:pt x="24509" y="6087"/>
                    </a:lnTo>
                    <a:cubicBezTo>
                      <a:pt x="24509" y="2725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6528800" y="5061100"/>
                <a:ext cx="134300" cy="5252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21008" extrusionOk="0">
                    <a:moveTo>
                      <a:pt x="1" y="1"/>
                    </a:moveTo>
                    <a:lnTo>
                      <a:pt x="1" y="21007"/>
                    </a:lnTo>
                    <a:lnTo>
                      <a:pt x="5372" y="21007"/>
                    </a:lnTo>
                    <a:lnTo>
                      <a:pt x="1493" y="1154"/>
                    </a:lnTo>
                    <a:cubicBezTo>
                      <a:pt x="1209" y="1303"/>
                      <a:pt x="996" y="1390"/>
                      <a:pt x="824" y="1390"/>
                    </a:cubicBezTo>
                    <a:cubicBezTo>
                      <a:pt x="466" y="1390"/>
                      <a:pt x="283" y="1009"/>
                      <a:pt x="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6566600" y="4899475"/>
                <a:ext cx="612225" cy="6873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7493" extrusionOk="0">
                    <a:moveTo>
                      <a:pt x="22479" y="1"/>
                    </a:moveTo>
                    <a:cubicBezTo>
                      <a:pt x="20013" y="1831"/>
                      <a:pt x="17268" y="3243"/>
                      <a:pt x="14323" y="4138"/>
                    </a:cubicBezTo>
                    <a:cubicBezTo>
                      <a:pt x="9629" y="5571"/>
                      <a:pt x="4457" y="5690"/>
                      <a:pt x="1" y="7659"/>
                    </a:cubicBezTo>
                    <a:lnTo>
                      <a:pt x="1" y="27492"/>
                    </a:lnTo>
                    <a:lnTo>
                      <a:pt x="24489" y="27492"/>
                    </a:lnTo>
                    <a:lnTo>
                      <a:pt x="24489" y="4516"/>
                    </a:lnTo>
                    <a:cubicBezTo>
                      <a:pt x="24489" y="2706"/>
                      <a:pt x="23733" y="1115"/>
                      <a:pt x="22479" y="1"/>
                    </a:cubicBezTo>
                    <a:close/>
                  </a:path>
                </a:pathLst>
              </a:custGeom>
              <a:solidFill>
                <a:srgbClr val="45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6566600" y="4860200"/>
                <a:ext cx="6117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469" h="29044" extrusionOk="0">
                    <a:moveTo>
                      <a:pt x="6068" y="0"/>
                    </a:moveTo>
                    <a:cubicBezTo>
                      <a:pt x="2706" y="0"/>
                      <a:pt x="1" y="2725"/>
                      <a:pt x="1" y="6087"/>
                    </a:cubicBezTo>
                    <a:lnTo>
                      <a:pt x="1" y="29043"/>
                    </a:lnTo>
                    <a:lnTo>
                      <a:pt x="200" y="29043"/>
                    </a:lnTo>
                    <a:lnTo>
                      <a:pt x="200" y="6207"/>
                    </a:lnTo>
                    <a:cubicBezTo>
                      <a:pt x="200" y="2884"/>
                      <a:pt x="2885" y="179"/>
                      <a:pt x="6207" y="179"/>
                    </a:cubicBezTo>
                    <a:lnTo>
                      <a:pt x="18461" y="179"/>
                    </a:lnTo>
                    <a:cubicBezTo>
                      <a:pt x="21763" y="179"/>
                      <a:pt x="24469" y="2884"/>
                      <a:pt x="24469" y="6207"/>
                    </a:cubicBezTo>
                    <a:lnTo>
                      <a:pt x="24469" y="6087"/>
                    </a:lnTo>
                    <a:cubicBezTo>
                      <a:pt x="24469" y="2725"/>
                      <a:pt x="21763" y="0"/>
                      <a:pt x="18401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5766425" y="4827850"/>
                <a:ext cx="650500" cy="758450"/>
              </a:xfrm>
              <a:custGeom>
                <a:avLst/>
                <a:gdLst/>
                <a:ahLst/>
                <a:cxnLst/>
                <a:rect l="l" t="t" r="r" b="b"/>
                <a:pathLst>
                  <a:path w="26020" h="30338" extrusionOk="0">
                    <a:moveTo>
                      <a:pt x="6465" y="1"/>
                    </a:moveTo>
                    <a:cubicBezTo>
                      <a:pt x="2925" y="1"/>
                      <a:pt x="0" y="2885"/>
                      <a:pt x="0" y="6466"/>
                    </a:cubicBezTo>
                    <a:lnTo>
                      <a:pt x="0" y="30337"/>
                    </a:lnTo>
                    <a:lnTo>
                      <a:pt x="26020" y="30337"/>
                    </a:lnTo>
                    <a:lnTo>
                      <a:pt x="26020" y="6466"/>
                    </a:lnTo>
                    <a:cubicBezTo>
                      <a:pt x="26020" y="2905"/>
                      <a:pt x="23136" y="1"/>
                      <a:pt x="19555" y="1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5803225" y="4860200"/>
                <a:ext cx="6132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529" h="29044" extrusionOk="0">
                    <a:moveTo>
                      <a:pt x="6088" y="0"/>
                    </a:moveTo>
                    <a:cubicBezTo>
                      <a:pt x="2726" y="0"/>
                      <a:pt x="0" y="2725"/>
                      <a:pt x="0" y="6087"/>
                    </a:cubicBezTo>
                    <a:lnTo>
                      <a:pt x="0" y="29043"/>
                    </a:lnTo>
                    <a:lnTo>
                      <a:pt x="24528" y="29043"/>
                    </a:lnTo>
                    <a:lnTo>
                      <a:pt x="24528" y="6087"/>
                    </a:lnTo>
                    <a:cubicBezTo>
                      <a:pt x="24528" y="2725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5766425" y="5061100"/>
                <a:ext cx="134300" cy="5252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21008" extrusionOk="0">
                    <a:moveTo>
                      <a:pt x="0" y="1"/>
                    </a:moveTo>
                    <a:lnTo>
                      <a:pt x="0" y="21007"/>
                    </a:lnTo>
                    <a:lnTo>
                      <a:pt x="5371" y="21007"/>
                    </a:lnTo>
                    <a:lnTo>
                      <a:pt x="1492" y="1154"/>
                    </a:lnTo>
                    <a:cubicBezTo>
                      <a:pt x="1209" y="1303"/>
                      <a:pt x="998" y="1390"/>
                      <a:pt x="828" y="1390"/>
                    </a:cubicBezTo>
                    <a:cubicBezTo>
                      <a:pt x="474" y="1390"/>
                      <a:pt x="296" y="1009"/>
                      <a:pt x="0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5803725" y="4899475"/>
                <a:ext cx="612725" cy="687325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7493" extrusionOk="0">
                    <a:moveTo>
                      <a:pt x="22479" y="1"/>
                    </a:moveTo>
                    <a:cubicBezTo>
                      <a:pt x="20032" y="1831"/>
                      <a:pt x="17267" y="3243"/>
                      <a:pt x="14323" y="4138"/>
                    </a:cubicBezTo>
                    <a:cubicBezTo>
                      <a:pt x="9628" y="5571"/>
                      <a:pt x="4456" y="5690"/>
                      <a:pt x="0" y="7659"/>
                    </a:cubicBezTo>
                    <a:lnTo>
                      <a:pt x="0" y="27492"/>
                    </a:lnTo>
                    <a:lnTo>
                      <a:pt x="24508" y="27492"/>
                    </a:lnTo>
                    <a:lnTo>
                      <a:pt x="24508" y="4516"/>
                    </a:lnTo>
                    <a:cubicBezTo>
                      <a:pt x="24508" y="2706"/>
                      <a:pt x="23732" y="1115"/>
                      <a:pt x="22479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5803725" y="4860200"/>
                <a:ext cx="6127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9044" extrusionOk="0">
                    <a:moveTo>
                      <a:pt x="6087" y="0"/>
                    </a:moveTo>
                    <a:cubicBezTo>
                      <a:pt x="2745" y="0"/>
                      <a:pt x="0" y="2725"/>
                      <a:pt x="0" y="6087"/>
                    </a:cubicBezTo>
                    <a:lnTo>
                      <a:pt x="0" y="29043"/>
                    </a:lnTo>
                    <a:lnTo>
                      <a:pt x="219" y="29043"/>
                    </a:lnTo>
                    <a:lnTo>
                      <a:pt x="219" y="6207"/>
                    </a:lnTo>
                    <a:cubicBezTo>
                      <a:pt x="219" y="2884"/>
                      <a:pt x="2905" y="179"/>
                      <a:pt x="6247" y="179"/>
                    </a:cubicBezTo>
                    <a:lnTo>
                      <a:pt x="18481" y="179"/>
                    </a:lnTo>
                    <a:cubicBezTo>
                      <a:pt x="21783" y="179"/>
                      <a:pt x="24508" y="2884"/>
                      <a:pt x="24508" y="6207"/>
                    </a:cubicBezTo>
                    <a:lnTo>
                      <a:pt x="24508" y="6087"/>
                    </a:lnTo>
                    <a:cubicBezTo>
                      <a:pt x="24508" y="2725"/>
                      <a:pt x="21783" y="0"/>
                      <a:pt x="1844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5004025" y="4827850"/>
                <a:ext cx="650025" cy="758450"/>
              </a:xfrm>
              <a:custGeom>
                <a:avLst/>
                <a:gdLst/>
                <a:ahLst/>
                <a:cxnLst/>
                <a:rect l="l" t="t" r="r" b="b"/>
                <a:pathLst>
                  <a:path w="26001" h="30338" extrusionOk="0">
                    <a:moveTo>
                      <a:pt x="6466" y="1"/>
                    </a:moveTo>
                    <a:cubicBezTo>
                      <a:pt x="2905" y="1"/>
                      <a:pt x="1" y="2885"/>
                      <a:pt x="1" y="6466"/>
                    </a:cubicBezTo>
                    <a:lnTo>
                      <a:pt x="1" y="30337"/>
                    </a:lnTo>
                    <a:lnTo>
                      <a:pt x="26001" y="30337"/>
                    </a:lnTo>
                    <a:lnTo>
                      <a:pt x="26001" y="6466"/>
                    </a:lnTo>
                    <a:cubicBezTo>
                      <a:pt x="26001" y="2905"/>
                      <a:pt x="23116" y="1"/>
                      <a:pt x="19535" y="1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5041325" y="4860200"/>
                <a:ext cx="6127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9044" extrusionOk="0">
                    <a:moveTo>
                      <a:pt x="6088" y="0"/>
                    </a:moveTo>
                    <a:cubicBezTo>
                      <a:pt x="2726" y="0"/>
                      <a:pt x="1" y="2725"/>
                      <a:pt x="1" y="6087"/>
                    </a:cubicBezTo>
                    <a:lnTo>
                      <a:pt x="1" y="29043"/>
                    </a:lnTo>
                    <a:lnTo>
                      <a:pt x="24509" y="29043"/>
                    </a:lnTo>
                    <a:lnTo>
                      <a:pt x="24509" y="6087"/>
                    </a:lnTo>
                    <a:cubicBezTo>
                      <a:pt x="24509" y="2725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5004025" y="5061100"/>
                <a:ext cx="134300" cy="5252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21008" extrusionOk="0">
                    <a:moveTo>
                      <a:pt x="1" y="1"/>
                    </a:moveTo>
                    <a:lnTo>
                      <a:pt x="1" y="21007"/>
                    </a:lnTo>
                    <a:lnTo>
                      <a:pt x="5372" y="21007"/>
                    </a:lnTo>
                    <a:lnTo>
                      <a:pt x="1493" y="1154"/>
                    </a:lnTo>
                    <a:cubicBezTo>
                      <a:pt x="1209" y="1303"/>
                      <a:pt x="996" y="1390"/>
                      <a:pt x="824" y="1390"/>
                    </a:cubicBezTo>
                    <a:cubicBezTo>
                      <a:pt x="466" y="1390"/>
                      <a:pt x="283" y="1009"/>
                      <a:pt x="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5041825" y="4899475"/>
                <a:ext cx="612225" cy="6873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7493" extrusionOk="0">
                    <a:moveTo>
                      <a:pt x="22479" y="1"/>
                    </a:moveTo>
                    <a:cubicBezTo>
                      <a:pt x="20013" y="1831"/>
                      <a:pt x="17248" y="3243"/>
                      <a:pt x="14323" y="4138"/>
                    </a:cubicBezTo>
                    <a:cubicBezTo>
                      <a:pt x="9629" y="5571"/>
                      <a:pt x="4457" y="5690"/>
                      <a:pt x="1" y="7659"/>
                    </a:cubicBezTo>
                    <a:lnTo>
                      <a:pt x="1" y="27492"/>
                    </a:lnTo>
                    <a:lnTo>
                      <a:pt x="24489" y="27492"/>
                    </a:lnTo>
                    <a:lnTo>
                      <a:pt x="24489" y="4516"/>
                    </a:lnTo>
                    <a:cubicBezTo>
                      <a:pt x="24489" y="2706"/>
                      <a:pt x="23713" y="1115"/>
                      <a:pt x="22479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5041325" y="4860200"/>
                <a:ext cx="6122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9044" extrusionOk="0">
                    <a:moveTo>
                      <a:pt x="6088" y="0"/>
                    </a:moveTo>
                    <a:cubicBezTo>
                      <a:pt x="2726" y="0"/>
                      <a:pt x="21" y="2725"/>
                      <a:pt x="1" y="6087"/>
                    </a:cubicBezTo>
                    <a:lnTo>
                      <a:pt x="1" y="29043"/>
                    </a:lnTo>
                    <a:lnTo>
                      <a:pt x="220" y="29043"/>
                    </a:lnTo>
                    <a:lnTo>
                      <a:pt x="220" y="6207"/>
                    </a:lnTo>
                    <a:cubicBezTo>
                      <a:pt x="220" y="2884"/>
                      <a:pt x="2905" y="179"/>
                      <a:pt x="6227" y="179"/>
                    </a:cubicBezTo>
                    <a:lnTo>
                      <a:pt x="18461" y="179"/>
                    </a:lnTo>
                    <a:cubicBezTo>
                      <a:pt x="21783" y="179"/>
                      <a:pt x="24489" y="2884"/>
                      <a:pt x="24489" y="6207"/>
                    </a:cubicBezTo>
                    <a:lnTo>
                      <a:pt x="24489" y="6087"/>
                    </a:lnTo>
                    <a:cubicBezTo>
                      <a:pt x="24489" y="2725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4241650" y="4827850"/>
                <a:ext cx="650500" cy="758450"/>
              </a:xfrm>
              <a:custGeom>
                <a:avLst/>
                <a:gdLst/>
                <a:ahLst/>
                <a:cxnLst/>
                <a:rect l="l" t="t" r="r" b="b"/>
                <a:pathLst>
                  <a:path w="26020" h="30338" extrusionOk="0">
                    <a:moveTo>
                      <a:pt x="6465" y="1"/>
                    </a:moveTo>
                    <a:cubicBezTo>
                      <a:pt x="2905" y="1"/>
                      <a:pt x="0" y="2885"/>
                      <a:pt x="0" y="6466"/>
                    </a:cubicBezTo>
                    <a:lnTo>
                      <a:pt x="0" y="30337"/>
                    </a:lnTo>
                    <a:lnTo>
                      <a:pt x="26020" y="30337"/>
                    </a:lnTo>
                    <a:lnTo>
                      <a:pt x="26020" y="6466"/>
                    </a:lnTo>
                    <a:cubicBezTo>
                      <a:pt x="26020" y="2905"/>
                      <a:pt x="23136" y="1"/>
                      <a:pt x="19555" y="1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4278450" y="4860200"/>
                <a:ext cx="6127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9044" extrusionOk="0">
                    <a:moveTo>
                      <a:pt x="6088" y="0"/>
                    </a:moveTo>
                    <a:cubicBezTo>
                      <a:pt x="2726" y="0"/>
                      <a:pt x="0" y="2725"/>
                      <a:pt x="0" y="6087"/>
                    </a:cubicBezTo>
                    <a:lnTo>
                      <a:pt x="0" y="29043"/>
                    </a:lnTo>
                    <a:lnTo>
                      <a:pt x="24508" y="29043"/>
                    </a:lnTo>
                    <a:lnTo>
                      <a:pt x="24508" y="6087"/>
                    </a:lnTo>
                    <a:cubicBezTo>
                      <a:pt x="24508" y="2725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4241650" y="5061100"/>
                <a:ext cx="134300" cy="5252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21008" extrusionOk="0">
                    <a:moveTo>
                      <a:pt x="0" y="1"/>
                    </a:moveTo>
                    <a:lnTo>
                      <a:pt x="0" y="21007"/>
                    </a:lnTo>
                    <a:lnTo>
                      <a:pt x="5371" y="21007"/>
                    </a:lnTo>
                    <a:lnTo>
                      <a:pt x="1492" y="1154"/>
                    </a:lnTo>
                    <a:cubicBezTo>
                      <a:pt x="1209" y="1303"/>
                      <a:pt x="996" y="1390"/>
                      <a:pt x="824" y="1390"/>
                    </a:cubicBezTo>
                    <a:cubicBezTo>
                      <a:pt x="465" y="1390"/>
                      <a:pt x="283" y="1009"/>
                      <a:pt x="0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4278950" y="4899475"/>
                <a:ext cx="612225" cy="6873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7493" extrusionOk="0">
                    <a:moveTo>
                      <a:pt x="22479" y="1"/>
                    </a:moveTo>
                    <a:cubicBezTo>
                      <a:pt x="20012" y="1831"/>
                      <a:pt x="17267" y="3243"/>
                      <a:pt x="14323" y="4138"/>
                    </a:cubicBezTo>
                    <a:cubicBezTo>
                      <a:pt x="9628" y="5571"/>
                      <a:pt x="4456" y="5690"/>
                      <a:pt x="0" y="7659"/>
                    </a:cubicBezTo>
                    <a:lnTo>
                      <a:pt x="0" y="27492"/>
                    </a:lnTo>
                    <a:lnTo>
                      <a:pt x="24488" y="27492"/>
                    </a:lnTo>
                    <a:lnTo>
                      <a:pt x="24488" y="4516"/>
                    </a:lnTo>
                    <a:cubicBezTo>
                      <a:pt x="24488" y="2706"/>
                      <a:pt x="23732" y="1115"/>
                      <a:pt x="22479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4278950" y="4860200"/>
                <a:ext cx="612225" cy="726100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9044" extrusionOk="0">
                    <a:moveTo>
                      <a:pt x="6087" y="0"/>
                    </a:moveTo>
                    <a:cubicBezTo>
                      <a:pt x="2746" y="0"/>
                      <a:pt x="0" y="2725"/>
                      <a:pt x="0" y="6087"/>
                    </a:cubicBezTo>
                    <a:lnTo>
                      <a:pt x="0" y="29043"/>
                    </a:lnTo>
                    <a:lnTo>
                      <a:pt x="219" y="29043"/>
                    </a:lnTo>
                    <a:lnTo>
                      <a:pt x="219" y="6207"/>
                    </a:lnTo>
                    <a:cubicBezTo>
                      <a:pt x="219" y="2884"/>
                      <a:pt x="2905" y="179"/>
                      <a:pt x="6247" y="179"/>
                    </a:cubicBezTo>
                    <a:lnTo>
                      <a:pt x="18481" y="179"/>
                    </a:lnTo>
                    <a:cubicBezTo>
                      <a:pt x="21783" y="179"/>
                      <a:pt x="24488" y="2884"/>
                      <a:pt x="24488" y="6207"/>
                    </a:cubicBezTo>
                    <a:lnTo>
                      <a:pt x="24488" y="6087"/>
                    </a:lnTo>
                    <a:cubicBezTo>
                      <a:pt x="24488" y="2725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810650" y="5031275"/>
                <a:ext cx="650525" cy="553025"/>
              </a:xfrm>
              <a:custGeom>
                <a:avLst/>
                <a:gdLst/>
                <a:ahLst/>
                <a:cxnLst/>
                <a:rect l="l" t="t" r="r" b="b"/>
                <a:pathLst>
                  <a:path w="26021" h="22121" extrusionOk="0">
                    <a:moveTo>
                      <a:pt x="6466" y="0"/>
                    </a:moveTo>
                    <a:cubicBezTo>
                      <a:pt x="2885" y="0"/>
                      <a:pt x="1" y="2904"/>
                      <a:pt x="1" y="6465"/>
                    </a:cubicBezTo>
                    <a:lnTo>
                      <a:pt x="1" y="22121"/>
                    </a:lnTo>
                    <a:lnTo>
                      <a:pt x="26020" y="22121"/>
                    </a:lnTo>
                    <a:lnTo>
                      <a:pt x="26020" y="6465"/>
                    </a:lnTo>
                    <a:cubicBezTo>
                      <a:pt x="26020" y="2885"/>
                      <a:pt x="23116" y="0"/>
                      <a:pt x="19555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810650" y="5063600"/>
                <a:ext cx="613225" cy="520700"/>
              </a:xfrm>
              <a:custGeom>
                <a:avLst/>
                <a:gdLst/>
                <a:ahLst/>
                <a:cxnLst/>
                <a:rect l="l" t="t" r="r" b="b"/>
                <a:pathLst>
                  <a:path w="24529" h="20828" extrusionOk="0">
                    <a:moveTo>
                      <a:pt x="6088" y="0"/>
                    </a:moveTo>
                    <a:cubicBezTo>
                      <a:pt x="2746" y="0"/>
                      <a:pt x="1" y="2725"/>
                      <a:pt x="1" y="6087"/>
                    </a:cubicBezTo>
                    <a:lnTo>
                      <a:pt x="1" y="20828"/>
                    </a:lnTo>
                    <a:lnTo>
                      <a:pt x="24528" y="20828"/>
                    </a:lnTo>
                    <a:lnTo>
                      <a:pt x="24528" y="6087"/>
                    </a:lnTo>
                    <a:cubicBezTo>
                      <a:pt x="24528" y="2725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1325875" y="5265000"/>
                <a:ext cx="1353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412" h="12772" extrusionOk="0">
                    <a:moveTo>
                      <a:pt x="5411" y="1"/>
                    </a:moveTo>
                    <a:cubicBezTo>
                      <a:pt x="5116" y="1009"/>
                      <a:pt x="4929" y="1390"/>
                      <a:pt x="4575" y="1390"/>
                    </a:cubicBezTo>
                    <a:cubicBezTo>
                      <a:pt x="4405" y="1390"/>
                      <a:pt x="4197" y="1303"/>
                      <a:pt x="3919" y="1154"/>
                    </a:cubicBezTo>
                    <a:lnTo>
                      <a:pt x="1" y="12772"/>
                    </a:lnTo>
                    <a:lnTo>
                      <a:pt x="5411" y="12772"/>
                    </a:lnTo>
                    <a:lnTo>
                      <a:pt x="5411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810650" y="5138200"/>
                <a:ext cx="612225" cy="4814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57" extrusionOk="0">
                    <a:moveTo>
                      <a:pt x="2010" y="0"/>
                    </a:moveTo>
                    <a:cubicBezTo>
                      <a:pt x="777" y="1114"/>
                      <a:pt x="1" y="2705"/>
                      <a:pt x="1" y="4516"/>
                    </a:cubicBezTo>
                    <a:lnTo>
                      <a:pt x="1" y="19256"/>
                    </a:lnTo>
                    <a:lnTo>
                      <a:pt x="24489" y="19256"/>
                    </a:lnTo>
                    <a:lnTo>
                      <a:pt x="24489" y="7659"/>
                    </a:lnTo>
                    <a:cubicBezTo>
                      <a:pt x="20053" y="5689"/>
                      <a:pt x="14880" y="5570"/>
                      <a:pt x="10166" y="4138"/>
                    </a:cubicBezTo>
                    <a:cubicBezTo>
                      <a:pt x="7242" y="3243"/>
                      <a:pt x="4477" y="1830"/>
                      <a:pt x="2010" y="0"/>
                    </a:cubicBezTo>
                    <a:close/>
                  </a:path>
                </a:pathLst>
              </a:custGeom>
              <a:solidFill>
                <a:srgbClr val="45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811150" y="5063600"/>
                <a:ext cx="612725" cy="520700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0828" extrusionOk="0">
                    <a:moveTo>
                      <a:pt x="6068" y="0"/>
                    </a:moveTo>
                    <a:cubicBezTo>
                      <a:pt x="2726" y="0"/>
                      <a:pt x="1" y="2725"/>
                      <a:pt x="1" y="6087"/>
                    </a:cubicBezTo>
                    <a:lnTo>
                      <a:pt x="1" y="6207"/>
                    </a:lnTo>
                    <a:cubicBezTo>
                      <a:pt x="1" y="2885"/>
                      <a:pt x="2726" y="159"/>
                      <a:pt x="6028" y="159"/>
                    </a:cubicBezTo>
                    <a:lnTo>
                      <a:pt x="18262" y="159"/>
                    </a:lnTo>
                    <a:cubicBezTo>
                      <a:pt x="21584" y="159"/>
                      <a:pt x="24270" y="2885"/>
                      <a:pt x="24270" y="6207"/>
                    </a:cubicBezTo>
                    <a:lnTo>
                      <a:pt x="24270" y="20828"/>
                    </a:lnTo>
                    <a:lnTo>
                      <a:pt x="24508" y="20828"/>
                    </a:lnTo>
                    <a:lnTo>
                      <a:pt x="24508" y="6087"/>
                    </a:lnTo>
                    <a:cubicBezTo>
                      <a:pt x="24469" y="2725"/>
                      <a:pt x="21763" y="0"/>
                      <a:pt x="18401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1573050" y="5031275"/>
                <a:ext cx="650000" cy="553025"/>
              </a:xfrm>
              <a:custGeom>
                <a:avLst/>
                <a:gdLst/>
                <a:ahLst/>
                <a:cxnLst/>
                <a:rect l="l" t="t" r="r" b="b"/>
                <a:pathLst>
                  <a:path w="26000" h="22121" extrusionOk="0">
                    <a:moveTo>
                      <a:pt x="6465" y="0"/>
                    </a:moveTo>
                    <a:cubicBezTo>
                      <a:pt x="2885" y="0"/>
                      <a:pt x="0" y="2904"/>
                      <a:pt x="0" y="6465"/>
                    </a:cubicBezTo>
                    <a:lnTo>
                      <a:pt x="0" y="22121"/>
                    </a:lnTo>
                    <a:lnTo>
                      <a:pt x="26000" y="22121"/>
                    </a:lnTo>
                    <a:lnTo>
                      <a:pt x="26000" y="6465"/>
                    </a:lnTo>
                    <a:cubicBezTo>
                      <a:pt x="26000" y="2885"/>
                      <a:pt x="23096" y="0"/>
                      <a:pt x="19535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1573550" y="5063600"/>
                <a:ext cx="613200" cy="520700"/>
              </a:xfrm>
              <a:custGeom>
                <a:avLst/>
                <a:gdLst/>
                <a:ahLst/>
                <a:cxnLst/>
                <a:rect l="l" t="t" r="r" b="b"/>
                <a:pathLst>
                  <a:path w="24528" h="20828" extrusionOk="0">
                    <a:moveTo>
                      <a:pt x="6087" y="0"/>
                    </a:moveTo>
                    <a:cubicBezTo>
                      <a:pt x="2725" y="0"/>
                      <a:pt x="0" y="2725"/>
                      <a:pt x="0" y="6087"/>
                    </a:cubicBezTo>
                    <a:lnTo>
                      <a:pt x="0" y="20828"/>
                    </a:lnTo>
                    <a:lnTo>
                      <a:pt x="24528" y="20828"/>
                    </a:lnTo>
                    <a:lnTo>
                      <a:pt x="24528" y="6087"/>
                    </a:lnTo>
                    <a:cubicBezTo>
                      <a:pt x="24528" y="2725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>
                <a:off x="2088750" y="5265000"/>
                <a:ext cx="1343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72" extrusionOk="0">
                    <a:moveTo>
                      <a:pt x="5372" y="1"/>
                    </a:moveTo>
                    <a:cubicBezTo>
                      <a:pt x="5090" y="1009"/>
                      <a:pt x="4907" y="1390"/>
                      <a:pt x="4548" y="1390"/>
                    </a:cubicBezTo>
                    <a:cubicBezTo>
                      <a:pt x="4376" y="1390"/>
                      <a:pt x="4164" y="1303"/>
                      <a:pt x="3880" y="1154"/>
                    </a:cubicBezTo>
                    <a:lnTo>
                      <a:pt x="1" y="12772"/>
                    </a:lnTo>
                    <a:lnTo>
                      <a:pt x="5372" y="12772"/>
                    </a:lnTo>
                    <a:lnTo>
                      <a:pt x="5372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>
                <a:off x="1573550" y="5102375"/>
                <a:ext cx="612200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8" h="19277" extrusionOk="0">
                    <a:moveTo>
                      <a:pt x="2009" y="1"/>
                    </a:moveTo>
                    <a:cubicBezTo>
                      <a:pt x="776" y="1115"/>
                      <a:pt x="0" y="2706"/>
                      <a:pt x="0" y="4536"/>
                    </a:cubicBezTo>
                    <a:lnTo>
                      <a:pt x="0" y="19277"/>
                    </a:lnTo>
                    <a:lnTo>
                      <a:pt x="24488" y="19277"/>
                    </a:lnTo>
                    <a:lnTo>
                      <a:pt x="24488" y="7659"/>
                    </a:lnTo>
                    <a:cubicBezTo>
                      <a:pt x="20032" y="5710"/>
                      <a:pt x="14860" y="5571"/>
                      <a:pt x="10165" y="4158"/>
                    </a:cubicBezTo>
                    <a:cubicBezTo>
                      <a:pt x="7241" y="3263"/>
                      <a:pt x="4476" y="1851"/>
                      <a:pt x="2009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1573550" y="5063600"/>
                <a:ext cx="612200" cy="520700"/>
              </a:xfrm>
              <a:custGeom>
                <a:avLst/>
                <a:gdLst/>
                <a:ahLst/>
                <a:cxnLst/>
                <a:rect l="l" t="t" r="r" b="b"/>
                <a:pathLst>
                  <a:path w="24488" h="20828" extrusionOk="0">
                    <a:moveTo>
                      <a:pt x="6067" y="0"/>
                    </a:moveTo>
                    <a:cubicBezTo>
                      <a:pt x="2706" y="0"/>
                      <a:pt x="0" y="2725"/>
                      <a:pt x="0" y="6087"/>
                    </a:cubicBezTo>
                    <a:lnTo>
                      <a:pt x="0" y="6207"/>
                    </a:lnTo>
                    <a:cubicBezTo>
                      <a:pt x="0" y="2885"/>
                      <a:pt x="2706" y="159"/>
                      <a:pt x="6008" y="159"/>
                    </a:cubicBezTo>
                    <a:lnTo>
                      <a:pt x="18262" y="159"/>
                    </a:lnTo>
                    <a:cubicBezTo>
                      <a:pt x="21584" y="159"/>
                      <a:pt x="24269" y="2885"/>
                      <a:pt x="24269" y="6207"/>
                    </a:cubicBezTo>
                    <a:lnTo>
                      <a:pt x="24269" y="20828"/>
                    </a:lnTo>
                    <a:lnTo>
                      <a:pt x="24488" y="20828"/>
                    </a:lnTo>
                    <a:lnTo>
                      <a:pt x="24488" y="6087"/>
                    </a:lnTo>
                    <a:cubicBezTo>
                      <a:pt x="24488" y="2725"/>
                      <a:pt x="21763" y="0"/>
                      <a:pt x="1840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2335925" y="5031275"/>
                <a:ext cx="650025" cy="553025"/>
              </a:xfrm>
              <a:custGeom>
                <a:avLst/>
                <a:gdLst/>
                <a:ahLst/>
                <a:cxnLst/>
                <a:rect l="l" t="t" r="r" b="b"/>
                <a:pathLst>
                  <a:path w="26001" h="22121" extrusionOk="0">
                    <a:moveTo>
                      <a:pt x="6466" y="0"/>
                    </a:moveTo>
                    <a:cubicBezTo>
                      <a:pt x="2885" y="0"/>
                      <a:pt x="1" y="2904"/>
                      <a:pt x="1" y="6465"/>
                    </a:cubicBezTo>
                    <a:lnTo>
                      <a:pt x="1" y="22121"/>
                    </a:lnTo>
                    <a:lnTo>
                      <a:pt x="26000" y="22121"/>
                    </a:lnTo>
                    <a:lnTo>
                      <a:pt x="26000" y="6465"/>
                    </a:lnTo>
                    <a:cubicBezTo>
                      <a:pt x="26000" y="2885"/>
                      <a:pt x="23096" y="0"/>
                      <a:pt x="19535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2335925" y="5063600"/>
                <a:ext cx="612725" cy="520700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0828" extrusionOk="0">
                    <a:moveTo>
                      <a:pt x="6088" y="0"/>
                    </a:moveTo>
                    <a:cubicBezTo>
                      <a:pt x="2726" y="0"/>
                      <a:pt x="1" y="2725"/>
                      <a:pt x="1" y="6087"/>
                    </a:cubicBezTo>
                    <a:lnTo>
                      <a:pt x="1" y="20828"/>
                    </a:lnTo>
                    <a:lnTo>
                      <a:pt x="24508" y="20828"/>
                    </a:lnTo>
                    <a:lnTo>
                      <a:pt x="24508" y="6087"/>
                    </a:lnTo>
                    <a:cubicBezTo>
                      <a:pt x="24508" y="2725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2851150" y="5265000"/>
                <a:ext cx="1348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392" h="12772" extrusionOk="0">
                    <a:moveTo>
                      <a:pt x="5391" y="1"/>
                    </a:moveTo>
                    <a:cubicBezTo>
                      <a:pt x="5109" y="1009"/>
                      <a:pt x="4927" y="1390"/>
                      <a:pt x="4568" y="1390"/>
                    </a:cubicBezTo>
                    <a:cubicBezTo>
                      <a:pt x="4396" y="1390"/>
                      <a:pt x="4183" y="1303"/>
                      <a:pt x="3899" y="1154"/>
                    </a:cubicBezTo>
                    <a:lnTo>
                      <a:pt x="0" y="12772"/>
                    </a:lnTo>
                    <a:lnTo>
                      <a:pt x="5391" y="12772"/>
                    </a:lnTo>
                    <a:lnTo>
                      <a:pt x="5391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2335925" y="5102375"/>
                <a:ext cx="6122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77" extrusionOk="0">
                    <a:moveTo>
                      <a:pt x="2010" y="1"/>
                    </a:moveTo>
                    <a:cubicBezTo>
                      <a:pt x="757" y="1115"/>
                      <a:pt x="1" y="2706"/>
                      <a:pt x="1" y="4536"/>
                    </a:cubicBezTo>
                    <a:lnTo>
                      <a:pt x="1" y="19277"/>
                    </a:lnTo>
                    <a:lnTo>
                      <a:pt x="24488" y="19277"/>
                    </a:lnTo>
                    <a:lnTo>
                      <a:pt x="24488" y="7659"/>
                    </a:lnTo>
                    <a:cubicBezTo>
                      <a:pt x="20033" y="5710"/>
                      <a:pt x="14860" y="5571"/>
                      <a:pt x="10166" y="4158"/>
                    </a:cubicBezTo>
                    <a:cubicBezTo>
                      <a:pt x="7222" y="3263"/>
                      <a:pt x="4476" y="1851"/>
                      <a:pt x="2010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2335925" y="5063600"/>
                <a:ext cx="612225" cy="520700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0828" extrusionOk="0">
                    <a:moveTo>
                      <a:pt x="6068" y="0"/>
                    </a:moveTo>
                    <a:cubicBezTo>
                      <a:pt x="2706" y="0"/>
                      <a:pt x="1" y="2725"/>
                      <a:pt x="1" y="6087"/>
                    </a:cubicBezTo>
                    <a:lnTo>
                      <a:pt x="1" y="6207"/>
                    </a:lnTo>
                    <a:cubicBezTo>
                      <a:pt x="1" y="2885"/>
                      <a:pt x="2706" y="159"/>
                      <a:pt x="6008" y="159"/>
                    </a:cubicBezTo>
                    <a:lnTo>
                      <a:pt x="18242" y="159"/>
                    </a:lnTo>
                    <a:cubicBezTo>
                      <a:pt x="21584" y="159"/>
                      <a:pt x="24270" y="2885"/>
                      <a:pt x="24270" y="6207"/>
                    </a:cubicBezTo>
                    <a:lnTo>
                      <a:pt x="24270" y="20828"/>
                    </a:lnTo>
                    <a:lnTo>
                      <a:pt x="24488" y="20828"/>
                    </a:lnTo>
                    <a:lnTo>
                      <a:pt x="24488" y="6087"/>
                    </a:lnTo>
                    <a:cubicBezTo>
                      <a:pt x="24488" y="2725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3097825" y="5031275"/>
                <a:ext cx="650500" cy="553025"/>
              </a:xfrm>
              <a:custGeom>
                <a:avLst/>
                <a:gdLst/>
                <a:ahLst/>
                <a:cxnLst/>
                <a:rect l="l" t="t" r="r" b="b"/>
                <a:pathLst>
                  <a:path w="26020" h="22121" extrusionOk="0">
                    <a:moveTo>
                      <a:pt x="6465" y="0"/>
                    </a:moveTo>
                    <a:cubicBezTo>
                      <a:pt x="2885" y="0"/>
                      <a:pt x="0" y="2904"/>
                      <a:pt x="0" y="6465"/>
                    </a:cubicBezTo>
                    <a:lnTo>
                      <a:pt x="0" y="22121"/>
                    </a:lnTo>
                    <a:lnTo>
                      <a:pt x="26020" y="22121"/>
                    </a:lnTo>
                    <a:lnTo>
                      <a:pt x="26020" y="6465"/>
                    </a:lnTo>
                    <a:cubicBezTo>
                      <a:pt x="26020" y="2885"/>
                      <a:pt x="23096" y="0"/>
                      <a:pt x="19555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3097825" y="5063600"/>
                <a:ext cx="613200" cy="520700"/>
              </a:xfrm>
              <a:custGeom>
                <a:avLst/>
                <a:gdLst/>
                <a:ahLst/>
                <a:cxnLst/>
                <a:rect l="l" t="t" r="r" b="b"/>
                <a:pathLst>
                  <a:path w="24528" h="20828" extrusionOk="0">
                    <a:moveTo>
                      <a:pt x="6087" y="0"/>
                    </a:moveTo>
                    <a:cubicBezTo>
                      <a:pt x="2745" y="0"/>
                      <a:pt x="0" y="2725"/>
                      <a:pt x="0" y="6087"/>
                    </a:cubicBezTo>
                    <a:lnTo>
                      <a:pt x="0" y="20828"/>
                    </a:lnTo>
                    <a:lnTo>
                      <a:pt x="24528" y="20828"/>
                    </a:lnTo>
                    <a:lnTo>
                      <a:pt x="24528" y="6087"/>
                    </a:lnTo>
                    <a:cubicBezTo>
                      <a:pt x="24528" y="2725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3614025" y="5265000"/>
                <a:ext cx="1343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72" extrusionOk="0">
                    <a:moveTo>
                      <a:pt x="5372" y="1"/>
                    </a:moveTo>
                    <a:cubicBezTo>
                      <a:pt x="5076" y="1009"/>
                      <a:pt x="4889" y="1390"/>
                      <a:pt x="4535" y="1390"/>
                    </a:cubicBezTo>
                    <a:cubicBezTo>
                      <a:pt x="4365" y="1390"/>
                      <a:pt x="4157" y="1303"/>
                      <a:pt x="3880" y="1154"/>
                    </a:cubicBezTo>
                    <a:lnTo>
                      <a:pt x="1" y="12772"/>
                    </a:lnTo>
                    <a:lnTo>
                      <a:pt x="5372" y="12772"/>
                    </a:lnTo>
                    <a:lnTo>
                      <a:pt x="5372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3098325" y="5102375"/>
                <a:ext cx="612700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508" h="19277" extrusionOk="0">
                    <a:moveTo>
                      <a:pt x="2029" y="1"/>
                    </a:moveTo>
                    <a:cubicBezTo>
                      <a:pt x="776" y="1115"/>
                      <a:pt x="0" y="2706"/>
                      <a:pt x="0" y="4536"/>
                    </a:cubicBezTo>
                    <a:lnTo>
                      <a:pt x="0" y="19277"/>
                    </a:lnTo>
                    <a:lnTo>
                      <a:pt x="24508" y="19277"/>
                    </a:lnTo>
                    <a:lnTo>
                      <a:pt x="24508" y="7659"/>
                    </a:lnTo>
                    <a:cubicBezTo>
                      <a:pt x="20052" y="5710"/>
                      <a:pt x="14880" y="5571"/>
                      <a:pt x="10185" y="4158"/>
                    </a:cubicBezTo>
                    <a:cubicBezTo>
                      <a:pt x="7241" y="3263"/>
                      <a:pt x="4476" y="1851"/>
                      <a:pt x="2029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3098325" y="5063600"/>
                <a:ext cx="612700" cy="520700"/>
              </a:xfrm>
              <a:custGeom>
                <a:avLst/>
                <a:gdLst/>
                <a:ahLst/>
                <a:cxnLst/>
                <a:rect l="l" t="t" r="r" b="b"/>
                <a:pathLst>
                  <a:path w="24508" h="20828" extrusionOk="0">
                    <a:moveTo>
                      <a:pt x="6067" y="0"/>
                    </a:moveTo>
                    <a:cubicBezTo>
                      <a:pt x="2725" y="0"/>
                      <a:pt x="0" y="2725"/>
                      <a:pt x="0" y="6087"/>
                    </a:cubicBezTo>
                    <a:lnTo>
                      <a:pt x="0" y="6207"/>
                    </a:lnTo>
                    <a:cubicBezTo>
                      <a:pt x="0" y="2885"/>
                      <a:pt x="2725" y="159"/>
                      <a:pt x="6028" y="159"/>
                    </a:cubicBezTo>
                    <a:lnTo>
                      <a:pt x="18262" y="159"/>
                    </a:lnTo>
                    <a:cubicBezTo>
                      <a:pt x="21584" y="159"/>
                      <a:pt x="24269" y="2885"/>
                      <a:pt x="24269" y="6207"/>
                    </a:cubicBezTo>
                    <a:lnTo>
                      <a:pt x="24269" y="20828"/>
                    </a:lnTo>
                    <a:lnTo>
                      <a:pt x="24488" y="20828"/>
                    </a:lnTo>
                    <a:lnTo>
                      <a:pt x="24488" y="6087"/>
                    </a:lnTo>
                    <a:cubicBezTo>
                      <a:pt x="24508" y="2725"/>
                      <a:pt x="21763" y="0"/>
                      <a:pt x="1840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6147875" y="5031275"/>
                <a:ext cx="650000" cy="553025"/>
              </a:xfrm>
              <a:custGeom>
                <a:avLst/>
                <a:gdLst/>
                <a:ahLst/>
                <a:cxnLst/>
                <a:rect l="l" t="t" r="r" b="b"/>
                <a:pathLst>
                  <a:path w="26000" h="22121" extrusionOk="0">
                    <a:moveTo>
                      <a:pt x="6465" y="0"/>
                    </a:moveTo>
                    <a:cubicBezTo>
                      <a:pt x="2904" y="0"/>
                      <a:pt x="0" y="2885"/>
                      <a:pt x="0" y="6465"/>
                    </a:cubicBezTo>
                    <a:lnTo>
                      <a:pt x="0" y="22121"/>
                    </a:lnTo>
                    <a:lnTo>
                      <a:pt x="26000" y="22121"/>
                    </a:lnTo>
                    <a:lnTo>
                      <a:pt x="26000" y="6465"/>
                    </a:lnTo>
                    <a:cubicBezTo>
                      <a:pt x="26000" y="2904"/>
                      <a:pt x="23115" y="0"/>
                      <a:pt x="19535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6184175" y="5063600"/>
                <a:ext cx="613200" cy="520700"/>
              </a:xfrm>
              <a:custGeom>
                <a:avLst/>
                <a:gdLst/>
                <a:ahLst/>
                <a:cxnLst/>
                <a:rect l="l" t="t" r="r" b="b"/>
                <a:pathLst>
                  <a:path w="24528" h="20828" extrusionOk="0">
                    <a:moveTo>
                      <a:pt x="6107" y="0"/>
                    </a:moveTo>
                    <a:cubicBezTo>
                      <a:pt x="2745" y="0"/>
                      <a:pt x="0" y="2725"/>
                      <a:pt x="0" y="6087"/>
                    </a:cubicBezTo>
                    <a:lnTo>
                      <a:pt x="0" y="20828"/>
                    </a:lnTo>
                    <a:lnTo>
                      <a:pt x="24528" y="20828"/>
                    </a:lnTo>
                    <a:lnTo>
                      <a:pt x="24528" y="6087"/>
                    </a:lnTo>
                    <a:cubicBezTo>
                      <a:pt x="24528" y="2725"/>
                      <a:pt x="21783" y="0"/>
                      <a:pt x="1844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6147875" y="5265000"/>
                <a:ext cx="1343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72" extrusionOk="0">
                    <a:moveTo>
                      <a:pt x="0" y="1"/>
                    </a:moveTo>
                    <a:lnTo>
                      <a:pt x="0" y="12772"/>
                    </a:lnTo>
                    <a:lnTo>
                      <a:pt x="5371" y="12772"/>
                    </a:lnTo>
                    <a:lnTo>
                      <a:pt x="1492" y="1154"/>
                    </a:lnTo>
                    <a:cubicBezTo>
                      <a:pt x="1208" y="1303"/>
                      <a:pt x="996" y="1390"/>
                      <a:pt x="824" y="1390"/>
                    </a:cubicBezTo>
                    <a:cubicBezTo>
                      <a:pt x="465" y="1390"/>
                      <a:pt x="282" y="1009"/>
                      <a:pt x="0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6185150" y="5138200"/>
                <a:ext cx="612225" cy="4814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57" extrusionOk="0">
                    <a:moveTo>
                      <a:pt x="22480" y="0"/>
                    </a:moveTo>
                    <a:cubicBezTo>
                      <a:pt x="20013" y="1830"/>
                      <a:pt x="17248" y="3243"/>
                      <a:pt x="14324" y="4138"/>
                    </a:cubicBezTo>
                    <a:cubicBezTo>
                      <a:pt x="9609" y="5570"/>
                      <a:pt x="4437" y="5689"/>
                      <a:pt x="1" y="7659"/>
                    </a:cubicBezTo>
                    <a:lnTo>
                      <a:pt x="1" y="19256"/>
                    </a:lnTo>
                    <a:lnTo>
                      <a:pt x="24489" y="19256"/>
                    </a:lnTo>
                    <a:lnTo>
                      <a:pt x="24489" y="4516"/>
                    </a:lnTo>
                    <a:cubicBezTo>
                      <a:pt x="24489" y="2705"/>
                      <a:pt x="23713" y="1114"/>
                      <a:pt x="22480" y="0"/>
                    </a:cubicBezTo>
                    <a:close/>
                  </a:path>
                </a:pathLst>
              </a:custGeom>
              <a:solidFill>
                <a:srgbClr val="45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6184675" y="5063600"/>
                <a:ext cx="612700" cy="520700"/>
              </a:xfrm>
              <a:custGeom>
                <a:avLst/>
                <a:gdLst/>
                <a:ahLst/>
                <a:cxnLst/>
                <a:rect l="l" t="t" r="r" b="b"/>
                <a:pathLst>
                  <a:path w="24508" h="20828" extrusionOk="0">
                    <a:moveTo>
                      <a:pt x="6107" y="0"/>
                    </a:moveTo>
                    <a:cubicBezTo>
                      <a:pt x="2745" y="0"/>
                      <a:pt x="20" y="2725"/>
                      <a:pt x="0" y="6087"/>
                    </a:cubicBezTo>
                    <a:lnTo>
                      <a:pt x="0" y="20828"/>
                    </a:lnTo>
                    <a:lnTo>
                      <a:pt x="239" y="20828"/>
                    </a:lnTo>
                    <a:lnTo>
                      <a:pt x="239" y="6207"/>
                    </a:lnTo>
                    <a:cubicBezTo>
                      <a:pt x="239" y="2885"/>
                      <a:pt x="2924" y="159"/>
                      <a:pt x="6246" y="159"/>
                    </a:cubicBezTo>
                    <a:lnTo>
                      <a:pt x="18480" y="159"/>
                    </a:lnTo>
                    <a:cubicBezTo>
                      <a:pt x="21802" y="159"/>
                      <a:pt x="24508" y="2885"/>
                      <a:pt x="24508" y="6207"/>
                    </a:cubicBezTo>
                    <a:lnTo>
                      <a:pt x="24508" y="6087"/>
                    </a:lnTo>
                    <a:cubicBezTo>
                      <a:pt x="24508" y="2725"/>
                      <a:pt x="21802" y="0"/>
                      <a:pt x="18441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5385475" y="5031275"/>
                <a:ext cx="650525" cy="553025"/>
              </a:xfrm>
              <a:custGeom>
                <a:avLst/>
                <a:gdLst/>
                <a:ahLst/>
                <a:cxnLst/>
                <a:rect l="l" t="t" r="r" b="b"/>
                <a:pathLst>
                  <a:path w="26021" h="22121" extrusionOk="0">
                    <a:moveTo>
                      <a:pt x="6466" y="0"/>
                    </a:moveTo>
                    <a:cubicBezTo>
                      <a:pt x="2905" y="0"/>
                      <a:pt x="1" y="2885"/>
                      <a:pt x="1" y="6465"/>
                    </a:cubicBezTo>
                    <a:lnTo>
                      <a:pt x="1" y="22121"/>
                    </a:lnTo>
                    <a:lnTo>
                      <a:pt x="26020" y="22121"/>
                    </a:lnTo>
                    <a:lnTo>
                      <a:pt x="26020" y="6465"/>
                    </a:lnTo>
                    <a:cubicBezTo>
                      <a:pt x="26020" y="2904"/>
                      <a:pt x="23136" y="0"/>
                      <a:pt x="19555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5422275" y="5063600"/>
                <a:ext cx="612725" cy="520700"/>
              </a:xfrm>
              <a:custGeom>
                <a:avLst/>
                <a:gdLst/>
                <a:ahLst/>
                <a:cxnLst/>
                <a:rect l="l" t="t" r="r" b="b"/>
                <a:pathLst>
                  <a:path w="24509" h="20828" extrusionOk="0">
                    <a:moveTo>
                      <a:pt x="6088" y="0"/>
                    </a:moveTo>
                    <a:cubicBezTo>
                      <a:pt x="2726" y="0"/>
                      <a:pt x="1" y="2725"/>
                      <a:pt x="1" y="6087"/>
                    </a:cubicBezTo>
                    <a:lnTo>
                      <a:pt x="1" y="20828"/>
                    </a:lnTo>
                    <a:lnTo>
                      <a:pt x="24508" y="20828"/>
                    </a:lnTo>
                    <a:lnTo>
                      <a:pt x="24508" y="6087"/>
                    </a:lnTo>
                    <a:cubicBezTo>
                      <a:pt x="24508" y="2725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5385475" y="5265000"/>
                <a:ext cx="1343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72" extrusionOk="0">
                    <a:moveTo>
                      <a:pt x="1" y="1"/>
                    </a:moveTo>
                    <a:lnTo>
                      <a:pt x="1" y="12772"/>
                    </a:lnTo>
                    <a:lnTo>
                      <a:pt x="5372" y="12772"/>
                    </a:lnTo>
                    <a:lnTo>
                      <a:pt x="1492" y="1154"/>
                    </a:lnTo>
                    <a:cubicBezTo>
                      <a:pt x="1209" y="1303"/>
                      <a:pt x="996" y="1390"/>
                      <a:pt x="824" y="1390"/>
                    </a:cubicBezTo>
                    <a:cubicBezTo>
                      <a:pt x="465" y="1390"/>
                      <a:pt x="283" y="1009"/>
                      <a:pt x="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5422775" y="5102375"/>
                <a:ext cx="6122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77" extrusionOk="0">
                    <a:moveTo>
                      <a:pt x="22479" y="1"/>
                    </a:moveTo>
                    <a:cubicBezTo>
                      <a:pt x="20013" y="1851"/>
                      <a:pt x="17267" y="3263"/>
                      <a:pt x="14323" y="4158"/>
                    </a:cubicBezTo>
                    <a:cubicBezTo>
                      <a:pt x="9629" y="5571"/>
                      <a:pt x="4456" y="5710"/>
                      <a:pt x="0" y="7659"/>
                    </a:cubicBezTo>
                    <a:lnTo>
                      <a:pt x="0" y="19277"/>
                    </a:lnTo>
                    <a:lnTo>
                      <a:pt x="24488" y="19277"/>
                    </a:lnTo>
                    <a:lnTo>
                      <a:pt x="24488" y="4536"/>
                    </a:lnTo>
                    <a:cubicBezTo>
                      <a:pt x="24488" y="2706"/>
                      <a:pt x="23732" y="1115"/>
                      <a:pt x="22479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5422775" y="5063600"/>
                <a:ext cx="611725" cy="520700"/>
              </a:xfrm>
              <a:custGeom>
                <a:avLst/>
                <a:gdLst/>
                <a:ahLst/>
                <a:cxnLst/>
                <a:rect l="l" t="t" r="r" b="b"/>
                <a:pathLst>
                  <a:path w="24469" h="20828" extrusionOk="0">
                    <a:moveTo>
                      <a:pt x="6068" y="0"/>
                    </a:moveTo>
                    <a:cubicBezTo>
                      <a:pt x="2706" y="0"/>
                      <a:pt x="0" y="2725"/>
                      <a:pt x="0" y="6087"/>
                    </a:cubicBezTo>
                    <a:lnTo>
                      <a:pt x="0" y="20828"/>
                    </a:lnTo>
                    <a:lnTo>
                      <a:pt x="199" y="20828"/>
                    </a:lnTo>
                    <a:lnTo>
                      <a:pt x="199" y="6207"/>
                    </a:lnTo>
                    <a:cubicBezTo>
                      <a:pt x="199" y="2885"/>
                      <a:pt x="2885" y="159"/>
                      <a:pt x="6207" y="159"/>
                    </a:cubicBezTo>
                    <a:lnTo>
                      <a:pt x="18441" y="159"/>
                    </a:lnTo>
                    <a:cubicBezTo>
                      <a:pt x="21763" y="159"/>
                      <a:pt x="24468" y="2885"/>
                      <a:pt x="24468" y="6207"/>
                    </a:cubicBezTo>
                    <a:lnTo>
                      <a:pt x="24468" y="6087"/>
                    </a:lnTo>
                    <a:cubicBezTo>
                      <a:pt x="24468" y="2725"/>
                      <a:pt x="21763" y="0"/>
                      <a:pt x="1840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4622600" y="5031275"/>
                <a:ext cx="650500" cy="553025"/>
              </a:xfrm>
              <a:custGeom>
                <a:avLst/>
                <a:gdLst/>
                <a:ahLst/>
                <a:cxnLst/>
                <a:rect l="l" t="t" r="r" b="b"/>
                <a:pathLst>
                  <a:path w="26020" h="22121" extrusionOk="0">
                    <a:moveTo>
                      <a:pt x="6465" y="0"/>
                    </a:moveTo>
                    <a:cubicBezTo>
                      <a:pt x="2904" y="0"/>
                      <a:pt x="0" y="2885"/>
                      <a:pt x="0" y="6465"/>
                    </a:cubicBezTo>
                    <a:lnTo>
                      <a:pt x="0" y="22121"/>
                    </a:lnTo>
                    <a:lnTo>
                      <a:pt x="26020" y="22121"/>
                    </a:lnTo>
                    <a:lnTo>
                      <a:pt x="26020" y="6465"/>
                    </a:lnTo>
                    <a:cubicBezTo>
                      <a:pt x="26020" y="2904"/>
                      <a:pt x="23135" y="0"/>
                      <a:pt x="19555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>
                <a:off x="4659900" y="5063600"/>
                <a:ext cx="613200" cy="520700"/>
              </a:xfrm>
              <a:custGeom>
                <a:avLst/>
                <a:gdLst/>
                <a:ahLst/>
                <a:cxnLst/>
                <a:rect l="l" t="t" r="r" b="b"/>
                <a:pathLst>
                  <a:path w="24528" h="20828" extrusionOk="0">
                    <a:moveTo>
                      <a:pt x="6087" y="0"/>
                    </a:moveTo>
                    <a:cubicBezTo>
                      <a:pt x="2745" y="0"/>
                      <a:pt x="0" y="2725"/>
                      <a:pt x="0" y="6087"/>
                    </a:cubicBezTo>
                    <a:lnTo>
                      <a:pt x="0" y="20828"/>
                    </a:lnTo>
                    <a:lnTo>
                      <a:pt x="24528" y="20828"/>
                    </a:lnTo>
                    <a:lnTo>
                      <a:pt x="24528" y="6087"/>
                    </a:lnTo>
                    <a:cubicBezTo>
                      <a:pt x="24528" y="2725"/>
                      <a:pt x="21783" y="0"/>
                      <a:pt x="1844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>
                <a:off x="4622600" y="5265000"/>
                <a:ext cx="1343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72" extrusionOk="0">
                    <a:moveTo>
                      <a:pt x="0" y="1"/>
                    </a:moveTo>
                    <a:lnTo>
                      <a:pt x="0" y="12772"/>
                    </a:lnTo>
                    <a:lnTo>
                      <a:pt x="5371" y="12772"/>
                    </a:lnTo>
                    <a:lnTo>
                      <a:pt x="1492" y="1154"/>
                    </a:lnTo>
                    <a:cubicBezTo>
                      <a:pt x="1215" y="1303"/>
                      <a:pt x="1007" y="1390"/>
                      <a:pt x="837" y="1390"/>
                    </a:cubicBezTo>
                    <a:cubicBezTo>
                      <a:pt x="483" y="1390"/>
                      <a:pt x="296" y="1009"/>
                      <a:pt x="0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>
                <a:off x="4660875" y="5102375"/>
                <a:ext cx="6122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77" extrusionOk="0">
                    <a:moveTo>
                      <a:pt x="22460" y="1"/>
                    </a:moveTo>
                    <a:cubicBezTo>
                      <a:pt x="20013" y="1851"/>
                      <a:pt x="17248" y="3263"/>
                      <a:pt x="14324" y="4158"/>
                    </a:cubicBezTo>
                    <a:cubicBezTo>
                      <a:pt x="9609" y="5571"/>
                      <a:pt x="4437" y="5710"/>
                      <a:pt x="1" y="7659"/>
                    </a:cubicBezTo>
                    <a:lnTo>
                      <a:pt x="1" y="19277"/>
                    </a:lnTo>
                    <a:lnTo>
                      <a:pt x="24489" y="19277"/>
                    </a:lnTo>
                    <a:lnTo>
                      <a:pt x="24489" y="4536"/>
                    </a:lnTo>
                    <a:cubicBezTo>
                      <a:pt x="24489" y="2706"/>
                      <a:pt x="23713" y="1115"/>
                      <a:pt x="22460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>
                <a:off x="4659900" y="5063600"/>
                <a:ext cx="612700" cy="520700"/>
              </a:xfrm>
              <a:custGeom>
                <a:avLst/>
                <a:gdLst/>
                <a:ahLst/>
                <a:cxnLst/>
                <a:rect l="l" t="t" r="r" b="b"/>
                <a:pathLst>
                  <a:path w="24508" h="20828" extrusionOk="0">
                    <a:moveTo>
                      <a:pt x="6107" y="0"/>
                    </a:moveTo>
                    <a:cubicBezTo>
                      <a:pt x="2745" y="0"/>
                      <a:pt x="40" y="2725"/>
                      <a:pt x="0" y="6087"/>
                    </a:cubicBezTo>
                    <a:lnTo>
                      <a:pt x="0" y="20828"/>
                    </a:lnTo>
                    <a:lnTo>
                      <a:pt x="239" y="20828"/>
                    </a:lnTo>
                    <a:lnTo>
                      <a:pt x="239" y="6207"/>
                    </a:lnTo>
                    <a:cubicBezTo>
                      <a:pt x="239" y="2885"/>
                      <a:pt x="2924" y="159"/>
                      <a:pt x="6246" y="159"/>
                    </a:cubicBezTo>
                    <a:lnTo>
                      <a:pt x="18480" y="159"/>
                    </a:lnTo>
                    <a:cubicBezTo>
                      <a:pt x="21783" y="159"/>
                      <a:pt x="24508" y="2885"/>
                      <a:pt x="24508" y="6207"/>
                    </a:cubicBezTo>
                    <a:lnTo>
                      <a:pt x="24508" y="6087"/>
                    </a:lnTo>
                    <a:cubicBezTo>
                      <a:pt x="24508" y="2725"/>
                      <a:pt x="21783" y="0"/>
                      <a:pt x="1844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>
                <a:off x="3860700" y="5031275"/>
                <a:ext cx="650025" cy="553025"/>
              </a:xfrm>
              <a:custGeom>
                <a:avLst/>
                <a:gdLst/>
                <a:ahLst/>
                <a:cxnLst/>
                <a:rect l="l" t="t" r="r" b="b"/>
                <a:pathLst>
                  <a:path w="26001" h="22121" extrusionOk="0">
                    <a:moveTo>
                      <a:pt x="6466" y="0"/>
                    </a:moveTo>
                    <a:cubicBezTo>
                      <a:pt x="2905" y="0"/>
                      <a:pt x="1" y="2885"/>
                      <a:pt x="1" y="6465"/>
                    </a:cubicBezTo>
                    <a:lnTo>
                      <a:pt x="1" y="22121"/>
                    </a:lnTo>
                    <a:lnTo>
                      <a:pt x="26000" y="22121"/>
                    </a:lnTo>
                    <a:lnTo>
                      <a:pt x="26000" y="6465"/>
                    </a:lnTo>
                    <a:cubicBezTo>
                      <a:pt x="26000" y="2904"/>
                      <a:pt x="23116" y="0"/>
                      <a:pt x="19535" y="0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"/>
              <p:cNvSpPr/>
              <p:nvPr/>
            </p:nvSpPr>
            <p:spPr>
              <a:xfrm>
                <a:off x="3897000" y="5063600"/>
                <a:ext cx="613225" cy="520700"/>
              </a:xfrm>
              <a:custGeom>
                <a:avLst/>
                <a:gdLst/>
                <a:ahLst/>
                <a:cxnLst/>
                <a:rect l="l" t="t" r="r" b="b"/>
                <a:pathLst>
                  <a:path w="24529" h="20828" extrusionOk="0">
                    <a:moveTo>
                      <a:pt x="6108" y="0"/>
                    </a:moveTo>
                    <a:cubicBezTo>
                      <a:pt x="2746" y="0"/>
                      <a:pt x="1" y="2725"/>
                      <a:pt x="1" y="6087"/>
                    </a:cubicBezTo>
                    <a:lnTo>
                      <a:pt x="1" y="20828"/>
                    </a:lnTo>
                    <a:lnTo>
                      <a:pt x="24528" y="20828"/>
                    </a:lnTo>
                    <a:lnTo>
                      <a:pt x="24528" y="6087"/>
                    </a:lnTo>
                    <a:cubicBezTo>
                      <a:pt x="24528" y="2725"/>
                      <a:pt x="21803" y="0"/>
                      <a:pt x="18441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"/>
              <p:cNvSpPr/>
              <p:nvPr/>
            </p:nvSpPr>
            <p:spPr>
              <a:xfrm>
                <a:off x="3860700" y="5265000"/>
                <a:ext cx="134300" cy="319300"/>
              </a:xfrm>
              <a:custGeom>
                <a:avLst/>
                <a:gdLst/>
                <a:ahLst/>
                <a:cxnLst/>
                <a:rect l="l" t="t" r="r" b="b"/>
                <a:pathLst>
                  <a:path w="5372" h="12772" extrusionOk="0">
                    <a:moveTo>
                      <a:pt x="1" y="1"/>
                    </a:moveTo>
                    <a:lnTo>
                      <a:pt x="1" y="12772"/>
                    </a:lnTo>
                    <a:lnTo>
                      <a:pt x="5372" y="12772"/>
                    </a:lnTo>
                    <a:lnTo>
                      <a:pt x="1493" y="1154"/>
                    </a:lnTo>
                    <a:cubicBezTo>
                      <a:pt x="1209" y="1303"/>
                      <a:pt x="996" y="1390"/>
                      <a:pt x="824" y="1390"/>
                    </a:cubicBezTo>
                    <a:cubicBezTo>
                      <a:pt x="465" y="1390"/>
                      <a:pt x="283" y="1009"/>
                      <a:pt x="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>
                <a:off x="3898000" y="5102375"/>
                <a:ext cx="612225" cy="481925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19277" extrusionOk="0">
                    <a:moveTo>
                      <a:pt x="22479" y="1"/>
                    </a:moveTo>
                    <a:cubicBezTo>
                      <a:pt x="20013" y="1851"/>
                      <a:pt x="17247" y="3263"/>
                      <a:pt x="14323" y="4158"/>
                    </a:cubicBezTo>
                    <a:cubicBezTo>
                      <a:pt x="9629" y="5571"/>
                      <a:pt x="4456" y="5710"/>
                      <a:pt x="1" y="7659"/>
                    </a:cubicBezTo>
                    <a:lnTo>
                      <a:pt x="1" y="19277"/>
                    </a:lnTo>
                    <a:lnTo>
                      <a:pt x="24488" y="19277"/>
                    </a:lnTo>
                    <a:lnTo>
                      <a:pt x="24488" y="4536"/>
                    </a:lnTo>
                    <a:cubicBezTo>
                      <a:pt x="24488" y="2706"/>
                      <a:pt x="23713" y="1115"/>
                      <a:pt x="22479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>
                <a:off x="3898000" y="5063600"/>
                <a:ext cx="612225" cy="520700"/>
              </a:xfrm>
              <a:custGeom>
                <a:avLst/>
                <a:gdLst/>
                <a:ahLst/>
                <a:cxnLst/>
                <a:rect l="l" t="t" r="r" b="b"/>
                <a:pathLst>
                  <a:path w="24489" h="20828" extrusionOk="0">
                    <a:moveTo>
                      <a:pt x="6088" y="0"/>
                    </a:moveTo>
                    <a:cubicBezTo>
                      <a:pt x="2726" y="0"/>
                      <a:pt x="1" y="2725"/>
                      <a:pt x="1" y="6087"/>
                    </a:cubicBezTo>
                    <a:lnTo>
                      <a:pt x="1" y="20828"/>
                    </a:lnTo>
                    <a:lnTo>
                      <a:pt x="219" y="20828"/>
                    </a:lnTo>
                    <a:lnTo>
                      <a:pt x="219" y="6207"/>
                    </a:lnTo>
                    <a:cubicBezTo>
                      <a:pt x="219" y="2885"/>
                      <a:pt x="2905" y="159"/>
                      <a:pt x="6247" y="159"/>
                    </a:cubicBezTo>
                    <a:lnTo>
                      <a:pt x="18481" y="159"/>
                    </a:lnTo>
                    <a:cubicBezTo>
                      <a:pt x="21783" y="159"/>
                      <a:pt x="24488" y="2885"/>
                      <a:pt x="24488" y="6207"/>
                    </a:cubicBezTo>
                    <a:lnTo>
                      <a:pt x="24488" y="6087"/>
                    </a:lnTo>
                    <a:cubicBezTo>
                      <a:pt x="24488" y="2725"/>
                      <a:pt x="21783" y="0"/>
                      <a:pt x="18421" y="0"/>
                    </a:cubicBezTo>
                    <a:close/>
                  </a:path>
                </a:pathLst>
              </a:custGeom>
              <a:solidFill>
                <a:srgbClr val="DD4D3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1" name="Google Shape;221;p2"/>
            <p:cNvGrpSpPr/>
            <p:nvPr/>
          </p:nvGrpSpPr>
          <p:grpSpPr>
            <a:xfrm>
              <a:off x="-417858" y="-823150"/>
              <a:ext cx="9978772" cy="1382075"/>
              <a:chOff x="193475" y="-693375"/>
              <a:chExt cx="7221575" cy="1382075"/>
            </a:xfrm>
          </p:grpSpPr>
          <p:sp>
            <p:nvSpPr>
              <p:cNvPr id="222" name="Google Shape;222;p2"/>
              <p:cNvSpPr/>
              <p:nvPr/>
            </p:nvSpPr>
            <p:spPr>
              <a:xfrm>
                <a:off x="363575" y="384325"/>
                <a:ext cx="6883875" cy="304375"/>
              </a:xfrm>
              <a:custGeom>
                <a:avLst/>
                <a:gdLst/>
                <a:ahLst/>
                <a:cxnLst/>
                <a:rect l="l" t="t" r="r" b="b"/>
                <a:pathLst>
                  <a:path w="275355" h="12175" extrusionOk="0">
                    <a:moveTo>
                      <a:pt x="0" y="0"/>
                    </a:moveTo>
                    <a:lnTo>
                      <a:pt x="0" y="9390"/>
                    </a:lnTo>
                    <a:lnTo>
                      <a:pt x="0" y="10782"/>
                    </a:lnTo>
                    <a:lnTo>
                      <a:pt x="14522" y="10782"/>
                    </a:lnTo>
                    <a:lnTo>
                      <a:pt x="14522" y="9370"/>
                    </a:lnTo>
                    <a:lnTo>
                      <a:pt x="16869" y="9370"/>
                    </a:lnTo>
                    <a:lnTo>
                      <a:pt x="16869" y="12175"/>
                    </a:lnTo>
                    <a:lnTo>
                      <a:pt x="30913" y="12175"/>
                    </a:lnTo>
                    <a:lnTo>
                      <a:pt x="30913" y="9370"/>
                    </a:lnTo>
                    <a:lnTo>
                      <a:pt x="33261" y="9370"/>
                    </a:lnTo>
                    <a:lnTo>
                      <a:pt x="33261" y="10782"/>
                    </a:lnTo>
                    <a:lnTo>
                      <a:pt x="47782" y="10782"/>
                    </a:lnTo>
                    <a:lnTo>
                      <a:pt x="47782" y="9370"/>
                    </a:lnTo>
                    <a:lnTo>
                      <a:pt x="50110" y="9370"/>
                    </a:lnTo>
                    <a:lnTo>
                      <a:pt x="50110" y="12175"/>
                    </a:lnTo>
                    <a:lnTo>
                      <a:pt x="64632" y="12175"/>
                    </a:lnTo>
                    <a:lnTo>
                      <a:pt x="64632" y="9370"/>
                    </a:lnTo>
                    <a:lnTo>
                      <a:pt x="66979" y="9370"/>
                    </a:lnTo>
                    <a:lnTo>
                      <a:pt x="66979" y="10782"/>
                    </a:lnTo>
                    <a:lnTo>
                      <a:pt x="81023" y="10782"/>
                    </a:lnTo>
                    <a:lnTo>
                      <a:pt x="81023" y="9370"/>
                    </a:lnTo>
                    <a:lnTo>
                      <a:pt x="83370" y="9370"/>
                    </a:lnTo>
                    <a:lnTo>
                      <a:pt x="83370" y="12175"/>
                    </a:lnTo>
                    <a:lnTo>
                      <a:pt x="97892" y="12175"/>
                    </a:lnTo>
                    <a:lnTo>
                      <a:pt x="97892" y="9370"/>
                    </a:lnTo>
                    <a:lnTo>
                      <a:pt x="101174" y="9370"/>
                    </a:lnTo>
                    <a:lnTo>
                      <a:pt x="101174" y="10782"/>
                    </a:lnTo>
                    <a:lnTo>
                      <a:pt x="115656" y="10782"/>
                    </a:lnTo>
                    <a:lnTo>
                      <a:pt x="115656" y="9370"/>
                    </a:lnTo>
                    <a:lnTo>
                      <a:pt x="118481" y="9370"/>
                    </a:lnTo>
                    <a:lnTo>
                      <a:pt x="118481" y="12175"/>
                    </a:lnTo>
                    <a:lnTo>
                      <a:pt x="133460" y="12175"/>
                    </a:lnTo>
                    <a:lnTo>
                      <a:pt x="133460" y="9370"/>
                    </a:lnTo>
                    <a:lnTo>
                      <a:pt x="136285" y="9370"/>
                    </a:lnTo>
                    <a:lnTo>
                      <a:pt x="136285" y="10782"/>
                    </a:lnTo>
                    <a:lnTo>
                      <a:pt x="151722" y="10782"/>
                    </a:lnTo>
                    <a:lnTo>
                      <a:pt x="151722" y="9370"/>
                    </a:lnTo>
                    <a:lnTo>
                      <a:pt x="154527" y="9370"/>
                    </a:lnTo>
                    <a:lnTo>
                      <a:pt x="154527" y="12175"/>
                    </a:lnTo>
                    <a:lnTo>
                      <a:pt x="169048" y="12175"/>
                    </a:lnTo>
                    <a:lnTo>
                      <a:pt x="169048" y="9370"/>
                    </a:lnTo>
                    <a:lnTo>
                      <a:pt x="172331" y="9370"/>
                    </a:lnTo>
                    <a:lnTo>
                      <a:pt x="172331" y="10782"/>
                    </a:lnTo>
                    <a:lnTo>
                      <a:pt x="186852" y="10782"/>
                    </a:lnTo>
                    <a:lnTo>
                      <a:pt x="186852" y="9370"/>
                    </a:lnTo>
                    <a:lnTo>
                      <a:pt x="190115" y="9370"/>
                    </a:lnTo>
                    <a:lnTo>
                      <a:pt x="190115" y="12175"/>
                    </a:lnTo>
                    <a:lnTo>
                      <a:pt x="204636" y="12175"/>
                    </a:lnTo>
                    <a:lnTo>
                      <a:pt x="204636" y="9370"/>
                    </a:lnTo>
                    <a:lnTo>
                      <a:pt x="207441" y="9370"/>
                    </a:lnTo>
                    <a:lnTo>
                      <a:pt x="207441" y="12175"/>
                    </a:lnTo>
                    <a:lnTo>
                      <a:pt x="222440" y="12175"/>
                    </a:lnTo>
                    <a:lnTo>
                      <a:pt x="222440" y="9370"/>
                    </a:lnTo>
                    <a:lnTo>
                      <a:pt x="225722" y="9370"/>
                    </a:lnTo>
                    <a:lnTo>
                      <a:pt x="225722" y="10782"/>
                    </a:lnTo>
                    <a:lnTo>
                      <a:pt x="240224" y="10782"/>
                    </a:lnTo>
                    <a:lnTo>
                      <a:pt x="240224" y="9370"/>
                    </a:lnTo>
                    <a:lnTo>
                      <a:pt x="243507" y="9370"/>
                    </a:lnTo>
                    <a:lnTo>
                      <a:pt x="243507" y="12175"/>
                    </a:lnTo>
                    <a:lnTo>
                      <a:pt x="257551" y="12175"/>
                    </a:lnTo>
                    <a:lnTo>
                      <a:pt x="257551" y="9370"/>
                    </a:lnTo>
                    <a:lnTo>
                      <a:pt x="260833" y="9370"/>
                    </a:lnTo>
                    <a:lnTo>
                      <a:pt x="260833" y="10782"/>
                    </a:lnTo>
                    <a:lnTo>
                      <a:pt x="275355" y="10782"/>
                    </a:lnTo>
                    <a:lnTo>
                      <a:pt x="27535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"/>
              <p:cNvSpPr/>
              <p:nvPr/>
            </p:nvSpPr>
            <p:spPr>
              <a:xfrm>
                <a:off x="363575" y="-634175"/>
                <a:ext cx="6695900" cy="1158775"/>
              </a:xfrm>
              <a:custGeom>
                <a:avLst/>
                <a:gdLst/>
                <a:ahLst/>
                <a:cxnLst/>
                <a:rect l="l" t="t" r="r" b="b"/>
                <a:pathLst>
                  <a:path w="267836" h="46351" extrusionOk="0">
                    <a:moveTo>
                      <a:pt x="0" y="0"/>
                    </a:moveTo>
                    <a:lnTo>
                      <a:pt x="0" y="46350"/>
                    </a:lnTo>
                    <a:lnTo>
                      <a:pt x="267835" y="46350"/>
                    </a:lnTo>
                    <a:lnTo>
                      <a:pt x="267835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>
                <a:off x="363575" y="-634175"/>
                <a:ext cx="3630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2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>
                <a:off x="434175" y="-634175"/>
                <a:ext cx="21090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8436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8435" y="47782"/>
                    </a:lnTo>
                    <a:lnTo>
                      <a:pt x="843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>
                <a:off x="785300" y="-634175"/>
                <a:ext cx="35112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045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14044" y="49155"/>
                    </a:lnTo>
                    <a:lnTo>
                      <a:pt x="14044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>
                <a:off x="867350" y="-634175"/>
                <a:ext cx="18702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481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7480" y="49155"/>
                    </a:lnTo>
                    <a:lnTo>
                      <a:pt x="7480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>
                <a:off x="1195075" y="-634175"/>
                <a:ext cx="3630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"/>
              <p:cNvSpPr/>
              <p:nvPr/>
            </p:nvSpPr>
            <p:spPr>
              <a:xfrm>
                <a:off x="1277150" y="-634175"/>
                <a:ext cx="1989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7957" y="47782"/>
                    </a:lnTo>
                    <a:lnTo>
                      <a:pt x="7957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"/>
              <p:cNvSpPr/>
              <p:nvPr/>
            </p:nvSpPr>
            <p:spPr>
              <a:xfrm>
                <a:off x="1616300" y="-634175"/>
                <a:ext cx="3630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14523" y="49155"/>
                    </a:lnTo>
                    <a:lnTo>
                      <a:pt x="14523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"/>
              <p:cNvSpPr/>
              <p:nvPr/>
            </p:nvSpPr>
            <p:spPr>
              <a:xfrm>
                <a:off x="1698375" y="-634175"/>
                <a:ext cx="2108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8435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8435" y="49155"/>
                    </a:lnTo>
                    <a:lnTo>
                      <a:pt x="843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"/>
              <p:cNvSpPr/>
              <p:nvPr/>
            </p:nvSpPr>
            <p:spPr>
              <a:xfrm>
                <a:off x="2038025" y="-634175"/>
                <a:ext cx="3511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046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14045" y="47782"/>
                    </a:lnTo>
                    <a:lnTo>
                      <a:pt x="14045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"/>
              <p:cNvSpPr/>
              <p:nvPr/>
            </p:nvSpPr>
            <p:spPr>
              <a:xfrm>
                <a:off x="2108150" y="-634175"/>
                <a:ext cx="1989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7958" y="47782"/>
                    </a:lnTo>
                    <a:lnTo>
                      <a:pt x="7958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>
                <a:off x="2447825" y="-634175"/>
                <a:ext cx="3630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14522" y="49155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"/>
              <p:cNvSpPr/>
              <p:nvPr/>
            </p:nvSpPr>
            <p:spPr>
              <a:xfrm>
                <a:off x="2529375" y="-634175"/>
                <a:ext cx="198950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7958" y="49155"/>
                    </a:lnTo>
                    <a:lnTo>
                      <a:pt x="7958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"/>
              <p:cNvSpPr/>
              <p:nvPr/>
            </p:nvSpPr>
            <p:spPr>
              <a:xfrm>
                <a:off x="2892925" y="-634175"/>
                <a:ext cx="3630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"/>
              <p:cNvSpPr/>
              <p:nvPr/>
            </p:nvSpPr>
            <p:spPr>
              <a:xfrm>
                <a:off x="2973975" y="-634175"/>
                <a:ext cx="21090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8436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8435" y="47782"/>
                    </a:lnTo>
                    <a:lnTo>
                      <a:pt x="843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>
                <a:off x="3325600" y="-634175"/>
                <a:ext cx="374500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980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14979" y="49155"/>
                    </a:lnTo>
                    <a:lnTo>
                      <a:pt x="14979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>
                <a:off x="3407650" y="-634175"/>
                <a:ext cx="2103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8415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8415" y="49155"/>
                    </a:lnTo>
                    <a:lnTo>
                      <a:pt x="841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>
                <a:off x="3770675" y="-634175"/>
                <a:ext cx="3859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5438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15438" y="47782"/>
                    </a:lnTo>
                    <a:lnTo>
                      <a:pt x="15438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>
                <a:off x="3864175" y="-634175"/>
                <a:ext cx="1989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7958" y="47782"/>
                    </a:lnTo>
                    <a:lnTo>
                      <a:pt x="7958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>
                <a:off x="4226725" y="-634175"/>
                <a:ext cx="3630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14522" y="49155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"/>
              <p:cNvSpPr/>
              <p:nvPr/>
            </p:nvSpPr>
            <p:spPr>
              <a:xfrm>
                <a:off x="4308775" y="-634175"/>
                <a:ext cx="18702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481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7481" y="49155"/>
                    </a:lnTo>
                    <a:lnTo>
                      <a:pt x="7481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"/>
              <p:cNvSpPr/>
              <p:nvPr/>
            </p:nvSpPr>
            <p:spPr>
              <a:xfrm>
                <a:off x="4671825" y="-634175"/>
                <a:ext cx="3630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>
                <a:off x="4741950" y="-634175"/>
                <a:ext cx="2108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8435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8435" y="47782"/>
                    </a:lnTo>
                    <a:lnTo>
                      <a:pt x="843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>
                <a:off x="5116425" y="-634175"/>
                <a:ext cx="3630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14522" y="49155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"/>
              <p:cNvSpPr/>
              <p:nvPr/>
            </p:nvSpPr>
            <p:spPr>
              <a:xfrm>
                <a:off x="5198475" y="-634175"/>
                <a:ext cx="198950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7958" y="49155"/>
                    </a:lnTo>
                    <a:lnTo>
                      <a:pt x="7958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"/>
              <p:cNvSpPr/>
              <p:nvPr/>
            </p:nvSpPr>
            <p:spPr>
              <a:xfrm>
                <a:off x="5549600" y="-634175"/>
                <a:ext cx="375000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5000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14999" y="49155"/>
                    </a:lnTo>
                    <a:lnTo>
                      <a:pt x="14999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"/>
              <p:cNvSpPr/>
              <p:nvPr/>
            </p:nvSpPr>
            <p:spPr>
              <a:xfrm>
                <a:off x="5631650" y="-634175"/>
                <a:ext cx="198950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7957" y="49155"/>
                    </a:lnTo>
                    <a:lnTo>
                      <a:pt x="7957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"/>
              <p:cNvSpPr/>
              <p:nvPr/>
            </p:nvSpPr>
            <p:spPr>
              <a:xfrm>
                <a:off x="6006625" y="-634175"/>
                <a:ext cx="3630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"/>
              <p:cNvSpPr/>
              <p:nvPr/>
            </p:nvSpPr>
            <p:spPr>
              <a:xfrm>
                <a:off x="6076750" y="-634175"/>
                <a:ext cx="2108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8435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8435" y="47782"/>
                    </a:lnTo>
                    <a:lnTo>
                      <a:pt x="843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"/>
              <p:cNvSpPr/>
              <p:nvPr/>
            </p:nvSpPr>
            <p:spPr>
              <a:xfrm>
                <a:off x="6451225" y="-634175"/>
                <a:ext cx="35112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045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14045" y="49155"/>
                    </a:lnTo>
                    <a:lnTo>
                      <a:pt x="14045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"/>
              <p:cNvSpPr/>
              <p:nvPr/>
            </p:nvSpPr>
            <p:spPr>
              <a:xfrm>
                <a:off x="6532775" y="-634175"/>
                <a:ext cx="18752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501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7501" y="49155"/>
                    </a:lnTo>
                    <a:lnTo>
                      <a:pt x="7501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"/>
              <p:cNvSpPr/>
              <p:nvPr/>
            </p:nvSpPr>
            <p:spPr>
              <a:xfrm>
                <a:off x="6884400" y="-634175"/>
                <a:ext cx="3630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2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>
                <a:off x="6978375" y="-634175"/>
                <a:ext cx="1989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7958" y="47782"/>
                    </a:lnTo>
                    <a:lnTo>
                      <a:pt x="7958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"/>
              <p:cNvSpPr/>
              <p:nvPr/>
            </p:nvSpPr>
            <p:spPr>
              <a:xfrm>
                <a:off x="211400" y="-634175"/>
                <a:ext cx="70942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83770" h="1" fill="none" extrusionOk="0">
                    <a:moveTo>
                      <a:pt x="0" y="0"/>
                    </a:moveTo>
                    <a:lnTo>
                      <a:pt x="283769" y="0"/>
                    </a:lnTo>
                  </a:path>
                </a:pathLst>
              </a:custGeom>
              <a:noFill/>
              <a:ln w="46750" cap="flat" cmpd="sng">
                <a:solidFill>
                  <a:srgbClr val="FFB726"/>
                </a:solidFill>
                <a:prstDash val="solid"/>
                <a:miter lim="1989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"/>
              <p:cNvSpPr/>
              <p:nvPr/>
            </p:nvSpPr>
            <p:spPr>
              <a:xfrm>
                <a:off x="7287225" y="-693375"/>
                <a:ext cx="127825" cy="128350"/>
              </a:xfrm>
              <a:custGeom>
                <a:avLst/>
                <a:gdLst/>
                <a:ahLst/>
                <a:cxnLst/>
                <a:rect l="l" t="t" r="r" b="b"/>
                <a:pathLst>
                  <a:path w="5113" h="5134" extrusionOk="0">
                    <a:moveTo>
                      <a:pt x="2566" y="1"/>
                    </a:moveTo>
                    <a:cubicBezTo>
                      <a:pt x="1134" y="1"/>
                      <a:pt x="0" y="1155"/>
                      <a:pt x="0" y="2567"/>
                    </a:cubicBezTo>
                    <a:cubicBezTo>
                      <a:pt x="0" y="3979"/>
                      <a:pt x="1134" y="5133"/>
                      <a:pt x="2566" y="5133"/>
                    </a:cubicBezTo>
                    <a:cubicBezTo>
                      <a:pt x="3979" y="5133"/>
                      <a:pt x="5113" y="3979"/>
                      <a:pt x="5113" y="2567"/>
                    </a:cubicBezTo>
                    <a:cubicBezTo>
                      <a:pt x="5113" y="1155"/>
                      <a:pt x="3979" y="1"/>
                      <a:pt x="2566" y="1"/>
                    </a:cubicBezTo>
                    <a:close/>
                  </a:path>
                </a:pathLst>
              </a:custGeom>
              <a:solidFill>
                <a:srgbClr val="FFB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"/>
              <p:cNvSpPr/>
              <p:nvPr/>
            </p:nvSpPr>
            <p:spPr>
              <a:xfrm>
                <a:off x="193475" y="-693375"/>
                <a:ext cx="128350" cy="128350"/>
              </a:xfrm>
              <a:custGeom>
                <a:avLst/>
                <a:gdLst/>
                <a:ahLst/>
                <a:cxnLst/>
                <a:rect l="l" t="t" r="r" b="b"/>
                <a:pathLst>
                  <a:path w="5134" h="5134" extrusionOk="0">
                    <a:moveTo>
                      <a:pt x="2567" y="1"/>
                    </a:moveTo>
                    <a:cubicBezTo>
                      <a:pt x="1155" y="1"/>
                      <a:pt x="1" y="1155"/>
                      <a:pt x="1" y="2567"/>
                    </a:cubicBezTo>
                    <a:cubicBezTo>
                      <a:pt x="1" y="3979"/>
                      <a:pt x="1155" y="5133"/>
                      <a:pt x="2567" y="5133"/>
                    </a:cubicBezTo>
                    <a:cubicBezTo>
                      <a:pt x="3979" y="5133"/>
                      <a:pt x="5133" y="3979"/>
                      <a:pt x="5133" y="2567"/>
                    </a:cubicBezTo>
                    <a:cubicBezTo>
                      <a:pt x="5133" y="1155"/>
                      <a:pt x="3979" y="1"/>
                      <a:pt x="2567" y="1"/>
                    </a:cubicBezTo>
                    <a:close/>
                  </a:path>
                </a:pathLst>
              </a:custGeom>
              <a:solidFill>
                <a:srgbClr val="FFB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9" name="Google Shape;259;p2"/>
          <p:cNvSpPr txBox="1">
            <a:spLocks noGrp="1"/>
          </p:cNvSpPr>
          <p:nvPr>
            <p:ph type="ctrTitle"/>
          </p:nvPr>
        </p:nvSpPr>
        <p:spPr>
          <a:xfrm>
            <a:off x="1733350" y="830375"/>
            <a:ext cx="5791200" cy="271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7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60" name="Google Shape;260;p2"/>
          <p:cNvSpPr txBox="1">
            <a:spLocks noGrp="1"/>
          </p:cNvSpPr>
          <p:nvPr>
            <p:ph type="subTitle" idx="1"/>
          </p:nvPr>
        </p:nvSpPr>
        <p:spPr>
          <a:xfrm>
            <a:off x="2587012" y="3595547"/>
            <a:ext cx="4107600" cy="473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"/>
          <p:cNvSpPr/>
          <p:nvPr/>
        </p:nvSpPr>
        <p:spPr>
          <a:xfrm>
            <a:off x="-7175" y="3791350"/>
            <a:ext cx="9158700" cy="1382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3" name="Google Shape;263;p3"/>
          <p:cNvGrpSpPr/>
          <p:nvPr/>
        </p:nvGrpSpPr>
        <p:grpSpPr>
          <a:xfrm flipH="1">
            <a:off x="1066800" y="347143"/>
            <a:ext cx="8115450" cy="4796357"/>
            <a:chOff x="628590" y="347143"/>
            <a:chExt cx="8115450" cy="4796357"/>
          </a:xfrm>
        </p:grpSpPr>
        <p:sp>
          <p:nvSpPr>
            <p:cNvPr id="264" name="Google Shape;264;p3"/>
            <p:cNvSpPr/>
            <p:nvPr/>
          </p:nvSpPr>
          <p:spPr>
            <a:xfrm>
              <a:off x="628590" y="683150"/>
              <a:ext cx="7845375" cy="4460350"/>
            </a:xfrm>
            <a:custGeom>
              <a:avLst/>
              <a:gdLst/>
              <a:ahLst/>
              <a:cxnLst/>
              <a:rect l="l" t="t" r="r" b="b"/>
              <a:pathLst>
                <a:path w="313815" h="178414" extrusionOk="0">
                  <a:moveTo>
                    <a:pt x="300767" y="0"/>
                  </a:moveTo>
                  <a:lnTo>
                    <a:pt x="0" y="175258"/>
                  </a:lnTo>
                  <a:lnTo>
                    <a:pt x="295554" y="178414"/>
                  </a:lnTo>
                  <a:lnTo>
                    <a:pt x="313815" y="10525"/>
                  </a:lnTo>
                  <a:close/>
                </a:path>
              </a:pathLst>
            </a:custGeom>
            <a:gradFill>
              <a:gsLst>
                <a:gs pos="0">
                  <a:srgbClr val="FFF6DB">
                    <a:alpha val="1960"/>
                  </a:srgbClr>
                </a:gs>
                <a:gs pos="100000">
                  <a:srgbClr val="FAD25C">
                    <a:alpha val="29411"/>
                  </a:srgbClr>
                </a:gs>
              </a:gsLst>
              <a:lin ang="18900044" scaled="0"/>
            </a:gradFill>
            <a:ln>
              <a:noFill/>
            </a:ln>
          </p:spPr>
        </p:sp>
        <p:grpSp>
          <p:nvGrpSpPr>
            <p:cNvPr id="265" name="Google Shape;265;p3"/>
            <p:cNvGrpSpPr/>
            <p:nvPr/>
          </p:nvGrpSpPr>
          <p:grpSpPr>
            <a:xfrm>
              <a:off x="8076260" y="347143"/>
              <a:ext cx="667780" cy="667824"/>
              <a:chOff x="8304860" y="-186257"/>
              <a:chExt cx="667780" cy="667824"/>
            </a:xfrm>
          </p:grpSpPr>
          <p:sp>
            <p:nvSpPr>
              <p:cNvPr id="266" name="Google Shape;266;p3"/>
              <p:cNvSpPr/>
              <p:nvPr/>
            </p:nvSpPr>
            <p:spPr>
              <a:xfrm rot="2373635">
                <a:off x="8691939" y="-98328"/>
                <a:ext cx="154012" cy="122309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1929" extrusionOk="0">
                    <a:moveTo>
                      <a:pt x="250" y="1929"/>
                    </a:moveTo>
                    <a:lnTo>
                      <a:pt x="0" y="464"/>
                    </a:lnTo>
                    <a:cubicBezTo>
                      <a:pt x="0" y="464"/>
                      <a:pt x="1215" y="0"/>
                      <a:pt x="2429" y="464"/>
                    </a:cubicBezTo>
                    <a:lnTo>
                      <a:pt x="2179" y="192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"/>
              <p:cNvSpPr/>
              <p:nvPr/>
            </p:nvSpPr>
            <p:spPr>
              <a:xfrm rot="2373635">
                <a:off x="8393925" y="-72211"/>
                <a:ext cx="505848" cy="410740"/>
              </a:xfrm>
              <a:custGeom>
                <a:avLst/>
                <a:gdLst/>
                <a:ahLst/>
                <a:cxnLst/>
                <a:rect l="l" t="t" r="r" b="b"/>
                <a:pathLst>
                  <a:path w="7978" h="6478" extrusionOk="0">
                    <a:moveTo>
                      <a:pt x="0" y="834"/>
                    </a:moveTo>
                    <a:lnTo>
                      <a:pt x="476" y="6478"/>
                    </a:lnTo>
                    <a:cubicBezTo>
                      <a:pt x="2703" y="5787"/>
                      <a:pt x="4977" y="5811"/>
                      <a:pt x="7513" y="6478"/>
                    </a:cubicBezTo>
                    <a:lnTo>
                      <a:pt x="7977" y="834"/>
                    </a:lnTo>
                    <a:cubicBezTo>
                      <a:pt x="5703" y="1"/>
                      <a:pt x="2429" y="1"/>
                      <a:pt x="0" y="8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 rot="2373635">
                <a:off x="8289601" y="239826"/>
                <a:ext cx="446184" cy="112545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1775" extrusionOk="0">
                    <a:moveTo>
                      <a:pt x="0" y="798"/>
                    </a:moveTo>
                    <a:lnTo>
                      <a:pt x="1048" y="1655"/>
                    </a:lnTo>
                    <a:lnTo>
                      <a:pt x="5692" y="1774"/>
                    </a:lnTo>
                    <a:lnTo>
                      <a:pt x="7037" y="798"/>
                    </a:lnTo>
                    <a:cubicBezTo>
                      <a:pt x="4656" y="84"/>
                      <a:pt x="2513" y="0"/>
                      <a:pt x="0" y="7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 rot="2373635">
                <a:off x="8345212" y="270738"/>
                <a:ext cx="319373" cy="67210"/>
              </a:xfrm>
              <a:custGeom>
                <a:avLst/>
                <a:gdLst/>
                <a:ahLst/>
                <a:cxnLst/>
                <a:rect l="l" t="t" r="r" b="b"/>
                <a:pathLst>
                  <a:path w="5037" h="1060" extrusionOk="0">
                    <a:moveTo>
                      <a:pt x="5037" y="524"/>
                    </a:moveTo>
                    <a:cubicBezTo>
                      <a:pt x="5037" y="822"/>
                      <a:pt x="3906" y="1060"/>
                      <a:pt x="2525" y="1060"/>
                    </a:cubicBezTo>
                    <a:cubicBezTo>
                      <a:pt x="1132" y="1060"/>
                      <a:pt x="1" y="822"/>
                      <a:pt x="1" y="524"/>
                    </a:cubicBezTo>
                    <a:cubicBezTo>
                      <a:pt x="1" y="238"/>
                      <a:pt x="1132" y="0"/>
                      <a:pt x="2525" y="0"/>
                    </a:cubicBezTo>
                    <a:cubicBezTo>
                      <a:pt x="3906" y="0"/>
                      <a:pt x="5037" y="238"/>
                      <a:pt x="5037" y="5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0" name="Google Shape;270;p3"/>
          <p:cNvGrpSpPr/>
          <p:nvPr/>
        </p:nvGrpSpPr>
        <p:grpSpPr>
          <a:xfrm>
            <a:off x="33" y="-132178"/>
            <a:ext cx="1291188" cy="4951353"/>
            <a:chOff x="1440600" y="197825"/>
            <a:chExt cx="990175" cy="3797050"/>
          </a:xfrm>
        </p:grpSpPr>
        <p:sp>
          <p:nvSpPr>
            <p:cNvPr id="271" name="Google Shape;271;p3"/>
            <p:cNvSpPr/>
            <p:nvPr/>
          </p:nvSpPr>
          <p:spPr>
            <a:xfrm>
              <a:off x="1440600" y="197825"/>
              <a:ext cx="990175" cy="1889850"/>
            </a:xfrm>
            <a:custGeom>
              <a:avLst/>
              <a:gdLst/>
              <a:ahLst/>
              <a:cxnLst/>
              <a:rect l="l" t="t" r="r" b="b"/>
              <a:pathLst>
                <a:path w="39607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219" y="75593"/>
                  </a:lnTo>
                  <a:cubicBezTo>
                    <a:pt x="21405" y="75593"/>
                    <a:pt x="38652" y="42074"/>
                    <a:pt x="39606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3"/>
            <p:cNvSpPr/>
            <p:nvPr/>
          </p:nvSpPr>
          <p:spPr>
            <a:xfrm>
              <a:off x="1440600" y="2105050"/>
              <a:ext cx="590825" cy="1889825"/>
            </a:xfrm>
            <a:custGeom>
              <a:avLst/>
              <a:gdLst/>
              <a:ahLst/>
              <a:cxnLst/>
              <a:rect l="l" t="t" r="r" b="b"/>
              <a:pathLst>
                <a:path w="23633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3633" y="75593"/>
                  </a:lnTo>
                  <a:cubicBezTo>
                    <a:pt x="23056" y="33659"/>
                    <a:pt x="12712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3"/>
            <p:cNvSpPr/>
            <p:nvPr/>
          </p:nvSpPr>
          <p:spPr>
            <a:xfrm>
              <a:off x="1440600" y="197825"/>
              <a:ext cx="858875" cy="1889850"/>
            </a:xfrm>
            <a:custGeom>
              <a:avLst/>
              <a:gdLst/>
              <a:ahLst/>
              <a:cxnLst/>
              <a:rect l="l" t="t" r="r" b="b"/>
              <a:pathLst>
                <a:path w="34355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79" y="75593"/>
                  </a:lnTo>
                  <a:cubicBezTo>
                    <a:pt x="18560" y="75593"/>
                    <a:pt x="33539" y="42074"/>
                    <a:pt x="34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>
              <a:off x="1440600" y="197825"/>
              <a:ext cx="644550" cy="1889850"/>
            </a:xfrm>
            <a:custGeom>
              <a:avLst/>
              <a:gdLst/>
              <a:ahLst/>
              <a:cxnLst/>
              <a:rect l="l" t="t" r="r" b="b"/>
              <a:pathLst>
                <a:path w="25782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39" y="75593"/>
                  </a:lnTo>
                  <a:cubicBezTo>
                    <a:pt x="13905" y="75593"/>
                    <a:pt x="25144" y="42074"/>
                    <a:pt x="2578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>
              <a:off x="1526125" y="471350"/>
              <a:ext cx="341675" cy="1616325"/>
            </a:xfrm>
            <a:custGeom>
              <a:avLst/>
              <a:gdLst/>
              <a:ahLst/>
              <a:cxnLst/>
              <a:rect l="l" t="t" r="r" b="b"/>
              <a:pathLst>
                <a:path w="13667" h="64653" extrusionOk="0">
                  <a:moveTo>
                    <a:pt x="5690" y="1"/>
                  </a:moveTo>
                  <a:cubicBezTo>
                    <a:pt x="5690" y="1"/>
                    <a:pt x="8177" y="38215"/>
                    <a:pt x="1" y="64652"/>
                  </a:cubicBezTo>
                  <a:cubicBezTo>
                    <a:pt x="13508" y="46788"/>
                    <a:pt x="13667" y="1"/>
                    <a:pt x="136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"/>
            <p:cNvSpPr/>
            <p:nvPr/>
          </p:nvSpPr>
          <p:spPr>
            <a:xfrm>
              <a:off x="1440600" y="2105050"/>
              <a:ext cx="512750" cy="1889825"/>
            </a:xfrm>
            <a:custGeom>
              <a:avLst/>
              <a:gdLst/>
              <a:ahLst/>
              <a:cxnLst/>
              <a:rect l="l" t="t" r="r" b="b"/>
              <a:pathLst>
                <a:path w="20510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0509" y="75593"/>
                  </a:lnTo>
                  <a:cubicBezTo>
                    <a:pt x="20012" y="33659"/>
                    <a:pt x="11021" y="23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3"/>
            <p:cNvSpPr/>
            <p:nvPr/>
          </p:nvSpPr>
          <p:spPr>
            <a:xfrm>
              <a:off x="1440600" y="2105050"/>
              <a:ext cx="384450" cy="1889825"/>
            </a:xfrm>
            <a:custGeom>
              <a:avLst/>
              <a:gdLst/>
              <a:ahLst/>
              <a:cxnLst/>
              <a:rect l="l" t="t" r="r" b="b"/>
              <a:pathLst>
                <a:path w="15378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15377" y="75593"/>
                  </a:lnTo>
                  <a:cubicBezTo>
                    <a:pt x="14999" y="33659"/>
                    <a:pt x="8256" y="23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3"/>
            <p:cNvSpPr/>
            <p:nvPr/>
          </p:nvSpPr>
          <p:spPr>
            <a:xfrm>
              <a:off x="1440600" y="2197550"/>
              <a:ext cx="214850" cy="1797325"/>
            </a:xfrm>
            <a:custGeom>
              <a:avLst/>
              <a:gdLst/>
              <a:ahLst/>
              <a:cxnLst/>
              <a:rect l="l" t="t" r="r" b="b"/>
              <a:pathLst>
                <a:path w="8594" h="71893" extrusionOk="0">
                  <a:moveTo>
                    <a:pt x="4317" y="0"/>
                  </a:moveTo>
                  <a:lnTo>
                    <a:pt x="0" y="617"/>
                  </a:lnTo>
                  <a:lnTo>
                    <a:pt x="0" y="71893"/>
                  </a:lnTo>
                  <a:lnTo>
                    <a:pt x="8594" y="71893"/>
                  </a:lnTo>
                  <a:cubicBezTo>
                    <a:pt x="8594" y="21902"/>
                    <a:pt x="4317" y="0"/>
                    <a:pt x="43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3"/>
            <p:cNvSpPr/>
            <p:nvPr/>
          </p:nvSpPr>
          <p:spPr>
            <a:xfrm>
              <a:off x="1440600" y="2035925"/>
              <a:ext cx="214850" cy="206400"/>
            </a:xfrm>
            <a:custGeom>
              <a:avLst/>
              <a:gdLst/>
              <a:ahLst/>
              <a:cxnLst/>
              <a:rect l="l" t="t" r="r" b="b"/>
              <a:pathLst>
                <a:path w="8594" h="8256" extrusionOk="0">
                  <a:moveTo>
                    <a:pt x="0" y="0"/>
                  </a:moveTo>
                  <a:lnTo>
                    <a:pt x="0" y="7082"/>
                  </a:lnTo>
                  <a:lnTo>
                    <a:pt x="8594" y="8256"/>
                  </a:lnTo>
                  <a:lnTo>
                    <a:pt x="8594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0" name="Google Shape;280;p3"/>
          <p:cNvGrpSpPr/>
          <p:nvPr/>
        </p:nvGrpSpPr>
        <p:grpSpPr>
          <a:xfrm flipH="1">
            <a:off x="7860233" y="-132178"/>
            <a:ext cx="1291188" cy="4951353"/>
            <a:chOff x="1440600" y="197825"/>
            <a:chExt cx="990175" cy="3797050"/>
          </a:xfrm>
        </p:grpSpPr>
        <p:sp>
          <p:nvSpPr>
            <p:cNvPr id="281" name="Google Shape;281;p3"/>
            <p:cNvSpPr/>
            <p:nvPr/>
          </p:nvSpPr>
          <p:spPr>
            <a:xfrm>
              <a:off x="1440600" y="197825"/>
              <a:ext cx="990175" cy="1889850"/>
            </a:xfrm>
            <a:custGeom>
              <a:avLst/>
              <a:gdLst/>
              <a:ahLst/>
              <a:cxnLst/>
              <a:rect l="l" t="t" r="r" b="b"/>
              <a:pathLst>
                <a:path w="39607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219" y="75593"/>
                  </a:lnTo>
                  <a:cubicBezTo>
                    <a:pt x="21405" y="75593"/>
                    <a:pt x="38652" y="42074"/>
                    <a:pt x="39606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3"/>
            <p:cNvSpPr/>
            <p:nvPr/>
          </p:nvSpPr>
          <p:spPr>
            <a:xfrm>
              <a:off x="1440600" y="2105050"/>
              <a:ext cx="590825" cy="1889825"/>
            </a:xfrm>
            <a:custGeom>
              <a:avLst/>
              <a:gdLst/>
              <a:ahLst/>
              <a:cxnLst/>
              <a:rect l="l" t="t" r="r" b="b"/>
              <a:pathLst>
                <a:path w="23633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3633" y="75593"/>
                  </a:lnTo>
                  <a:cubicBezTo>
                    <a:pt x="23056" y="33659"/>
                    <a:pt x="12712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3"/>
            <p:cNvSpPr/>
            <p:nvPr/>
          </p:nvSpPr>
          <p:spPr>
            <a:xfrm>
              <a:off x="1440600" y="197825"/>
              <a:ext cx="858875" cy="1889850"/>
            </a:xfrm>
            <a:custGeom>
              <a:avLst/>
              <a:gdLst/>
              <a:ahLst/>
              <a:cxnLst/>
              <a:rect l="l" t="t" r="r" b="b"/>
              <a:pathLst>
                <a:path w="34355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79" y="75593"/>
                  </a:lnTo>
                  <a:cubicBezTo>
                    <a:pt x="18560" y="75593"/>
                    <a:pt x="33539" y="42074"/>
                    <a:pt x="34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3"/>
            <p:cNvSpPr/>
            <p:nvPr/>
          </p:nvSpPr>
          <p:spPr>
            <a:xfrm>
              <a:off x="1440600" y="197825"/>
              <a:ext cx="644550" cy="1889850"/>
            </a:xfrm>
            <a:custGeom>
              <a:avLst/>
              <a:gdLst/>
              <a:ahLst/>
              <a:cxnLst/>
              <a:rect l="l" t="t" r="r" b="b"/>
              <a:pathLst>
                <a:path w="25782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39" y="75593"/>
                  </a:lnTo>
                  <a:cubicBezTo>
                    <a:pt x="13905" y="75593"/>
                    <a:pt x="25144" y="42074"/>
                    <a:pt x="2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3"/>
            <p:cNvSpPr/>
            <p:nvPr/>
          </p:nvSpPr>
          <p:spPr>
            <a:xfrm>
              <a:off x="1526125" y="471350"/>
              <a:ext cx="341675" cy="1616325"/>
            </a:xfrm>
            <a:custGeom>
              <a:avLst/>
              <a:gdLst/>
              <a:ahLst/>
              <a:cxnLst/>
              <a:rect l="l" t="t" r="r" b="b"/>
              <a:pathLst>
                <a:path w="13667" h="64653" extrusionOk="0">
                  <a:moveTo>
                    <a:pt x="5690" y="1"/>
                  </a:moveTo>
                  <a:cubicBezTo>
                    <a:pt x="5690" y="1"/>
                    <a:pt x="8177" y="38215"/>
                    <a:pt x="1" y="64652"/>
                  </a:cubicBezTo>
                  <a:cubicBezTo>
                    <a:pt x="13508" y="46788"/>
                    <a:pt x="13667" y="1"/>
                    <a:pt x="136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"/>
            <p:cNvSpPr/>
            <p:nvPr/>
          </p:nvSpPr>
          <p:spPr>
            <a:xfrm>
              <a:off x="1440600" y="2105050"/>
              <a:ext cx="512750" cy="1889825"/>
            </a:xfrm>
            <a:custGeom>
              <a:avLst/>
              <a:gdLst/>
              <a:ahLst/>
              <a:cxnLst/>
              <a:rect l="l" t="t" r="r" b="b"/>
              <a:pathLst>
                <a:path w="20510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0509" y="75593"/>
                  </a:lnTo>
                  <a:cubicBezTo>
                    <a:pt x="20012" y="33659"/>
                    <a:pt x="11021" y="23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"/>
            <p:cNvSpPr/>
            <p:nvPr/>
          </p:nvSpPr>
          <p:spPr>
            <a:xfrm>
              <a:off x="1440600" y="2105050"/>
              <a:ext cx="384450" cy="1889825"/>
            </a:xfrm>
            <a:custGeom>
              <a:avLst/>
              <a:gdLst/>
              <a:ahLst/>
              <a:cxnLst/>
              <a:rect l="l" t="t" r="r" b="b"/>
              <a:pathLst>
                <a:path w="15378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15377" y="75593"/>
                  </a:lnTo>
                  <a:cubicBezTo>
                    <a:pt x="14999" y="33659"/>
                    <a:pt x="8256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"/>
            <p:cNvSpPr/>
            <p:nvPr/>
          </p:nvSpPr>
          <p:spPr>
            <a:xfrm>
              <a:off x="1440600" y="2197550"/>
              <a:ext cx="214850" cy="1797325"/>
            </a:xfrm>
            <a:custGeom>
              <a:avLst/>
              <a:gdLst/>
              <a:ahLst/>
              <a:cxnLst/>
              <a:rect l="l" t="t" r="r" b="b"/>
              <a:pathLst>
                <a:path w="8594" h="71893" extrusionOk="0">
                  <a:moveTo>
                    <a:pt x="4317" y="0"/>
                  </a:moveTo>
                  <a:lnTo>
                    <a:pt x="0" y="617"/>
                  </a:lnTo>
                  <a:lnTo>
                    <a:pt x="0" y="71893"/>
                  </a:lnTo>
                  <a:lnTo>
                    <a:pt x="8594" y="71893"/>
                  </a:lnTo>
                  <a:cubicBezTo>
                    <a:pt x="8594" y="21902"/>
                    <a:pt x="4317" y="0"/>
                    <a:pt x="43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1440600" y="2035925"/>
              <a:ext cx="214850" cy="206400"/>
            </a:xfrm>
            <a:custGeom>
              <a:avLst/>
              <a:gdLst/>
              <a:ahLst/>
              <a:cxnLst/>
              <a:rect l="l" t="t" r="r" b="b"/>
              <a:pathLst>
                <a:path w="8594" h="8256" extrusionOk="0">
                  <a:moveTo>
                    <a:pt x="0" y="0"/>
                  </a:moveTo>
                  <a:lnTo>
                    <a:pt x="0" y="7082"/>
                  </a:lnTo>
                  <a:lnTo>
                    <a:pt x="8594" y="8256"/>
                  </a:lnTo>
                  <a:lnTo>
                    <a:pt x="8594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0" name="Google Shape;290;p3"/>
          <p:cNvGrpSpPr/>
          <p:nvPr/>
        </p:nvGrpSpPr>
        <p:grpSpPr>
          <a:xfrm>
            <a:off x="-417858" y="-823150"/>
            <a:ext cx="9978772" cy="1382075"/>
            <a:chOff x="193475" y="-693375"/>
            <a:chExt cx="7221575" cy="1382075"/>
          </a:xfrm>
        </p:grpSpPr>
        <p:sp>
          <p:nvSpPr>
            <p:cNvPr id="291" name="Google Shape;291;p3"/>
            <p:cNvSpPr/>
            <p:nvPr/>
          </p:nvSpPr>
          <p:spPr>
            <a:xfrm>
              <a:off x="363575" y="384325"/>
              <a:ext cx="6883875" cy="304375"/>
            </a:xfrm>
            <a:custGeom>
              <a:avLst/>
              <a:gdLst/>
              <a:ahLst/>
              <a:cxnLst/>
              <a:rect l="l" t="t" r="r" b="b"/>
              <a:pathLst>
                <a:path w="275355" h="12175" extrusionOk="0">
                  <a:moveTo>
                    <a:pt x="0" y="0"/>
                  </a:moveTo>
                  <a:lnTo>
                    <a:pt x="0" y="9390"/>
                  </a:lnTo>
                  <a:lnTo>
                    <a:pt x="0" y="10782"/>
                  </a:lnTo>
                  <a:lnTo>
                    <a:pt x="14522" y="10782"/>
                  </a:lnTo>
                  <a:lnTo>
                    <a:pt x="14522" y="9370"/>
                  </a:lnTo>
                  <a:lnTo>
                    <a:pt x="16869" y="9370"/>
                  </a:lnTo>
                  <a:lnTo>
                    <a:pt x="16869" y="12175"/>
                  </a:lnTo>
                  <a:lnTo>
                    <a:pt x="30913" y="12175"/>
                  </a:lnTo>
                  <a:lnTo>
                    <a:pt x="30913" y="9370"/>
                  </a:lnTo>
                  <a:lnTo>
                    <a:pt x="33261" y="9370"/>
                  </a:lnTo>
                  <a:lnTo>
                    <a:pt x="33261" y="10782"/>
                  </a:lnTo>
                  <a:lnTo>
                    <a:pt x="47782" y="10782"/>
                  </a:lnTo>
                  <a:lnTo>
                    <a:pt x="47782" y="9370"/>
                  </a:lnTo>
                  <a:lnTo>
                    <a:pt x="50110" y="9370"/>
                  </a:lnTo>
                  <a:lnTo>
                    <a:pt x="50110" y="12175"/>
                  </a:lnTo>
                  <a:lnTo>
                    <a:pt x="64632" y="12175"/>
                  </a:lnTo>
                  <a:lnTo>
                    <a:pt x="64632" y="9370"/>
                  </a:lnTo>
                  <a:lnTo>
                    <a:pt x="66979" y="9370"/>
                  </a:lnTo>
                  <a:lnTo>
                    <a:pt x="66979" y="10782"/>
                  </a:lnTo>
                  <a:lnTo>
                    <a:pt x="81023" y="10782"/>
                  </a:lnTo>
                  <a:lnTo>
                    <a:pt x="81023" y="9370"/>
                  </a:lnTo>
                  <a:lnTo>
                    <a:pt x="83370" y="9370"/>
                  </a:lnTo>
                  <a:lnTo>
                    <a:pt x="83370" y="12175"/>
                  </a:lnTo>
                  <a:lnTo>
                    <a:pt x="97892" y="12175"/>
                  </a:lnTo>
                  <a:lnTo>
                    <a:pt x="97892" y="9370"/>
                  </a:lnTo>
                  <a:lnTo>
                    <a:pt x="101174" y="9370"/>
                  </a:lnTo>
                  <a:lnTo>
                    <a:pt x="101174" y="10782"/>
                  </a:lnTo>
                  <a:lnTo>
                    <a:pt x="115656" y="10782"/>
                  </a:lnTo>
                  <a:lnTo>
                    <a:pt x="115656" y="9370"/>
                  </a:lnTo>
                  <a:lnTo>
                    <a:pt x="118481" y="9370"/>
                  </a:lnTo>
                  <a:lnTo>
                    <a:pt x="118481" y="12175"/>
                  </a:lnTo>
                  <a:lnTo>
                    <a:pt x="133460" y="12175"/>
                  </a:lnTo>
                  <a:lnTo>
                    <a:pt x="133460" y="9370"/>
                  </a:lnTo>
                  <a:lnTo>
                    <a:pt x="136285" y="9370"/>
                  </a:lnTo>
                  <a:lnTo>
                    <a:pt x="136285" y="10782"/>
                  </a:lnTo>
                  <a:lnTo>
                    <a:pt x="151722" y="10782"/>
                  </a:lnTo>
                  <a:lnTo>
                    <a:pt x="151722" y="9370"/>
                  </a:lnTo>
                  <a:lnTo>
                    <a:pt x="154527" y="9370"/>
                  </a:lnTo>
                  <a:lnTo>
                    <a:pt x="154527" y="12175"/>
                  </a:lnTo>
                  <a:lnTo>
                    <a:pt x="169048" y="12175"/>
                  </a:lnTo>
                  <a:lnTo>
                    <a:pt x="169048" y="9370"/>
                  </a:lnTo>
                  <a:lnTo>
                    <a:pt x="172331" y="9370"/>
                  </a:lnTo>
                  <a:lnTo>
                    <a:pt x="172331" y="10782"/>
                  </a:lnTo>
                  <a:lnTo>
                    <a:pt x="186852" y="10782"/>
                  </a:lnTo>
                  <a:lnTo>
                    <a:pt x="186852" y="9370"/>
                  </a:lnTo>
                  <a:lnTo>
                    <a:pt x="190115" y="9370"/>
                  </a:lnTo>
                  <a:lnTo>
                    <a:pt x="190115" y="12175"/>
                  </a:lnTo>
                  <a:lnTo>
                    <a:pt x="204636" y="12175"/>
                  </a:lnTo>
                  <a:lnTo>
                    <a:pt x="204636" y="9370"/>
                  </a:lnTo>
                  <a:lnTo>
                    <a:pt x="207441" y="9370"/>
                  </a:lnTo>
                  <a:lnTo>
                    <a:pt x="207441" y="12175"/>
                  </a:lnTo>
                  <a:lnTo>
                    <a:pt x="222440" y="12175"/>
                  </a:lnTo>
                  <a:lnTo>
                    <a:pt x="222440" y="9370"/>
                  </a:lnTo>
                  <a:lnTo>
                    <a:pt x="225722" y="9370"/>
                  </a:lnTo>
                  <a:lnTo>
                    <a:pt x="225722" y="10782"/>
                  </a:lnTo>
                  <a:lnTo>
                    <a:pt x="240224" y="10782"/>
                  </a:lnTo>
                  <a:lnTo>
                    <a:pt x="240224" y="9370"/>
                  </a:lnTo>
                  <a:lnTo>
                    <a:pt x="243507" y="9370"/>
                  </a:lnTo>
                  <a:lnTo>
                    <a:pt x="243507" y="12175"/>
                  </a:lnTo>
                  <a:lnTo>
                    <a:pt x="257551" y="12175"/>
                  </a:lnTo>
                  <a:lnTo>
                    <a:pt x="257551" y="9370"/>
                  </a:lnTo>
                  <a:lnTo>
                    <a:pt x="260833" y="9370"/>
                  </a:lnTo>
                  <a:lnTo>
                    <a:pt x="260833" y="10782"/>
                  </a:lnTo>
                  <a:lnTo>
                    <a:pt x="275355" y="10782"/>
                  </a:lnTo>
                  <a:lnTo>
                    <a:pt x="2753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"/>
            <p:cNvSpPr/>
            <p:nvPr/>
          </p:nvSpPr>
          <p:spPr>
            <a:xfrm>
              <a:off x="363575" y="-634175"/>
              <a:ext cx="6695900" cy="1158775"/>
            </a:xfrm>
            <a:custGeom>
              <a:avLst/>
              <a:gdLst/>
              <a:ahLst/>
              <a:cxnLst/>
              <a:rect l="l" t="t" r="r" b="b"/>
              <a:pathLst>
                <a:path w="267836" h="46351" extrusionOk="0">
                  <a:moveTo>
                    <a:pt x="0" y="0"/>
                  </a:moveTo>
                  <a:lnTo>
                    <a:pt x="0" y="46350"/>
                  </a:lnTo>
                  <a:lnTo>
                    <a:pt x="267835" y="46350"/>
                  </a:lnTo>
                  <a:lnTo>
                    <a:pt x="26783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"/>
            <p:cNvSpPr/>
            <p:nvPr/>
          </p:nvSpPr>
          <p:spPr>
            <a:xfrm>
              <a:off x="363575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"/>
            <p:cNvSpPr/>
            <p:nvPr/>
          </p:nvSpPr>
          <p:spPr>
            <a:xfrm>
              <a:off x="4341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"/>
            <p:cNvSpPr/>
            <p:nvPr/>
          </p:nvSpPr>
          <p:spPr>
            <a:xfrm>
              <a:off x="785300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044" y="49155"/>
                  </a:lnTo>
                  <a:lnTo>
                    <a:pt x="14044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"/>
            <p:cNvSpPr/>
            <p:nvPr/>
          </p:nvSpPr>
          <p:spPr>
            <a:xfrm>
              <a:off x="867350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480" y="49155"/>
                  </a:lnTo>
                  <a:lnTo>
                    <a:pt x="7480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119507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1277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7957" y="47782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1616300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3" y="49155"/>
                  </a:lnTo>
                  <a:lnTo>
                    <a:pt x="14523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1698375" y="-634175"/>
              <a:ext cx="210875" cy="1228900"/>
            </a:xfrm>
            <a:custGeom>
              <a:avLst/>
              <a:gdLst/>
              <a:ahLst/>
              <a:cxnLst/>
              <a:rect l="l" t="t" r="r" b="b"/>
              <a:pathLst>
                <a:path w="843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35" y="49155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2038025" y="-634175"/>
              <a:ext cx="351150" cy="1194575"/>
            </a:xfrm>
            <a:custGeom>
              <a:avLst/>
              <a:gdLst/>
              <a:ahLst/>
              <a:cxnLst/>
              <a:rect l="l" t="t" r="r" b="b"/>
              <a:pathLst>
                <a:path w="1404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045" y="47782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2108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24478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25293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28929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29739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3325600" y="-634175"/>
              <a:ext cx="374500" cy="1228900"/>
            </a:xfrm>
            <a:custGeom>
              <a:avLst/>
              <a:gdLst/>
              <a:ahLst/>
              <a:cxnLst/>
              <a:rect l="l" t="t" r="r" b="b"/>
              <a:pathLst>
                <a:path w="1498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79" y="49155"/>
                  </a:lnTo>
                  <a:lnTo>
                    <a:pt x="1497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3407650" y="-634175"/>
              <a:ext cx="210375" cy="1228900"/>
            </a:xfrm>
            <a:custGeom>
              <a:avLst/>
              <a:gdLst/>
              <a:ahLst/>
              <a:cxnLst/>
              <a:rect l="l" t="t" r="r" b="b"/>
              <a:pathLst>
                <a:path w="841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15" y="49155"/>
                  </a:lnTo>
                  <a:lnTo>
                    <a:pt x="841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3770675" y="-634175"/>
              <a:ext cx="385950" cy="1194575"/>
            </a:xfrm>
            <a:custGeom>
              <a:avLst/>
              <a:gdLst/>
              <a:ahLst/>
              <a:cxnLst/>
              <a:rect l="l" t="t" r="r" b="b"/>
              <a:pathLst>
                <a:path w="1543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5438" y="47782"/>
                  </a:lnTo>
                  <a:lnTo>
                    <a:pt x="15438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38641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42267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4308775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481" y="49155"/>
                  </a:lnTo>
                  <a:lnTo>
                    <a:pt x="748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46718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47419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51164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51984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5549600" y="-634175"/>
              <a:ext cx="375000" cy="1228900"/>
            </a:xfrm>
            <a:custGeom>
              <a:avLst/>
              <a:gdLst/>
              <a:ahLst/>
              <a:cxnLst/>
              <a:rect l="l" t="t" r="r" b="b"/>
              <a:pathLst>
                <a:path w="1500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99" y="49155"/>
                  </a:lnTo>
                  <a:lnTo>
                    <a:pt x="1499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5631650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957" y="49155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60066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60767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6451225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045" y="49155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6532775" y="-634175"/>
              <a:ext cx="187525" cy="1228900"/>
            </a:xfrm>
            <a:custGeom>
              <a:avLst/>
              <a:gdLst/>
              <a:ahLst/>
              <a:cxnLst/>
              <a:rect l="l" t="t" r="r" b="b"/>
              <a:pathLst>
                <a:path w="750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501" y="49155"/>
                  </a:lnTo>
                  <a:lnTo>
                    <a:pt x="750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6884400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69783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211400" y="-634175"/>
              <a:ext cx="7094250" cy="25"/>
            </a:xfrm>
            <a:custGeom>
              <a:avLst/>
              <a:gdLst/>
              <a:ahLst/>
              <a:cxnLst/>
              <a:rect l="l" t="t" r="r" b="b"/>
              <a:pathLst>
                <a:path w="283770" h="1" fill="none" extrusionOk="0">
                  <a:moveTo>
                    <a:pt x="0" y="0"/>
                  </a:moveTo>
                  <a:lnTo>
                    <a:pt x="283769" y="0"/>
                  </a:lnTo>
                </a:path>
              </a:pathLst>
            </a:custGeom>
            <a:noFill/>
            <a:ln w="46750" cap="flat" cmpd="sng">
              <a:solidFill>
                <a:srgbClr val="FFB726"/>
              </a:solidFill>
              <a:prstDash val="solid"/>
              <a:miter lim="198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7287225" y="-693375"/>
              <a:ext cx="127825" cy="128350"/>
            </a:xfrm>
            <a:custGeom>
              <a:avLst/>
              <a:gdLst/>
              <a:ahLst/>
              <a:cxnLst/>
              <a:rect l="l" t="t" r="r" b="b"/>
              <a:pathLst>
                <a:path w="5113" h="5134" extrusionOk="0">
                  <a:moveTo>
                    <a:pt x="2566" y="1"/>
                  </a:moveTo>
                  <a:cubicBezTo>
                    <a:pt x="1134" y="1"/>
                    <a:pt x="0" y="1155"/>
                    <a:pt x="0" y="2567"/>
                  </a:cubicBezTo>
                  <a:cubicBezTo>
                    <a:pt x="0" y="3979"/>
                    <a:pt x="1134" y="5133"/>
                    <a:pt x="2566" y="5133"/>
                  </a:cubicBezTo>
                  <a:cubicBezTo>
                    <a:pt x="3979" y="5133"/>
                    <a:pt x="5113" y="3979"/>
                    <a:pt x="5113" y="2567"/>
                  </a:cubicBezTo>
                  <a:cubicBezTo>
                    <a:pt x="5113" y="1155"/>
                    <a:pt x="3979" y="1"/>
                    <a:pt x="2566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193475" y="-693375"/>
              <a:ext cx="128350" cy="128350"/>
            </a:xfrm>
            <a:custGeom>
              <a:avLst/>
              <a:gdLst/>
              <a:ahLst/>
              <a:cxnLst/>
              <a:rect l="l" t="t" r="r" b="b"/>
              <a:pathLst>
                <a:path w="5134" h="5134" extrusionOk="0">
                  <a:moveTo>
                    <a:pt x="2567" y="1"/>
                  </a:moveTo>
                  <a:cubicBezTo>
                    <a:pt x="1155" y="1"/>
                    <a:pt x="1" y="1155"/>
                    <a:pt x="1" y="2567"/>
                  </a:cubicBezTo>
                  <a:cubicBezTo>
                    <a:pt x="1" y="3979"/>
                    <a:pt x="1155" y="5133"/>
                    <a:pt x="2567" y="5133"/>
                  </a:cubicBezTo>
                  <a:cubicBezTo>
                    <a:pt x="3979" y="5133"/>
                    <a:pt x="5133" y="3979"/>
                    <a:pt x="5133" y="2567"/>
                  </a:cubicBezTo>
                  <a:cubicBezTo>
                    <a:pt x="5133" y="1155"/>
                    <a:pt x="3979" y="1"/>
                    <a:pt x="2567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8" name="Google Shape;328;p3"/>
          <p:cNvGrpSpPr/>
          <p:nvPr/>
        </p:nvGrpSpPr>
        <p:grpSpPr>
          <a:xfrm>
            <a:off x="-20" y="4613271"/>
            <a:ext cx="9143683" cy="1629094"/>
            <a:chOff x="429225" y="4417075"/>
            <a:chExt cx="6749600" cy="1202550"/>
          </a:xfrm>
        </p:grpSpPr>
        <p:sp>
          <p:nvSpPr>
            <p:cNvPr id="329" name="Google Shape;329;p3"/>
            <p:cNvSpPr/>
            <p:nvPr/>
          </p:nvSpPr>
          <p:spPr>
            <a:xfrm>
              <a:off x="1901275" y="5022325"/>
              <a:ext cx="3806000" cy="502300"/>
            </a:xfrm>
            <a:custGeom>
              <a:avLst/>
              <a:gdLst/>
              <a:ahLst/>
              <a:cxnLst/>
              <a:rect l="l" t="t" r="r" b="b"/>
              <a:pathLst>
                <a:path w="152240" h="20092" extrusionOk="0">
                  <a:moveTo>
                    <a:pt x="0" y="0"/>
                  </a:moveTo>
                  <a:lnTo>
                    <a:pt x="0" y="20092"/>
                  </a:lnTo>
                  <a:lnTo>
                    <a:pt x="152239" y="20092"/>
                  </a:lnTo>
                  <a:lnTo>
                    <a:pt x="152239" y="0"/>
                  </a:lnTo>
                  <a:close/>
                </a:path>
              </a:pathLst>
            </a:custGeom>
            <a:solidFill>
              <a:srgbClr val="C3C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429225" y="4417075"/>
              <a:ext cx="650000" cy="553050"/>
            </a:xfrm>
            <a:custGeom>
              <a:avLst/>
              <a:gdLst/>
              <a:ahLst/>
              <a:cxnLst/>
              <a:rect l="l" t="t" r="r" b="b"/>
              <a:pathLst>
                <a:path w="26000" h="22122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4297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2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9449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4297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3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4302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9" y="20828"/>
                  </a:lnTo>
                  <a:lnTo>
                    <a:pt x="24489" y="6088"/>
                  </a:lnTo>
                  <a:cubicBezTo>
                    <a:pt x="2446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1191600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11926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17078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1192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09" y="0"/>
                  </a:moveTo>
                  <a:cubicBezTo>
                    <a:pt x="75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5" y="4158"/>
                  </a:cubicBezTo>
                  <a:cubicBezTo>
                    <a:pt x="7221" y="3263"/>
                    <a:pt x="4476" y="1850"/>
                    <a:pt x="200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11926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08" y="160"/>
                  </a:cubicBezTo>
                  <a:lnTo>
                    <a:pt x="1824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88" y="2726"/>
                    <a:pt x="2174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1954475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1" y="22121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195447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24702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195447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19544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271687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27168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32326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271687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6" y="4158"/>
                  </a:cubicBezTo>
                  <a:cubicBezTo>
                    <a:pt x="7221" y="3263"/>
                    <a:pt x="4476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271737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68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347975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3479250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80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399497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3479250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3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86" y="4158"/>
                  </a:cubicBezTo>
                  <a:cubicBezTo>
                    <a:pt x="7242" y="3263"/>
                    <a:pt x="4477" y="1850"/>
                    <a:pt x="203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34792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652880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65661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65288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6566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6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33" y="1134"/>
                    <a:pt x="22479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6566600" y="4449400"/>
              <a:ext cx="611725" cy="520725"/>
            </a:xfrm>
            <a:custGeom>
              <a:avLst/>
              <a:gdLst/>
              <a:ahLst/>
              <a:cxnLst/>
              <a:rect l="l" t="t" r="r" b="b"/>
              <a:pathLst>
                <a:path w="2446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00" y="20828"/>
                  </a:lnTo>
                  <a:lnTo>
                    <a:pt x="200" y="6207"/>
                  </a:lnTo>
                  <a:cubicBezTo>
                    <a:pt x="200" y="2885"/>
                    <a:pt x="2885" y="160"/>
                    <a:pt x="6207" y="160"/>
                  </a:cubicBezTo>
                  <a:lnTo>
                    <a:pt x="18461" y="160"/>
                  </a:lnTo>
                  <a:cubicBezTo>
                    <a:pt x="21763" y="160"/>
                    <a:pt x="24469" y="2885"/>
                    <a:pt x="24469" y="6207"/>
                  </a:cubicBezTo>
                  <a:lnTo>
                    <a:pt x="24469" y="6088"/>
                  </a:lnTo>
                  <a:cubicBezTo>
                    <a:pt x="24469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5766425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580322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8"/>
                  </a:lnTo>
                  <a:cubicBezTo>
                    <a:pt x="2452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57664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580372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2479" y="0"/>
                  </a:moveTo>
                  <a:cubicBezTo>
                    <a:pt x="2003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508" y="19276"/>
                  </a:lnTo>
                  <a:lnTo>
                    <a:pt x="24508" y="4536"/>
                  </a:lnTo>
                  <a:cubicBezTo>
                    <a:pt x="2450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58037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45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508" y="2885"/>
                    <a:pt x="24508" y="6207"/>
                  </a:cubicBezTo>
                  <a:lnTo>
                    <a:pt x="24508" y="6088"/>
                  </a:lnTo>
                  <a:cubicBezTo>
                    <a:pt x="24508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500402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50413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50040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504182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4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504132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8" y="1"/>
                  </a:moveTo>
                  <a:cubicBezTo>
                    <a:pt x="2726" y="1"/>
                    <a:pt x="21" y="2726"/>
                    <a:pt x="1" y="6088"/>
                  </a:cubicBezTo>
                  <a:lnTo>
                    <a:pt x="1" y="20828"/>
                  </a:lnTo>
                  <a:lnTo>
                    <a:pt x="220" y="20828"/>
                  </a:lnTo>
                  <a:lnTo>
                    <a:pt x="220" y="6207"/>
                  </a:lnTo>
                  <a:cubicBezTo>
                    <a:pt x="220" y="2885"/>
                    <a:pt x="2905" y="160"/>
                    <a:pt x="6227" y="160"/>
                  </a:cubicBezTo>
                  <a:lnTo>
                    <a:pt x="18461" y="160"/>
                  </a:lnTo>
                  <a:cubicBezTo>
                    <a:pt x="21783" y="160"/>
                    <a:pt x="24489" y="2885"/>
                    <a:pt x="24489" y="6207"/>
                  </a:cubicBezTo>
                  <a:lnTo>
                    <a:pt x="24489" y="6088"/>
                  </a:lnTo>
                  <a:cubicBezTo>
                    <a:pt x="2448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4241650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42784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424165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427895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4536"/>
                  </a:lnTo>
                  <a:cubicBezTo>
                    <a:pt x="2448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427895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7" y="1"/>
                  </a:moveTo>
                  <a:cubicBezTo>
                    <a:pt x="274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488" y="2885"/>
                    <a:pt x="24488" y="6207"/>
                  </a:cubicBezTo>
                  <a:lnTo>
                    <a:pt x="24488" y="6088"/>
                  </a:lnTo>
                  <a:cubicBezTo>
                    <a:pt x="2448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810650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81065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08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1326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73" y="1017"/>
                    <a:pt x="4886" y="1406"/>
                    <a:pt x="4527" y="1406"/>
                  </a:cubicBezTo>
                  <a:cubicBezTo>
                    <a:pt x="4358" y="1406"/>
                    <a:pt x="4152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8106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1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53" y="5709"/>
                    <a:pt x="14880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811150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6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469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1573050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157355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20887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87" y="1017"/>
                    <a:pt x="4904" y="1406"/>
                    <a:pt x="4540" y="1406"/>
                  </a:cubicBezTo>
                  <a:cubicBezTo>
                    <a:pt x="4369" y="1406"/>
                    <a:pt x="4159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1573550" y="46935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2" y="5690"/>
                    <a:pt x="14860" y="5571"/>
                    <a:pt x="10165" y="4159"/>
                  </a:cubicBezTo>
                  <a:cubicBezTo>
                    <a:pt x="7241" y="326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1573550" y="4654800"/>
              <a:ext cx="612200" cy="521200"/>
            </a:xfrm>
            <a:custGeom>
              <a:avLst/>
              <a:gdLst/>
              <a:ahLst/>
              <a:cxnLst/>
              <a:rect l="l" t="t" r="r" b="b"/>
              <a:pathLst>
                <a:path w="24488" h="20848" extrusionOk="0">
                  <a:moveTo>
                    <a:pt x="6067" y="0"/>
                  </a:moveTo>
                  <a:cubicBezTo>
                    <a:pt x="2706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06" y="179"/>
                    <a:pt x="600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2335925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233592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28516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87" y="1017"/>
                    <a:pt x="4904" y="1406"/>
                    <a:pt x="4539" y="1406"/>
                  </a:cubicBezTo>
                  <a:cubicBezTo>
                    <a:pt x="4369" y="1406"/>
                    <a:pt x="4159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233592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17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3" y="5690"/>
                    <a:pt x="14860" y="5571"/>
                    <a:pt x="10166" y="4159"/>
                  </a:cubicBezTo>
                  <a:cubicBezTo>
                    <a:pt x="7222" y="326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2335925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68" y="0"/>
                  </a:moveTo>
                  <a:cubicBezTo>
                    <a:pt x="270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3097825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309782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361402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74" y="1017"/>
                    <a:pt x="4886" y="1406"/>
                    <a:pt x="4527" y="1406"/>
                  </a:cubicBezTo>
                  <a:cubicBezTo>
                    <a:pt x="4359" y="1406"/>
                    <a:pt x="4153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3098325" y="46935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60"/>
                  </a:lnTo>
                  <a:cubicBezTo>
                    <a:pt x="20052" y="5690"/>
                    <a:pt x="14880" y="5571"/>
                    <a:pt x="10185" y="4159"/>
                  </a:cubicBezTo>
                  <a:cubicBezTo>
                    <a:pt x="7241" y="3263"/>
                    <a:pt x="4476" y="183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309832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06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25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50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6147875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618417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10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6147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3" y="1320"/>
                    <a:pt x="1002" y="1406"/>
                    <a:pt x="832" y="1406"/>
                  </a:cubicBezTo>
                  <a:cubicBezTo>
                    <a:pt x="468" y="1406"/>
                    <a:pt x="285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61851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80" y="0"/>
                  </a:moveTo>
                  <a:cubicBezTo>
                    <a:pt x="20013" y="1850"/>
                    <a:pt x="17248" y="3263"/>
                    <a:pt x="14324" y="4158"/>
                  </a:cubicBezTo>
                  <a:cubicBezTo>
                    <a:pt x="9609" y="5570"/>
                    <a:pt x="443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618467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2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802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5385475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542227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53854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2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54227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67" y="3263"/>
                    <a:pt x="14323" y="4159"/>
                  </a:cubicBezTo>
                  <a:cubicBezTo>
                    <a:pt x="9629" y="5571"/>
                    <a:pt x="4456" y="5690"/>
                    <a:pt x="0" y="7660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5422775" y="4654800"/>
              <a:ext cx="611725" cy="521200"/>
            </a:xfrm>
            <a:custGeom>
              <a:avLst/>
              <a:gdLst/>
              <a:ahLst/>
              <a:cxnLst/>
              <a:rect l="l" t="t" r="r" b="b"/>
              <a:pathLst>
                <a:path w="24469" h="20848" extrusionOk="0">
                  <a:moveTo>
                    <a:pt x="6068" y="0"/>
                  </a:moveTo>
                  <a:cubicBezTo>
                    <a:pt x="2706" y="0"/>
                    <a:pt x="0" y="2726"/>
                    <a:pt x="0" y="6107"/>
                  </a:cubicBezTo>
                  <a:lnTo>
                    <a:pt x="0" y="20848"/>
                  </a:lnTo>
                  <a:lnTo>
                    <a:pt x="199" y="20848"/>
                  </a:lnTo>
                  <a:lnTo>
                    <a:pt x="199" y="6227"/>
                  </a:lnTo>
                  <a:cubicBezTo>
                    <a:pt x="199" y="2885"/>
                    <a:pt x="2885" y="179"/>
                    <a:pt x="6207" y="179"/>
                  </a:cubicBezTo>
                  <a:lnTo>
                    <a:pt x="18441" y="179"/>
                  </a:lnTo>
                  <a:cubicBezTo>
                    <a:pt x="21763" y="179"/>
                    <a:pt x="24468" y="2885"/>
                    <a:pt x="24468" y="6227"/>
                  </a:cubicBezTo>
                  <a:lnTo>
                    <a:pt x="24468" y="6107"/>
                  </a:lnTo>
                  <a:cubicBezTo>
                    <a:pt x="24468" y="274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4622600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465990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46226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9" y="1320"/>
                    <a:pt x="1013" y="1406"/>
                    <a:pt x="845" y="1406"/>
                  </a:cubicBezTo>
                  <a:cubicBezTo>
                    <a:pt x="486" y="1406"/>
                    <a:pt x="298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46608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31"/>
                    <a:pt x="17248" y="3263"/>
                    <a:pt x="14324" y="4159"/>
                  </a:cubicBezTo>
                  <a:cubicBezTo>
                    <a:pt x="9609" y="5571"/>
                    <a:pt x="4437" y="5690"/>
                    <a:pt x="1" y="7660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17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4659900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4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783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3860700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389700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10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38607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3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3898000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47" y="3263"/>
                    <a:pt x="14323" y="4159"/>
                  </a:cubicBezTo>
                  <a:cubicBezTo>
                    <a:pt x="9629" y="5571"/>
                    <a:pt x="4456" y="5690"/>
                    <a:pt x="1" y="7660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3898000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88" y="0"/>
                  </a:moveTo>
                  <a:cubicBezTo>
                    <a:pt x="2726" y="0"/>
                    <a:pt x="1" y="2726"/>
                    <a:pt x="1" y="6107"/>
                  </a:cubicBezTo>
                  <a:lnTo>
                    <a:pt x="1" y="20848"/>
                  </a:lnTo>
                  <a:lnTo>
                    <a:pt x="219" y="20848"/>
                  </a:lnTo>
                  <a:lnTo>
                    <a:pt x="219" y="6227"/>
                  </a:lnTo>
                  <a:cubicBezTo>
                    <a:pt x="219" y="2885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5"/>
                    <a:pt x="24488" y="6227"/>
                  </a:cubicBezTo>
                  <a:lnTo>
                    <a:pt x="24488" y="6107"/>
                  </a:lnTo>
                  <a:cubicBezTo>
                    <a:pt x="2448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429225" y="4827850"/>
              <a:ext cx="650000" cy="758450"/>
            </a:xfrm>
            <a:custGeom>
              <a:avLst/>
              <a:gdLst/>
              <a:ahLst/>
              <a:cxnLst/>
              <a:rect l="l" t="t" r="r" b="b"/>
              <a:pathLst>
                <a:path w="26000" h="30338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4297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2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9449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4297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7659"/>
                  </a:lnTo>
                  <a:cubicBezTo>
                    <a:pt x="2003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4302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489" y="29043"/>
                  </a:lnTo>
                  <a:lnTo>
                    <a:pt x="24489" y="6087"/>
                  </a:lnTo>
                  <a:cubicBezTo>
                    <a:pt x="2446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1191600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11926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17078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1192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09" y="1"/>
                  </a:moveTo>
                  <a:cubicBezTo>
                    <a:pt x="75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5" y="4138"/>
                  </a:cubicBezTo>
                  <a:cubicBezTo>
                    <a:pt x="7221" y="324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11926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88" y="2725"/>
                    <a:pt x="2174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1954475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1" y="30337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195447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24702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195447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19544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271687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27168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32326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271687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6" y="4138"/>
                  </a:cubicBezTo>
                  <a:cubicBezTo>
                    <a:pt x="7221" y="324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271737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347975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3479250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399497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3479250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3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86" y="4138"/>
                  </a:cubicBezTo>
                  <a:cubicBezTo>
                    <a:pt x="7242" y="3243"/>
                    <a:pt x="4477" y="1831"/>
                    <a:pt x="203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34792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652880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65661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65288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6566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6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33" y="1115"/>
                    <a:pt x="22479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6566600" y="4860200"/>
              <a:ext cx="611725" cy="726100"/>
            </a:xfrm>
            <a:custGeom>
              <a:avLst/>
              <a:gdLst/>
              <a:ahLst/>
              <a:cxnLst/>
              <a:rect l="l" t="t" r="r" b="b"/>
              <a:pathLst>
                <a:path w="2446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00" y="29043"/>
                  </a:lnTo>
                  <a:lnTo>
                    <a:pt x="200" y="6207"/>
                  </a:lnTo>
                  <a:cubicBezTo>
                    <a:pt x="200" y="2884"/>
                    <a:pt x="2885" y="179"/>
                    <a:pt x="6207" y="179"/>
                  </a:cubicBezTo>
                  <a:lnTo>
                    <a:pt x="18461" y="179"/>
                  </a:lnTo>
                  <a:cubicBezTo>
                    <a:pt x="21763" y="179"/>
                    <a:pt x="24469" y="2884"/>
                    <a:pt x="24469" y="6207"/>
                  </a:cubicBezTo>
                  <a:lnTo>
                    <a:pt x="24469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5766425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580322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28" y="29043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57664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580372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2479" y="1"/>
                  </a:moveTo>
                  <a:cubicBezTo>
                    <a:pt x="2003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508" y="27492"/>
                  </a:lnTo>
                  <a:lnTo>
                    <a:pt x="24508" y="4516"/>
                  </a:lnTo>
                  <a:cubicBezTo>
                    <a:pt x="2450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58037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508" y="2884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500402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50413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50040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504182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4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504132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8" y="0"/>
                  </a:moveTo>
                  <a:cubicBezTo>
                    <a:pt x="2726" y="0"/>
                    <a:pt x="21" y="2725"/>
                    <a:pt x="1" y="6087"/>
                  </a:cubicBezTo>
                  <a:lnTo>
                    <a:pt x="1" y="29043"/>
                  </a:lnTo>
                  <a:lnTo>
                    <a:pt x="220" y="29043"/>
                  </a:lnTo>
                  <a:lnTo>
                    <a:pt x="220" y="6207"/>
                  </a:lnTo>
                  <a:cubicBezTo>
                    <a:pt x="220" y="2884"/>
                    <a:pt x="2905" y="179"/>
                    <a:pt x="6227" y="179"/>
                  </a:cubicBezTo>
                  <a:lnTo>
                    <a:pt x="18461" y="179"/>
                  </a:lnTo>
                  <a:cubicBezTo>
                    <a:pt x="21783" y="179"/>
                    <a:pt x="24489" y="2884"/>
                    <a:pt x="24489" y="6207"/>
                  </a:cubicBezTo>
                  <a:lnTo>
                    <a:pt x="24489" y="6087"/>
                  </a:lnTo>
                  <a:cubicBezTo>
                    <a:pt x="2448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4241650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42784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424165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427895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451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427895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7" y="0"/>
                  </a:moveTo>
                  <a:cubicBezTo>
                    <a:pt x="274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4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810650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81065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08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1325875" y="5265000"/>
              <a:ext cx="135300" cy="319300"/>
            </a:xfrm>
            <a:custGeom>
              <a:avLst/>
              <a:gdLst/>
              <a:ahLst/>
              <a:cxnLst/>
              <a:rect l="l" t="t" r="r" b="b"/>
              <a:pathLst>
                <a:path w="5412" h="12772" extrusionOk="0">
                  <a:moveTo>
                    <a:pt x="5411" y="1"/>
                  </a:moveTo>
                  <a:cubicBezTo>
                    <a:pt x="5116" y="1009"/>
                    <a:pt x="4929" y="1390"/>
                    <a:pt x="4575" y="1390"/>
                  </a:cubicBezTo>
                  <a:cubicBezTo>
                    <a:pt x="4405" y="1390"/>
                    <a:pt x="4197" y="1303"/>
                    <a:pt x="3919" y="1154"/>
                  </a:cubicBezTo>
                  <a:lnTo>
                    <a:pt x="1" y="12772"/>
                  </a:lnTo>
                  <a:lnTo>
                    <a:pt x="5411" y="12772"/>
                  </a:lnTo>
                  <a:lnTo>
                    <a:pt x="541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8106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010" y="0"/>
                  </a:moveTo>
                  <a:cubicBezTo>
                    <a:pt x="777" y="1114"/>
                    <a:pt x="1" y="2705"/>
                    <a:pt x="1" y="4516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7659"/>
                  </a:lnTo>
                  <a:cubicBezTo>
                    <a:pt x="20053" y="5689"/>
                    <a:pt x="14880" y="5570"/>
                    <a:pt x="10166" y="4138"/>
                  </a:cubicBezTo>
                  <a:cubicBezTo>
                    <a:pt x="7242" y="3243"/>
                    <a:pt x="4477" y="183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811150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26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1573050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157355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208875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90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1573550" y="51023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2" y="5710"/>
                    <a:pt x="14860" y="5571"/>
                    <a:pt x="10165" y="4158"/>
                  </a:cubicBezTo>
                  <a:cubicBezTo>
                    <a:pt x="7241" y="3263"/>
                    <a:pt x="4476" y="185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1573550" y="5063600"/>
              <a:ext cx="612200" cy="520700"/>
            </a:xfrm>
            <a:custGeom>
              <a:avLst/>
              <a:gdLst/>
              <a:ahLst/>
              <a:cxnLst/>
              <a:rect l="l" t="t" r="r" b="b"/>
              <a:pathLst>
                <a:path w="24488" h="20828" extrusionOk="0">
                  <a:moveTo>
                    <a:pt x="6067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06" y="159"/>
                    <a:pt x="600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2335925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233592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2851150" y="5265000"/>
              <a:ext cx="134800" cy="319300"/>
            </a:xfrm>
            <a:custGeom>
              <a:avLst/>
              <a:gdLst/>
              <a:ahLst/>
              <a:cxnLst/>
              <a:rect l="l" t="t" r="r" b="b"/>
              <a:pathLst>
                <a:path w="5392" h="12772" extrusionOk="0">
                  <a:moveTo>
                    <a:pt x="5391" y="1"/>
                  </a:moveTo>
                  <a:cubicBezTo>
                    <a:pt x="5109" y="1009"/>
                    <a:pt x="4927" y="1390"/>
                    <a:pt x="4568" y="1390"/>
                  </a:cubicBezTo>
                  <a:cubicBezTo>
                    <a:pt x="4396" y="1390"/>
                    <a:pt x="4183" y="1303"/>
                    <a:pt x="3899" y="1154"/>
                  </a:cubicBezTo>
                  <a:lnTo>
                    <a:pt x="0" y="12772"/>
                  </a:lnTo>
                  <a:lnTo>
                    <a:pt x="5391" y="12772"/>
                  </a:lnTo>
                  <a:lnTo>
                    <a:pt x="539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233592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36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3" y="5710"/>
                    <a:pt x="14860" y="5571"/>
                    <a:pt x="10166" y="4158"/>
                  </a:cubicBezTo>
                  <a:cubicBezTo>
                    <a:pt x="7222" y="3263"/>
                    <a:pt x="4476" y="185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2335925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06" y="159"/>
                    <a:pt x="6008" y="159"/>
                  </a:cubicBezTo>
                  <a:lnTo>
                    <a:pt x="1824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3097825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309782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361402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3098325" y="51023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59"/>
                  </a:lnTo>
                  <a:cubicBezTo>
                    <a:pt x="20052" y="5710"/>
                    <a:pt x="14880" y="5571"/>
                    <a:pt x="10185" y="4158"/>
                  </a:cubicBezTo>
                  <a:cubicBezTo>
                    <a:pt x="7241" y="3263"/>
                    <a:pt x="4476" y="185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309832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06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25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50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6147875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618417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10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61478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08" y="1303"/>
                    <a:pt x="996" y="1390"/>
                    <a:pt x="824" y="1390"/>
                  </a:cubicBezTo>
                  <a:cubicBezTo>
                    <a:pt x="465" y="1390"/>
                    <a:pt x="282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61851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2480" y="0"/>
                  </a:moveTo>
                  <a:cubicBezTo>
                    <a:pt x="20013" y="1830"/>
                    <a:pt x="17248" y="3243"/>
                    <a:pt x="14324" y="4138"/>
                  </a:cubicBezTo>
                  <a:cubicBezTo>
                    <a:pt x="9609" y="5570"/>
                    <a:pt x="4437" y="5689"/>
                    <a:pt x="1" y="7659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4516"/>
                  </a:lnTo>
                  <a:cubicBezTo>
                    <a:pt x="24489" y="2705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618467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2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802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5385475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542227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53854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54227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67" y="3263"/>
                    <a:pt x="14323" y="4158"/>
                  </a:cubicBezTo>
                  <a:cubicBezTo>
                    <a:pt x="9629" y="5571"/>
                    <a:pt x="4456" y="5710"/>
                    <a:pt x="0" y="7659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5422775" y="5063600"/>
              <a:ext cx="611725" cy="520700"/>
            </a:xfrm>
            <a:custGeom>
              <a:avLst/>
              <a:gdLst/>
              <a:ahLst/>
              <a:cxnLst/>
              <a:rect l="l" t="t" r="r" b="b"/>
              <a:pathLst>
                <a:path w="24469" h="20828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199" y="20828"/>
                  </a:lnTo>
                  <a:lnTo>
                    <a:pt x="199" y="6207"/>
                  </a:lnTo>
                  <a:cubicBezTo>
                    <a:pt x="199" y="2885"/>
                    <a:pt x="2885" y="159"/>
                    <a:pt x="6207" y="159"/>
                  </a:cubicBezTo>
                  <a:lnTo>
                    <a:pt x="18441" y="159"/>
                  </a:lnTo>
                  <a:cubicBezTo>
                    <a:pt x="21763" y="159"/>
                    <a:pt x="24468" y="2885"/>
                    <a:pt x="24468" y="6207"/>
                  </a:cubicBezTo>
                  <a:lnTo>
                    <a:pt x="2446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4622600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465990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46226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15" y="1303"/>
                    <a:pt x="1007" y="1390"/>
                    <a:pt x="837" y="1390"/>
                  </a:cubicBezTo>
                  <a:cubicBezTo>
                    <a:pt x="483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46608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51"/>
                    <a:pt x="17248" y="3263"/>
                    <a:pt x="14324" y="4158"/>
                  </a:cubicBezTo>
                  <a:cubicBezTo>
                    <a:pt x="9609" y="5571"/>
                    <a:pt x="4437" y="5710"/>
                    <a:pt x="1" y="7659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36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4659900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4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783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3860700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389700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38607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3898000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47" y="3263"/>
                    <a:pt x="14323" y="4158"/>
                  </a:cubicBezTo>
                  <a:cubicBezTo>
                    <a:pt x="9629" y="5571"/>
                    <a:pt x="4456" y="5710"/>
                    <a:pt x="1" y="7659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3898000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59"/>
                    <a:pt x="6247" y="159"/>
                  </a:cubicBezTo>
                  <a:lnTo>
                    <a:pt x="18481" y="159"/>
                  </a:lnTo>
                  <a:cubicBezTo>
                    <a:pt x="21783" y="159"/>
                    <a:pt x="24488" y="2885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0" name="Google Shape;500;p3"/>
          <p:cNvSpPr txBox="1">
            <a:spLocks noGrp="1"/>
          </p:cNvSpPr>
          <p:nvPr>
            <p:ph type="title"/>
          </p:nvPr>
        </p:nvSpPr>
        <p:spPr>
          <a:xfrm>
            <a:off x="4862843" y="1830621"/>
            <a:ext cx="3566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01" name="Google Shape;501;p3"/>
          <p:cNvSpPr txBox="1">
            <a:spLocks noGrp="1"/>
          </p:cNvSpPr>
          <p:nvPr>
            <p:ph type="subTitle" idx="1"/>
          </p:nvPr>
        </p:nvSpPr>
        <p:spPr>
          <a:xfrm>
            <a:off x="4862843" y="2690664"/>
            <a:ext cx="2877000" cy="6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4"/>
          <p:cNvGrpSpPr/>
          <p:nvPr/>
        </p:nvGrpSpPr>
        <p:grpSpPr>
          <a:xfrm>
            <a:off x="-228600" y="347143"/>
            <a:ext cx="8972640" cy="4363055"/>
            <a:chOff x="-228600" y="347143"/>
            <a:chExt cx="8972640" cy="4363055"/>
          </a:xfrm>
        </p:grpSpPr>
        <p:sp>
          <p:nvSpPr>
            <p:cNvPr id="504" name="Google Shape;504;p4"/>
            <p:cNvSpPr/>
            <p:nvPr/>
          </p:nvSpPr>
          <p:spPr>
            <a:xfrm>
              <a:off x="-228600" y="683150"/>
              <a:ext cx="8702571" cy="4027048"/>
            </a:xfrm>
            <a:custGeom>
              <a:avLst/>
              <a:gdLst/>
              <a:ahLst/>
              <a:cxnLst/>
              <a:rect l="l" t="t" r="r" b="b"/>
              <a:pathLst>
                <a:path w="284607" h="134112" extrusionOk="0">
                  <a:moveTo>
                    <a:pt x="273939" y="0"/>
                  </a:moveTo>
                  <a:lnTo>
                    <a:pt x="0" y="134112"/>
                  </a:lnTo>
                  <a:lnTo>
                    <a:pt x="266700" y="134112"/>
                  </a:lnTo>
                  <a:lnTo>
                    <a:pt x="284607" y="8763"/>
                  </a:lnTo>
                  <a:close/>
                </a:path>
              </a:pathLst>
            </a:custGeom>
            <a:gradFill>
              <a:gsLst>
                <a:gs pos="0">
                  <a:srgbClr val="FFF6DB">
                    <a:alpha val="1960"/>
                  </a:srgbClr>
                </a:gs>
                <a:gs pos="100000">
                  <a:srgbClr val="FAD25C">
                    <a:alpha val="29411"/>
                  </a:srgbClr>
                </a:gs>
              </a:gsLst>
              <a:lin ang="18900044" scaled="0"/>
            </a:gradFill>
            <a:ln>
              <a:noFill/>
            </a:ln>
          </p:spPr>
        </p:sp>
        <p:grpSp>
          <p:nvGrpSpPr>
            <p:cNvPr id="505" name="Google Shape;505;p4"/>
            <p:cNvGrpSpPr/>
            <p:nvPr/>
          </p:nvGrpSpPr>
          <p:grpSpPr>
            <a:xfrm>
              <a:off x="8076260" y="347143"/>
              <a:ext cx="667780" cy="667824"/>
              <a:chOff x="8304860" y="-186257"/>
              <a:chExt cx="667780" cy="667824"/>
            </a:xfrm>
          </p:grpSpPr>
          <p:sp>
            <p:nvSpPr>
              <p:cNvPr id="506" name="Google Shape;506;p4"/>
              <p:cNvSpPr/>
              <p:nvPr/>
            </p:nvSpPr>
            <p:spPr>
              <a:xfrm rot="2373635">
                <a:off x="8691939" y="-98328"/>
                <a:ext cx="154012" cy="122309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1929" extrusionOk="0">
                    <a:moveTo>
                      <a:pt x="250" y="1929"/>
                    </a:moveTo>
                    <a:lnTo>
                      <a:pt x="0" y="464"/>
                    </a:lnTo>
                    <a:cubicBezTo>
                      <a:pt x="0" y="464"/>
                      <a:pt x="1215" y="0"/>
                      <a:pt x="2429" y="464"/>
                    </a:cubicBezTo>
                    <a:lnTo>
                      <a:pt x="2179" y="192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4"/>
              <p:cNvSpPr/>
              <p:nvPr/>
            </p:nvSpPr>
            <p:spPr>
              <a:xfrm rot="2373635">
                <a:off x="8393925" y="-72211"/>
                <a:ext cx="505848" cy="410740"/>
              </a:xfrm>
              <a:custGeom>
                <a:avLst/>
                <a:gdLst/>
                <a:ahLst/>
                <a:cxnLst/>
                <a:rect l="l" t="t" r="r" b="b"/>
                <a:pathLst>
                  <a:path w="7978" h="6478" extrusionOk="0">
                    <a:moveTo>
                      <a:pt x="0" y="834"/>
                    </a:moveTo>
                    <a:lnTo>
                      <a:pt x="476" y="6478"/>
                    </a:lnTo>
                    <a:cubicBezTo>
                      <a:pt x="2703" y="5787"/>
                      <a:pt x="4977" y="5811"/>
                      <a:pt x="7513" y="6478"/>
                    </a:cubicBezTo>
                    <a:lnTo>
                      <a:pt x="7977" y="834"/>
                    </a:lnTo>
                    <a:cubicBezTo>
                      <a:pt x="5703" y="1"/>
                      <a:pt x="2429" y="1"/>
                      <a:pt x="0" y="8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4"/>
              <p:cNvSpPr/>
              <p:nvPr/>
            </p:nvSpPr>
            <p:spPr>
              <a:xfrm rot="2373635">
                <a:off x="8289601" y="239826"/>
                <a:ext cx="446184" cy="112545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1775" extrusionOk="0">
                    <a:moveTo>
                      <a:pt x="0" y="798"/>
                    </a:moveTo>
                    <a:lnTo>
                      <a:pt x="1048" y="1655"/>
                    </a:lnTo>
                    <a:lnTo>
                      <a:pt x="5692" y="1774"/>
                    </a:lnTo>
                    <a:lnTo>
                      <a:pt x="7037" y="798"/>
                    </a:lnTo>
                    <a:cubicBezTo>
                      <a:pt x="4656" y="84"/>
                      <a:pt x="2513" y="0"/>
                      <a:pt x="0" y="7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4"/>
              <p:cNvSpPr/>
              <p:nvPr/>
            </p:nvSpPr>
            <p:spPr>
              <a:xfrm rot="2373635">
                <a:off x="8345212" y="270738"/>
                <a:ext cx="319373" cy="67210"/>
              </a:xfrm>
              <a:custGeom>
                <a:avLst/>
                <a:gdLst/>
                <a:ahLst/>
                <a:cxnLst/>
                <a:rect l="l" t="t" r="r" b="b"/>
                <a:pathLst>
                  <a:path w="5037" h="1060" extrusionOk="0">
                    <a:moveTo>
                      <a:pt x="5037" y="524"/>
                    </a:moveTo>
                    <a:cubicBezTo>
                      <a:pt x="5037" y="822"/>
                      <a:pt x="3906" y="1060"/>
                      <a:pt x="2525" y="1060"/>
                    </a:cubicBezTo>
                    <a:cubicBezTo>
                      <a:pt x="1132" y="1060"/>
                      <a:pt x="1" y="822"/>
                      <a:pt x="1" y="524"/>
                    </a:cubicBezTo>
                    <a:cubicBezTo>
                      <a:pt x="1" y="238"/>
                      <a:pt x="1132" y="0"/>
                      <a:pt x="2525" y="0"/>
                    </a:cubicBezTo>
                    <a:cubicBezTo>
                      <a:pt x="3906" y="0"/>
                      <a:pt x="5037" y="238"/>
                      <a:pt x="5037" y="5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0" name="Google Shape;510;p4"/>
          <p:cNvSpPr/>
          <p:nvPr/>
        </p:nvSpPr>
        <p:spPr>
          <a:xfrm>
            <a:off x="-7175" y="4096150"/>
            <a:ext cx="9158700" cy="89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1" name="Google Shape;511;p4"/>
          <p:cNvGrpSpPr/>
          <p:nvPr/>
        </p:nvGrpSpPr>
        <p:grpSpPr>
          <a:xfrm>
            <a:off x="-1700930" y="-1087059"/>
            <a:ext cx="12551594" cy="3254063"/>
            <a:chOff x="-1700930" y="-1087059"/>
            <a:chExt cx="12551594" cy="3254063"/>
          </a:xfrm>
        </p:grpSpPr>
        <p:grpSp>
          <p:nvGrpSpPr>
            <p:cNvPr id="512" name="Google Shape;512;p4"/>
            <p:cNvGrpSpPr/>
            <p:nvPr/>
          </p:nvGrpSpPr>
          <p:grpSpPr>
            <a:xfrm rot="-2336481">
              <a:off x="-1326197" y="-511440"/>
              <a:ext cx="2575089" cy="2102826"/>
              <a:chOff x="-580150" y="114125"/>
              <a:chExt cx="2183925" cy="1783400"/>
            </a:xfrm>
          </p:grpSpPr>
          <p:sp>
            <p:nvSpPr>
              <p:cNvPr id="513" name="Google Shape;513;p4"/>
              <p:cNvSpPr/>
              <p:nvPr/>
            </p:nvSpPr>
            <p:spPr>
              <a:xfrm>
                <a:off x="-580150" y="114125"/>
                <a:ext cx="2183925" cy="1783400"/>
              </a:xfrm>
              <a:custGeom>
                <a:avLst/>
                <a:gdLst/>
                <a:ahLst/>
                <a:cxnLst/>
                <a:rect l="l" t="t" r="r" b="b"/>
                <a:pathLst>
                  <a:path w="87357" h="71336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60" y="65914"/>
                      <a:pt x="120" y="65973"/>
                      <a:pt x="179" y="66021"/>
                    </a:cubicBezTo>
                    <a:cubicBezTo>
                      <a:pt x="4680" y="69627"/>
                      <a:pt x="10371" y="71335"/>
                      <a:pt x="16844" y="71335"/>
                    </a:cubicBezTo>
                    <a:cubicBezTo>
                      <a:pt x="36916" y="71335"/>
                      <a:pt x="64499" y="54907"/>
                      <a:pt x="87357" y="27683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4"/>
              <p:cNvSpPr/>
              <p:nvPr/>
            </p:nvSpPr>
            <p:spPr>
              <a:xfrm>
                <a:off x="-580150" y="114125"/>
                <a:ext cx="2069325" cy="1751300"/>
              </a:xfrm>
              <a:custGeom>
                <a:avLst/>
                <a:gdLst/>
                <a:ahLst/>
                <a:cxnLst/>
                <a:rect l="l" t="t" r="r" b="b"/>
                <a:pathLst>
                  <a:path w="82773" h="70052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48" y="65914"/>
                      <a:pt x="108" y="65961"/>
                      <a:pt x="156" y="66009"/>
                    </a:cubicBezTo>
                    <a:cubicBezTo>
                      <a:pt x="3571" y="68750"/>
                      <a:pt x="7922" y="70052"/>
                      <a:pt x="12947" y="70052"/>
                    </a:cubicBezTo>
                    <a:cubicBezTo>
                      <a:pt x="31451" y="70052"/>
                      <a:pt x="59093" y="52405"/>
                      <a:pt x="82773" y="24016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4"/>
              <p:cNvSpPr/>
              <p:nvPr/>
            </p:nvSpPr>
            <p:spPr>
              <a:xfrm>
                <a:off x="-580150" y="114125"/>
                <a:ext cx="1882700" cy="1706800"/>
              </a:xfrm>
              <a:custGeom>
                <a:avLst/>
                <a:gdLst/>
                <a:ahLst/>
                <a:cxnLst/>
                <a:rect l="l" t="t" r="r" b="b"/>
                <a:pathLst>
                  <a:path w="75308" h="68272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48" y="65902"/>
                      <a:pt x="72" y="65926"/>
                      <a:pt x="120" y="65961"/>
                    </a:cubicBezTo>
                    <a:cubicBezTo>
                      <a:pt x="2070" y="67525"/>
                      <a:pt x="4578" y="68272"/>
                      <a:pt x="7541" y="68272"/>
                    </a:cubicBezTo>
                    <a:cubicBezTo>
                      <a:pt x="22833" y="68272"/>
                      <a:pt x="50223" y="48364"/>
                      <a:pt x="75308" y="18003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4"/>
              <p:cNvSpPr/>
              <p:nvPr/>
            </p:nvSpPr>
            <p:spPr>
              <a:xfrm>
                <a:off x="-414050" y="216825"/>
                <a:ext cx="1452275" cy="1601400"/>
              </a:xfrm>
              <a:custGeom>
                <a:avLst/>
                <a:gdLst/>
                <a:ahLst/>
                <a:cxnLst/>
                <a:rect l="l" t="t" r="r" b="b"/>
                <a:pathLst>
                  <a:path w="58091" h="64056" extrusionOk="0">
                    <a:moveTo>
                      <a:pt x="51328" y="0"/>
                    </a:moveTo>
                    <a:cubicBezTo>
                      <a:pt x="51328" y="0"/>
                      <a:pt x="31056" y="40912"/>
                      <a:pt x="8447" y="58662"/>
                    </a:cubicBezTo>
                    <a:lnTo>
                      <a:pt x="8447" y="58662"/>
                    </a:lnTo>
                    <a:cubicBezTo>
                      <a:pt x="36360" y="38972"/>
                      <a:pt x="58091" y="5596"/>
                      <a:pt x="58091" y="5596"/>
                    </a:cubicBezTo>
                    <a:lnTo>
                      <a:pt x="51328" y="0"/>
                    </a:lnTo>
                    <a:close/>
                    <a:moveTo>
                      <a:pt x="8447" y="58662"/>
                    </a:moveTo>
                    <a:cubicBezTo>
                      <a:pt x="5687" y="60609"/>
                      <a:pt x="2866" y="62422"/>
                      <a:pt x="0" y="64056"/>
                    </a:cubicBezTo>
                    <a:cubicBezTo>
                      <a:pt x="2829" y="62691"/>
                      <a:pt x="5656" y="60853"/>
                      <a:pt x="8447" y="58662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7" name="Google Shape;517;p4"/>
            <p:cNvGrpSpPr/>
            <p:nvPr/>
          </p:nvGrpSpPr>
          <p:grpSpPr>
            <a:xfrm rot="2336481" flipH="1">
              <a:off x="7900841" y="-511440"/>
              <a:ext cx="2575089" cy="2102826"/>
              <a:chOff x="-580150" y="114125"/>
              <a:chExt cx="2183925" cy="1783400"/>
            </a:xfrm>
          </p:grpSpPr>
          <p:sp>
            <p:nvSpPr>
              <p:cNvPr id="518" name="Google Shape;518;p4"/>
              <p:cNvSpPr/>
              <p:nvPr/>
            </p:nvSpPr>
            <p:spPr>
              <a:xfrm>
                <a:off x="-580150" y="114125"/>
                <a:ext cx="2183925" cy="1783400"/>
              </a:xfrm>
              <a:custGeom>
                <a:avLst/>
                <a:gdLst/>
                <a:ahLst/>
                <a:cxnLst/>
                <a:rect l="l" t="t" r="r" b="b"/>
                <a:pathLst>
                  <a:path w="87357" h="71336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60" y="65914"/>
                      <a:pt x="120" y="65973"/>
                      <a:pt x="179" y="66021"/>
                    </a:cubicBezTo>
                    <a:cubicBezTo>
                      <a:pt x="4680" y="69627"/>
                      <a:pt x="10371" y="71335"/>
                      <a:pt x="16844" y="71335"/>
                    </a:cubicBezTo>
                    <a:cubicBezTo>
                      <a:pt x="36916" y="71335"/>
                      <a:pt x="64499" y="54907"/>
                      <a:pt x="87357" y="27683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4"/>
              <p:cNvSpPr/>
              <p:nvPr/>
            </p:nvSpPr>
            <p:spPr>
              <a:xfrm>
                <a:off x="-580150" y="114125"/>
                <a:ext cx="2069325" cy="1751300"/>
              </a:xfrm>
              <a:custGeom>
                <a:avLst/>
                <a:gdLst/>
                <a:ahLst/>
                <a:cxnLst/>
                <a:rect l="l" t="t" r="r" b="b"/>
                <a:pathLst>
                  <a:path w="82773" h="70052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48" y="65914"/>
                      <a:pt x="108" y="65961"/>
                      <a:pt x="156" y="66009"/>
                    </a:cubicBezTo>
                    <a:cubicBezTo>
                      <a:pt x="3571" y="68750"/>
                      <a:pt x="7922" y="70052"/>
                      <a:pt x="12947" y="70052"/>
                    </a:cubicBezTo>
                    <a:cubicBezTo>
                      <a:pt x="31451" y="70052"/>
                      <a:pt x="59093" y="52405"/>
                      <a:pt x="82773" y="24016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4"/>
              <p:cNvSpPr/>
              <p:nvPr/>
            </p:nvSpPr>
            <p:spPr>
              <a:xfrm>
                <a:off x="-580150" y="114125"/>
                <a:ext cx="1882700" cy="1706800"/>
              </a:xfrm>
              <a:custGeom>
                <a:avLst/>
                <a:gdLst/>
                <a:ahLst/>
                <a:cxnLst/>
                <a:rect l="l" t="t" r="r" b="b"/>
                <a:pathLst>
                  <a:path w="75308" h="68272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48" y="65902"/>
                      <a:pt x="72" y="65926"/>
                      <a:pt x="120" y="65961"/>
                    </a:cubicBezTo>
                    <a:cubicBezTo>
                      <a:pt x="2070" y="67525"/>
                      <a:pt x="4578" y="68272"/>
                      <a:pt x="7541" y="68272"/>
                    </a:cubicBezTo>
                    <a:cubicBezTo>
                      <a:pt x="22833" y="68272"/>
                      <a:pt x="50223" y="48364"/>
                      <a:pt x="75308" y="18003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4"/>
              <p:cNvSpPr/>
              <p:nvPr/>
            </p:nvSpPr>
            <p:spPr>
              <a:xfrm>
                <a:off x="-414050" y="216825"/>
                <a:ext cx="1452275" cy="1601400"/>
              </a:xfrm>
              <a:custGeom>
                <a:avLst/>
                <a:gdLst/>
                <a:ahLst/>
                <a:cxnLst/>
                <a:rect l="l" t="t" r="r" b="b"/>
                <a:pathLst>
                  <a:path w="58091" h="64056" extrusionOk="0">
                    <a:moveTo>
                      <a:pt x="51328" y="0"/>
                    </a:moveTo>
                    <a:cubicBezTo>
                      <a:pt x="51328" y="0"/>
                      <a:pt x="31056" y="40912"/>
                      <a:pt x="8447" y="58662"/>
                    </a:cubicBezTo>
                    <a:lnTo>
                      <a:pt x="8447" y="58662"/>
                    </a:lnTo>
                    <a:cubicBezTo>
                      <a:pt x="36360" y="38972"/>
                      <a:pt x="58091" y="5596"/>
                      <a:pt x="58091" y="5596"/>
                    </a:cubicBezTo>
                    <a:lnTo>
                      <a:pt x="51328" y="0"/>
                    </a:lnTo>
                    <a:close/>
                    <a:moveTo>
                      <a:pt x="8447" y="58662"/>
                    </a:moveTo>
                    <a:cubicBezTo>
                      <a:pt x="5687" y="60609"/>
                      <a:pt x="2866" y="62422"/>
                      <a:pt x="0" y="64056"/>
                    </a:cubicBezTo>
                    <a:cubicBezTo>
                      <a:pt x="2829" y="62691"/>
                      <a:pt x="5656" y="60853"/>
                      <a:pt x="8447" y="58662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2" name="Google Shape;522;p4"/>
          <p:cNvGrpSpPr/>
          <p:nvPr/>
        </p:nvGrpSpPr>
        <p:grpSpPr>
          <a:xfrm>
            <a:off x="-417858" y="-823150"/>
            <a:ext cx="9978772" cy="1382075"/>
            <a:chOff x="193475" y="-693375"/>
            <a:chExt cx="7221575" cy="1382075"/>
          </a:xfrm>
        </p:grpSpPr>
        <p:sp>
          <p:nvSpPr>
            <p:cNvPr id="523" name="Google Shape;523;p4"/>
            <p:cNvSpPr/>
            <p:nvPr/>
          </p:nvSpPr>
          <p:spPr>
            <a:xfrm>
              <a:off x="363575" y="384325"/>
              <a:ext cx="6883875" cy="304375"/>
            </a:xfrm>
            <a:custGeom>
              <a:avLst/>
              <a:gdLst/>
              <a:ahLst/>
              <a:cxnLst/>
              <a:rect l="l" t="t" r="r" b="b"/>
              <a:pathLst>
                <a:path w="275355" h="12175" extrusionOk="0">
                  <a:moveTo>
                    <a:pt x="0" y="0"/>
                  </a:moveTo>
                  <a:lnTo>
                    <a:pt x="0" y="9390"/>
                  </a:lnTo>
                  <a:lnTo>
                    <a:pt x="0" y="10782"/>
                  </a:lnTo>
                  <a:lnTo>
                    <a:pt x="14522" y="10782"/>
                  </a:lnTo>
                  <a:lnTo>
                    <a:pt x="14522" y="9370"/>
                  </a:lnTo>
                  <a:lnTo>
                    <a:pt x="16869" y="9370"/>
                  </a:lnTo>
                  <a:lnTo>
                    <a:pt x="16869" y="12175"/>
                  </a:lnTo>
                  <a:lnTo>
                    <a:pt x="30913" y="12175"/>
                  </a:lnTo>
                  <a:lnTo>
                    <a:pt x="30913" y="9370"/>
                  </a:lnTo>
                  <a:lnTo>
                    <a:pt x="33261" y="9370"/>
                  </a:lnTo>
                  <a:lnTo>
                    <a:pt x="33261" y="10782"/>
                  </a:lnTo>
                  <a:lnTo>
                    <a:pt x="47782" y="10782"/>
                  </a:lnTo>
                  <a:lnTo>
                    <a:pt x="47782" y="9370"/>
                  </a:lnTo>
                  <a:lnTo>
                    <a:pt x="50110" y="9370"/>
                  </a:lnTo>
                  <a:lnTo>
                    <a:pt x="50110" y="12175"/>
                  </a:lnTo>
                  <a:lnTo>
                    <a:pt x="64632" y="12175"/>
                  </a:lnTo>
                  <a:lnTo>
                    <a:pt x="64632" y="9370"/>
                  </a:lnTo>
                  <a:lnTo>
                    <a:pt x="66979" y="9370"/>
                  </a:lnTo>
                  <a:lnTo>
                    <a:pt x="66979" y="10782"/>
                  </a:lnTo>
                  <a:lnTo>
                    <a:pt x="81023" y="10782"/>
                  </a:lnTo>
                  <a:lnTo>
                    <a:pt x="81023" y="9370"/>
                  </a:lnTo>
                  <a:lnTo>
                    <a:pt x="83370" y="9370"/>
                  </a:lnTo>
                  <a:lnTo>
                    <a:pt x="83370" y="12175"/>
                  </a:lnTo>
                  <a:lnTo>
                    <a:pt x="97892" y="12175"/>
                  </a:lnTo>
                  <a:lnTo>
                    <a:pt x="97892" y="9370"/>
                  </a:lnTo>
                  <a:lnTo>
                    <a:pt x="101174" y="9370"/>
                  </a:lnTo>
                  <a:lnTo>
                    <a:pt x="101174" y="10782"/>
                  </a:lnTo>
                  <a:lnTo>
                    <a:pt x="115656" y="10782"/>
                  </a:lnTo>
                  <a:lnTo>
                    <a:pt x="115656" y="9370"/>
                  </a:lnTo>
                  <a:lnTo>
                    <a:pt x="118481" y="9370"/>
                  </a:lnTo>
                  <a:lnTo>
                    <a:pt x="118481" y="12175"/>
                  </a:lnTo>
                  <a:lnTo>
                    <a:pt x="133460" y="12175"/>
                  </a:lnTo>
                  <a:lnTo>
                    <a:pt x="133460" y="9370"/>
                  </a:lnTo>
                  <a:lnTo>
                    <a:pt x="136285" y="9370"/>
                  </a:lnTo>
                  <a:lnTo>
                    <a:pt x="136285" y="10782"/>
                  </a:lnTo>
                  <a:lnTo>
                    <a:pt x="151722" y="10782"/>
                  </a:lnTo>
                  <a:lnTo>
                    <a:pt x="151722" y="9370"/>
                  </a:lnTo>
                  <a:lnTo>
                    <a:pt x="154527" y="9370"/>
                  </a:lnTo>
                  <a:lnTo>
                    <a:pt x="154527" y="12175"/>
                  </a:lnTo>
                  <a:lnTo>
                    <a:pt x="169048" y="12175"/>
                  </a:lnTo>
                  <a:lnTo>
                    <a:pt x="169048" y="9370"/>
                  </a:lnTo>
                  <a:lnTo>
                    <a:pt x="172331" y="9370"/>
                  </a:lnTo>
                  <a:lnTo>
                    <a:pt x="172331" y="10782"/>
                  </a:lnTo>
                  <a:lnTo>
                    <a:pt x="186852" y="10782"/>
                  </a:lnTo>
                  <a:lnTo>
                    <a:pt x="186852" y="9370"/>
                  </a:lnTo>
                  <a:lnTo>
                    <a:pt x="190115" y="9370"/>
                  </a:lnTo>
                  <a:lnTo>
                    <a:pt x="190115" y="12175"/>
                  </a:lnTo>
                  <a:lnTo>
                    <a:pt x="204636" y="12175"/>
                  </a:lnTo>
                  <a:lnTo>
                    <a:pt x="204636" y="9370"/>
                  </a:lnTo>
                  <a:lnTo>
                    <a:pt x="207441" y="9370"/>
                  </a:lnTo>
                  <a:lnTo>
                    <a:pt x="207441" y="12175"/>
                  </a:lnTo>
                  <a:lnTo>
                    <a:pt x="222440" y="12175"/>
                  </a:lnTo>
                  <a:lnTo>
                    <a:pt x="222440" y="9370"/>
                  </a:lnTo>
                  <a:lnTo>
                    <a:pt x="225722" y="9370"/>
                  </a:lnTo>
                  <a:lnTo>
                    <a:pt x="225722" y="10782"/>
                  </a:lnTo>
                  <a:lnTo>
                    <a:pt x="240224" y="10782"/>
                  </a:lnTo>
                  <a:lnTo>
                    <a:pt x="240224" y="9370"/>
                  </a:lnTo>
                  <a:lnTo>
                    <a:pt x="243507" y="9370"/>
                  </a:lnTo>
                  <a:lnTo>
                    <a:pt x="243507" y="12175"/>
                  </a:lnTo>
                  <a:lnTo>
                    <a:pt x="257551" y="12175"/>
                  </a:lnTo>
                  <a:lnTo>
                    <a:pt x="257551" y="9370"/>
                  </a:lnTo>
                  <a:lnTo>
                    <a:pt x="260833" y="9370"/>
                  </a:lnTo>
                  <a:lnTo>
                    <a:pt x="260833" y="10782"/>
                  </a:lnTo>
                  <a:lnTo>
                    <a:pt x="275355" y="10782"/>
                  </a:lnTo>
                  <a:lnTo>
                    <a:pt x="2753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"/>
            <p:cNvSpPr/>
            <p:nvPr/>
          </p:nvSpPr>
          <p:spPr>
            <a:xfrm>
              <a:off x="363575" y="-634175"/>
              <a:ext cx="6695900" cy="1158775"/>
            </a:xfrm>
            <a:custGeom>
              <a:avLst/>
              <a:gdLst/>
              <a:ahLst/>
              <a:cxnLst/>
              <a:rect l="l" t="t" r="r" b="b"/>
              <a:pathLst>
                <a:path w="267836" h="46351" extrusionOk="0">
                  <a:moveTo>
                    <a:pt x="0" y="0"/>
                  </a:moveTo>
                  <a:lnTo>
                    <a:pt x="0" y="46350"/>
                  </a:lnTo>
                  <a:lnTo>
                    <a:pt x="267835" y="46350"/>
                  </a:lnTo>
                  <a:lnTo>
                    <a:pt x="26783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"/>
            <p:cNvSpPr/>
            <p:nvPr/>
          </p:nvSpPr>
          <p:spPr>
            <a:xfrm>
              <a:off x="363575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"/>
            <p:cNvSpPr/>
            <p:nvPr/>
          </p:nvSpPr>
          <p:spPr>
            <a:xfrm>
              <a:off x="4341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"/>
            <p:cNvSpPr/>
            <p:nvPr/>
          </p:nvSpPr>
          <p:spPr>
            <a:xfrm>
              <a:off x="785300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044" y="49155"/>
                  </a:lnTo>
                  <a:lnTo>
                    <a:pt x="14044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"/>
            <p:cNvSpPr/>
            <p:nvPr/>
          </p:nvSpPr>
          <p:spPr>
            <a:xfrm>
              <a:off x="867350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480" y="49155"/>
                  </a:lnTo>
                  <a:lnTo>
                    <a:pt x="7480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"/>
            <p:cNvSpPr/>
            <p:nvPr/>
          </p:nvSpPr>
          <p:spPr>
            <a:xfrm>
              <a:off x="119507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4"/>
            <p:cNvSpPr/>
            <p:nvPr/>
          </p:nvSpPr>
          <p:spPr>
            <a:xfrm>
              <a:off x="1277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7957" y="47782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"/>
            <p:cNvSpPr/>
            <p:nvPr/>
          </p:nvSpPr>
          <p:spPr>
            <a:xfrm>
              <a:off x="1616300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3" y="49155"/>
                  </a:lnTo>
                  <a:lnTo>
                    <a:pt x="14523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"/>
            <p:cNvSpPr/>
            <p:nvPr/>
          </p:nvSpPr>
          <p:spPr>
            <a:xfrm>
              <a:off x="1698375" y="-634175"/>
              <a:ext cx="210875" cy="1228900"/>
            </a:xfrm>
            <a:custGeom>
              <a:avLst/>
              <a:gdLst/>
              <a:ahLst/>
              <a:cxnLst/>
              <a:rect l="l" t="t" r="r" b="b"/>
              <a:pathLst>
                <a:path w="843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35" y="49155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"/>
            <p:cNvSpPr/>
            <p:nvPr/>
          </p:nvSpPr>
          <p:spPr>
            <a:xfrm>
              <a:off x="2038025" y="-634175"/>
              <a:ext cx="351150" cy="1194575"/>
            </a:xfrm>
            <a:custGeom>
              <a:avLst/>
              <a:gdLst/>
              <a:ahLst/>
              <a:cxnLst/>
              <a:rect l="l" t="t" r="r" b="b"/>
              <a:pathLst>
                <a:path w="1404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045" y="47782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"/>
            <p:cNvSpPr/>
            <p:nvPr/>
          </p:nvSpPr>
          <p:spPr>
            <a:xfrm>
              <a:off x="2108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4"/>
            <p:cNvSpPr/>
            <p:nvPr/>
          </p:nvSpPr>
          <p:spPr>
            <a:xfrm>
              <a:off x="24478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"/>
            <p:cNvSpPr/>
            <p:nvPr/>
          </p:nvSpPr>
          <p:spPr>
            <a:xfrm>
              <a:off x="25293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"/>
            <p:cNvSpPr/>
            <p:nvPr/>
          </p:nvSpPr>
          <p:spPr>
            <a:xfrm>
              <a:off x="28929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"/>
            <p:cNvSpPr/>
            <p:nvPr/>
          </p:nvSpPr>
          <p:spPr>
            <a:xfrm>
              <a:off x="29739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"/>
            <p:cNvSpPr/>
            <p:nvPr/>
          </p:nvSpPr>
          <p:spPr>
            <a:xfrm>
              <a:off x="3325600" y="-634175"/>
              <a:ext cx="374500" cy="1228900"/>
            </a:xfrm>
            <a:custGeom>
              <a:avLst/>
              <a:gdLst/>
              <a:ahLst/>
              <a:cxnLst/>
              <a:rect l="l" t="t" r="r" b="b"/>
              <a:pathLst>
                <a:path w="1498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79" y="49155"/>
                  </a:lnTo>
                  <a:lnTo>
                    <a:pt x="1497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4"/>
            <p:cNvSpPr/>
            <p:nvPr/>
          </p:nvSpPr>
          <p:spPr>
            <a:xfrm>
              <a:off x="3407650" y="-634175"/>
              <a:ext cx="210375" cy="1228900"/>
            </a:xfrm>
            <a:custGeom>
              <a:avLst/>
              <a:gdLst/>
              <a:ahLst/>
              <a:cxnLst/>
              <a:rect l="l" t="t" r="r" b="b"/>
              <a:pathLst>
                <a:path w="841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15" y="49155"/>
                  </a:lnTo>
                  <a:lnTo>
                    <a:pt x="841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4"/>
            <p:cNvSpPr/>
            <p:nvPr/>
          </p:nvSpPr>
          <p:spPr>
            <a:xfrm>
              <a:off x="3770675" y="-634175"/>
              <a:ext cx="385950" cy="1194575"/>
            </a:xfrm>
            <a:custGeom>
              <a:avLst/>
              <a:gdLst/>
              <a:ahLst/>
              <a:cxnLst/>
              <a:rect l="l" t="t" r="r" b="b"/>
              <a:pathLst>
                <a:path w="1543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5438" y="47782"/>
                  </a:lnTo>
                  <a:lnTo>
                    <a:pt x="15438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"/>
            <p:cNvSpPr/>
            <p:nvPr/>
          </p:nvSpPr>
          <p:spPr>
            <a:xfrm>
              <a:off x="38641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"/>
            <p:cNvSpPr/>
            <p:nvPr/>
          </p:nvSpPr>
          <p:spPr>
            <a:xfrm>
              <a:off x="42267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"/>
            <p:cNvSpPr/>
            <p:nvPr/>
          </p:nvSpPr>
          <p:spPr>
            <a:xfrm>
              <a:off x="4308775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481" y="49155"/>
                  </a:lnTo>
                  <a:lnTo>
                    <a:pt x="748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"/>
            <p:cNvSpPr/>
            <p:nvPr/>
          </p:nvSpPr>
          <p:spPr>
            <a:xfrm>
              <a:off x="46718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"/>
            <p:cNvSpPr/>
            <p:nvPr/>
          </p:nvSpPr>
          <p:spPr>
            <a:xfrm>
              <a:off x="47419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"/>
            <p:cNvSpPr/>
            <p:nvPr/>
          </p:nvSpPr>
          <p:spPr>
            <a:xfrm>
              <a:off x="51164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4"/>
            <p:cNvSpPr/>
            <p:nvPr/>
          </p:nvSpPr>
          <p:spPr>
            <a:xfrm>
              <a:off x="51984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"/>
            <p:cNvSpPr/>
            <p:nvPr/>
          </p:nvSpPr>
          <p:spPr>
            <a:xfrm>
              <a:off x="5549600" y="-634175"/>
              <a:ext cx="375000" cy="1228900"/>
            </a:xfrm>
            <a:custGeom>
              <a:avLst/>
              <a:gdLst/>
              <a:ahLst/>
              <a:cxnLst/>
              <a:rect l="l" t="t" r="r" b="b"/>
              <a:pathLst>
                <a:path w="1500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99" y="49155"/>
                  </a:lnTo>
                  <a:lnTo>
                    <a:pt x="1499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"/>
            <p:cNvSpPr/>
            <p:nvPr/>
          </p:nvSpPr>
          <p:spPr>
            <a:xfrm>
              <a:off x="5631650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957" y="49155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"/>
            <p:cNvSpPr/>
            <p:nvPr/>
          </p:nvSpPr>
          <p:spPr>
            <a:xfrm>
              <a:off x="60066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"/>
            <p:cNvSpPr/>
            <p:nvPr/>
          </p:nvSpPr>
          <p:spPr>
            <a:xfrm>
              <a:off x="60767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4"/>
            <p:cNvSpPr/>
            <p:nvPr/>
          </p:nvSpPr>
          <p:spPr>
            <a:xfrm>
              <a:off x="6451225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045" y="49155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4"/>
            <p:cNvSpPr/>
            <p:nvPr/>
          </p:nvSpPr>
          <p:spPr>
            <a:xfrm>
              <a:off x="6532775" y="-634175"/>
              <a:ext cx="187525" cy="1228900"/>
            </a:xfrm>
            <a:custGeom>
              <a:avLst/>
              <a:gdLst/>
              <a:ahLst/>
              <a:cxnLst/>
              <a:rect l="l" t="t" r="r" b="b"/>
              <a:pathLst>
                <a:path w="750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501" y="49155"/>
                  </a:lnTo>
                  <a:lnTo>
                    <a:pt x="750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4"/>
            <p:cNvSpPr/>
            <p:nvPr/>
          </p:nvSpPr>
          <p:spPr>
            <a:xfrm>
              <a:off x="6884400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4"/>
            <p:cNvSpPr/>
            <p:nvPr/>
          </p:nvSpPr>
          <p:spPr>
            <a:xfrm>
              <a:off x="69783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4"/>
            <p:cNvSpPr/>
            <p:nvPr/>
          </p:nvSpPr>
          <p:spPr>
            <a:xfrm>
              <a:off x="211400" y="-634175"/>
              <a:ext cx="7094250" cy="25"/>
            </a:xfrm>
            <a:custGeom>
              <a:avLst/>
              <a:gdLst/>
              <a:ahLst/>
              <a:cxnLst/>
              <a:rect l="l" t="t" r="r" b="b"/>
              <a:pathLst>
                <a:path w="283770" h="1" fill="none" extrusionOk="0">
                  <a:moveTo>
                    <a:pt x="0" y="0"/>
                  </a:moveTo>
                  <a:lnTo>
                    <a:pt x="283769" y="0"/>
                  </a:lnTo>
                </a:path>
              </a:pathLst>
            </a:custGeom>
            <a:noFill/>
            <a:ln w="46750" cap="flat" cmpd="sng">
              <a:solidFill>
                <a:srgbClr val="FFB726"/>
              </a:solidFill>
              <a:prstDash val="solid"/>
              <a:miter lim="198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4"/>
            <p:cNvSpPr/>
            <p:nvPr/>
          </p:nvSpPr>
          <p:spPr>
            <a:xfrm>
              <a:off x="7287225" y="-693375"/>
              <a:ext cx="127825" cy="128350"/>
            </a:xfrm>
            <a:custGeom>
              <a:avLst/>
              <a:gdLst/>
              <a:ahLst/>
              <a:cxnLst/>
              <a:rect l="l" t="t" r="r" b="b"/>
              <a:pathLst>
                <a:path w="5113" h="5134" extrusionOk="0">
                  <a:moveTo>
                    <a:pt x="2566" y="1"/>
                  </a:moveTo>
                  <a:cubicBezTo>
                    <a:pt x="1134" y="1"/>
                    <a:pt x="0" y="1155"/>
                    <a:pt x="0" y="2567"/>
                  </a:cubicBezTo>
                  <a:cubicBezTo>
                    <a:pt x="0" y="3979"/>
                    <a:pt x="1134" y="5133"/>
                    <a:pt x="2566" y="5133"/>
                  </a:cubicBezTo>
                  <a:cubicBezTo>
                    <a:pt x="3979" y="5133"/>
                    <a:pt x="5113" y="3979"/>
                    <a:pt x="5113" y="2567"/>
                  </a:cubicBezTo>
                  <a:cubicBezTo>
                    <a:pt x="5113" y="1155"/>
                    <a:pt x="3979" y="1"/>
                    <a:pt x="2566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4"/>
            <p:cNvSpPr/>
            <p:nvPr/>
          </p:nvSpPr>
          <p:spPr>
            <a:xfrm>
              <a:off x="193475" y="-693375"/>
              <a:ext cx="128350" cy="128350"/>
            </a:xfrm>
            <a:custGeom>
              <a:avLst/>
              <a:gdLst/>
              <a:ahLst/>
              <a:cxnLst/>
              <a:rect l="l" t="t" r="r" b="b"/>
              <a:pathLst>
                <a:path w="5134" h="5134" extrusionOk="0">
                  <a:moveTo>
                    <a:pt x="2567" y="1"/>
                  </a:moveTo>
                  <a:cubicBezTo>
                    <a:pt x="1155" y="1"/>
                    <a:pt x="1" y="1155"/>
                    <a:pt x="1" y="2567"/>
                  </a:cubicBezTo>
                  <a:cubicBezTo>
                    <a:pt x="1" y="3979"/>
                    <a:pt x="1155" y="5133"/>
                    <a:pt x="2567" y="5133"/>
                  </a:cubicBezTo>
                  <a:cubicBezTo>
                    <a:pt x="3979" y="5133"/>
                    <a:pt x="5133" y="3979"/>
                    <a:pt x="5133" y="2567"/>
                  </a:cubicBezTo>
                  <a:cubicBezTo>
                    <a:pt x="5133" y="1155"/>
                    <a:pt x="3979" y="1"/>
                    <a:pt x="2567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0" name="Google Shape;560;p4"/>
          <p:cNvGrpSpPr/>
          <p:nvPr/>
        </p:nvGrpSpPr>
        <p:grpSpPr>
          <a:xfrm>
            <a:off x="-20" y="4613271"/>
            <a:ext cx="9143683" cy="1629094"/>
            <a:chOff x="429225" y="4417075"/>
            <a:chExt cx="6749600" cy="1202550"/>
          </a:xfrm>
        </p:grpSpPr>
        <p:sp>
          <p:nvSpPr>
            <p:cNvPr id="561" name="Google Shape;561;p4"/>
            <p:cNvSpPr/>
            <p:nvPr/>
          </p:nvSpPr>
          <p:spPr>
            <a:xfrm>
              <a:off x="1901275" y="5022325"/>
              <a:ext cx="3806000" cy="502300"/>
            </a:xfrm>
            <a:custGeom>
              <a:avLst/>
              <a:gdLst/>
              <a:ahLst/>
              <a:cxnLst/>
              <a:rect l="l" t="t" r="r" b="b"/>
              <a:pathLst>
                <a:path w="152240" h="20092" extrusionOk="0">
                  <a:moveTo>
                    <a:pt x="0" y="0"/>
                  </a:moveTo>
                  <a:lnTo>
                    <a:pt x="0" y="20092"/>
                  </a:lnTo>
                  <a:lnTo>
                    <a:pt x="152239" y="20092"/>
                  </a:lnTo>
                  <a:lnTo>
                    <a:pt x="152239" y="0"/>
                  </a:lnTo>
                  <a:close/>
                </a:path>
              </a:pathLst>
            </a:custGeom>
            <a:solidFill>
              <a:srgbClr val="C3C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4"/>
            <p:cNvSpPr/>
            <p:nvPr/>
          </p:nvSpPr>
          <p:spPr>
            <a:xfrm>
              <a:off x="429225" y="4417075"/>
              <a:ext cx="650000" cy="553050"/>
            </a:xfrm>
            <a:custGeom>
              <a:avLst/>
              <a:gdLst/>
              <a:ahLst/>
              <a:cxnLst/>
              <a:rect l="l" t="t" r="r" b="b"/>
              <a:pathLst>
                <a:path w="26000" h="22122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4"/>
            <p:cNvSpPr/>
            <p:nvPr/>
          </p:nvSpPr>
          <p:spPr>
            <a:xfrm>
              <a:off x="4297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2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"/>
            <p:cNvSpPr/>
            <p:nvPr/>
          </p:nvSpPr>
          <p:spPr>
            <a:xfrm>
              <a:off x="9449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"/>
            <p:cNvSpPr/>
            <p:nvPr/>
          </p:nvSpPr>
          <p:spPr>
            <a:xfrm>
              <a:off x="4297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3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"/>
            <p:cNvSpPr/>
            <p:nvPr/>
          </p:nvSpPr>
          <p:spPr>
            <a:xfrm>
              <a:off x="4302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9" y="20828"/>
                  </a:lnTo>
                  <a:lnTo>
                    <a:pt x="24489" y="6088"/>
                  </a:lnTo>
                  <a:cubicBezTo>
                    <a:pt x="2446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4"/>
            <p:cNvSpPr/>
            <p:nvPr/>
          </p:nvSpPr>
          <p:spPr>
            <a:xfrm>
              <a:off x="1191600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"/>
            <p:cNvSpPr/>
            <p:nvPr/>
          </p:nvSpPr>
          <p:spPr>
            <a:xfrm>
              <a:off x="11926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"/>
            <p:cNvSpPr/>
            <p:nvPr/>
          </p:nvSpPr>
          <p:spPr>
            <a:xfrm>
              <a:off x="17078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"/>
            <p:cNvSpPr/>
            <p:nvPr/>
          </p:nvSpPr>
          <p:spPr>
            <a:xfrm>
              <a:off x="1192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09" y="0"/>
                  </a:moveTo>
                  <a:cubicBezTo>
                    <a:pt x="75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5" y="4158"/>
                  </a:cubicBezTo>
                  <a:cubicBezTo>
                    <a:pt x="7221" y="3263"/>
                    <a:pt x="4476" y="1850"/>
                    <a:pt x="200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"/>
            <p:cNvSpPr/>
            <p:nvPr/>
          </p:nvSpPr>
          <p:spPr>
            <a:xfrm>
              <a:off x="11926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08" y="160"/>
                  </a:cubicBezTo>
                  <a:lnTo>
                    <a:pt x="1824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88" y="2726"/>
                    <a:pt x="2174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"/>
            <p:cNvSpPr/>
            <p:nvPr/>
          </p:nvSpPr>
          <p:spPr>
            <a:xfrm>
              <a:off x="1954475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1" y="22121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4"/>
            <p:cNvSpPr/>
            <p:nvPr/>
          </p:nvSpPr>
          <p:spPr>
            <a:xfrm>
              <a:off x="195447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4"/>
            <p:cNvSpPr/>
            <p:nvPr/>
          </p:nvSpPr>
          <p:spPr>
            <a:xfrm>
              <a:off x="24702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4"/>
            <p:cNvSpPr/>
            <p:nvPr/>
          </p:nvSpPr>
          <p:spPr>
            <a:xfrm>
              <a:off x="195447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4"/>
            <p:cNvSpPr/>
            <p:nvPr/>
          </p:nvSpPr>
          <p:spPr>
            <a:xfrm>
              <a:off x="19544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4"/>
            <p:cNvSpPr/>
            <p:nvPr/>
          </p:nvSpPr>
          <p:spPr>
            <a:xfrm>
              <a:off x="271687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4"/>
            <p:cNvSpPr/>
            <p:nvPr/>
          </p:nvSpPr>
          <p:spPr>
            <a:xfrm>
              <a:off x="27168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4"/>
            <p:cNvSpPr/>
            <p:nvPr/>
          </p:nvSpPr>
          <p:spPr>
            <a:xfrm>
              <a:off x="32326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4"/>
            <p:cNvSpPr/>
            <p:nvPr/>
          </p:nvSpPr>
          <p:spPr>
            <a:xfrm>
              <a:off x="271687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6" y="4158"/>
                  </a:cubicBezTo>
                  <a:cubicBezTo>
                    <a:pt x="7221" y="3263"/>
                    <a:pt x="4476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4"/>
            <p:cNvSpPr/>
            <p:nvPr/>
          </p:nvSpPr>
          <p:spPr>
            <a:xfrm>
              <a:off x="271737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68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4"/>
            <p:cNvSpPr/>
            <p:nvPr/>
          </p:nvSpPr>
          <p:spPr>
            <a:xfrm>
              <a:off x="347975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4"/>
            <p:cNvSpPr/>
            <p:nvPr/>
          </p:nvSpPr>
          <p:spPr>
            <a:xfrm>
              <a:off x="3479250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80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"/>
            <p:cNvSpPr/>
            <p:nvPr/>
          </p:nvSpPr>
          <p:spPr>
            <a:xfrm>
              <a:off x="399497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4"/>
            <p:cNvSpPr/>
            <p:nvPr/>
          </p:nvSpPr>
          <p:spPr>
            <a:xfrm>
              <a:off x="3479250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3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86" y="4158"/>
                  </a:cubicBezTo>
                  <a:cubicBezTo>
                    <a:pt x="7242" y="3263"/>
                    <a:pt x="4477" y="1850"/>
                    <a:pt x="203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4"/>
            <p:cNvSpPr/>
            <p:nvPr/>
          </p:nvSpPr>
          <p:spPr>
            <a:xfrm>
              <a:off x="34792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4"/>
            <p:cNvSpPr/>
            <p:nvPr/>
          </p:nvSpPr>
          <p:spPr>
            <a:xfrm>
              <a:off x="652880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4"/>
            <p:cNvSpPr/>
            <p:nvPr/>
          </p:nvSpPr>
          <p:spPr>
            <a:xfrm>
              <a:off x="65661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4"/>
            <p:cNvSpPr/>
            <p:nvPr/>
          </p:nvSpPr>
          <p:spPr>
            <a:xfrm>
              <a:off x="65288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4"/>
            <p:cNvSpPr/>
            <p:nvPr/>
          </p:nvSpPr>
          <p:spPr>
            <a:xfrm>
              <a:off x="6566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6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33" y="1134"/>
                    <a:pt x="22479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4"/>
            <p:cNvSpPr/>
            <p:nvPr/>
          </p:nvSpPr>
          <p:spPr>
            <a:xfrm>
              <a:off x="6566600" y="4449400"/>
              <a:ext cx="611725" cy="520725"/>
            </a:xfrm>
            <a:custGeom>
              <a:avLst/>
              <a:gdLst/>
              <a:ahLst/>
              <a:cxnLst/>
              <a:rect l="l" t="t" r="r" b="b"/>
              <a:pathLst>
                <a:path w="2446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00" y="20828"/>
                  </a:lnTo>
                  <a:lnTo>
                    <a:pt x="200" y="6207"/>
                  </a:lnTo>
                  <a:cubicBezTo>
                    <a:pt x="200" y="2885"/>
                    <a:pt x="2885" y="160"/>
                    <a:pt x="6207" y="160"/>
                  </a:cubicBezTo>
                  <a:lnTo>
                    <a:pt x="18461" y="160"/>
                  </a:lnTo>
                  <a:cubicBezTo>
                    <a:pt x="21763" y="160"/>
                    <a:pt x="24469" y="2885"/>
                    <a:pt x="24469" y="6207"/>
                  </a:cubicBezTo>
                  <a:lnTo>
                    <a:pt x="24469" y="6088"/>
                  </a:lnTo>
                  <a:cubicBezTo>
                    <a:pt x="24469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4"/>
            <p:cNvSpPr/>
            <p:nvPr/>
          </p:nvSpPr>
          <p:spPr>
            <a:xfrm>
              <a:off x="5766425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4"/>
            <p:cNvSpPr/>
            <p:nvPr/>
          </p:nvSpPr>
          <p:spPr>
            <a:xfrm>
              <a:off x="580322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8"/>
                  </a:lnTo>
                  <a:cubicBezTo>
                    <a:pt x="2452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4"/>
            <p:cNvSpPr/>
            <p:nvPr/>
          </p:nvSpPr>
          <p:spPr>
            <a:xfrm>
              <a:off x="57664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4"/>
            <p:cNvSpPr/>
            <p:nvPr/>
          </p:nvSpPr>
          <p:spPr>
            <a:xfrm>
              <a:off x="580372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2479" y="0"/>
                  </a:moveTo>
                  <a:cubicBezTo>
                    <a:pt x="2003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508" y="19276"/>
                  </a:lnTo>
                  <a:lnTo>
                    <a:pt x="24508" y="4536"/>
                  </a:lnTo>
                  <a:cubicBezTo>
                    <a:pt x="2450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4"/>
            <p:cNvSpPr/>
            <p:nvPr/>
          </p:nvSpPr>
          <p:spPr>
            <a:xfrm>
              <a:off x="58037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45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508" y="2885"/>
                    <a:pt x="24508" y="6207"/>
                  </a:cubicBezTo>
                  <a:lnTo>
                    <a:pt x="24508" y="6088"/>
                  </a:lnTo>
                  <a:cubicBezTo>
                    <a:pt x="24508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4"/>
            <p:cNvSpPr/>
            <p:nvPr/>
          </p:nvSpPr>
          <p:spPr>
            <a:xfrm>
              <a:off x="500402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"/>
            <p:cNvSpPr/>
            <p:nvPr/>
          </p:nvSpPr>
          <p:spPr>
            <a:xfrm>
              <a:off x="50413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4"/>
            <p:cNvSpPr/>
            <p:nvPr/>
          </p:nvSpPr>
          <p:spPr>
            <a:xfrm>
              <a:off x="50040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4"/>
            <p:cNvSpPr/>
            <p:nvPr/>
          </p:nvSpPr>
          <p:spPr>
            <a:xfrm>
              <a:off x="504182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4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4"/>
            <p:cNvSpPr/>
            <p:nvPr/>
          </p:nvSpPr>
          <p:spPr>
            <a:xfrm>
              <a:off x="504132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8" y="1"/>
                  </a:moveTo>
                  <a:cubicBezTo>
                    <a:pt x="2726" y="1"/>
                    <a:pt x="21" y="2726"/>
                    <a:pt x="1" y="6088"/>
                  </a:cubicBezTo>
                  <a:lnTo>
                    <a:pt x="1" y="20828"/>
                  </a:lnTo>
                  <a:lnTo>
                    <a:pt x="220" y="20828"/>
                  </a:lnTo>
                  <a:lnTo>
                    <a:pt x="220" y="6207"/>
                  </a:lnTo>
                  <a:cubicBezTo>
                    <a:pt x="220" y="2885"/>
                    <a:pt x="2905" y="160"/>
                    <a:pt x="6227" y="160"/>
                  </a:cubicBezTo>
                  <a:lnTo>
                    <a:pt x="18461" y="160"/>
                  </a:lnTo>
                  <a:cubicBezTo>
                    <a:pt x="21783" y="160"/>
                    <a:pt x="24489" y="2885"/>
                    <a:pt x="24489" y="6207"/>
                  </a:cubicBezTo>
                  <a:lnTo>
                    <a:pt x="24489" y="6088"/>
                  </a:lnTo>
                  <a:cubicBezTo>
                    <a:pt x="2448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4"/>
            <p:cNvSpPr/>
            <p:nvPr/>
          </p:nvSpPr>
          <p:spPr>
            <a:xfrm>
              <a:off x="4241650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4"/>
            <p:cNvSpPr/>
            <p:nvPr/>
          </p:nvSpPr>
          <p:spPr>
            <a:xfrm>
              <a:off x="42784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4"/>
            <p:cNvSpPr/>
            <p:nvPr/>
          </p:nvSpPr>
          <p:spPr>
            <a:xfrm>
              <a:off x="424165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4"/>
            <p:cNvSpPr/>
            <p:nvPr/>
          </p:nvSpPr>
          <p:spPr>
            <a:xfrm>
              <a:off x="427895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4536"/>
                  </a:lnTo>
                  <a:cubicBezTo>
                    <a:pt x="2448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4"/>
            <p:cNvSpPr/>
            <p:nvPr/>
          </p:nvSpPr>
          <p:spPr>
            <a:xfrm>
              <a:off x="427895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7" y="1"/>
                  </a:moveTo>
                  <a:cubicBezTo>
                    <a:pt x="274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488" y="2885"/>
                    <a:pt x="24488" y="6207"/>
                  </a:cubicBezTo>
                  <a:lnTo>
                    <a:pt x="24488" y="6088"/>
                  </a:lnTo>
                  <a:cubicBezTo>
                    <a:pt x="2448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4"/>
            <p:cNvSpPr/>
            <p:nvPr/>
          </p:nvSpPr>
          <p:spPr>
            <a:xfrm>
              <a:off x="810650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4"/>
            <p:cNvSpPr/>
            <p:nvPr/>
          </p:nvSpPr>
          <p:spPr>
            <a:xfrm>
              <a:off x="81065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08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4"/>
            <p:cNvSpPr/>
            <p:nvPr/>
          </p:nvSpPr>
          <p:spPr>
            <a:xfrm>
              <a:off x="1326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73" y="1017"/>
                    <a:pt x="4886" y="1406"/>
                    <a:pt x="4527" y="1406"/>
                  </a:cubicBezTo>
                  <a:cubicBezTo>
                    <a:pt x="4358" y="1406"/>
                    <a:pt x="4152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"/>
            <p:cNvSpPr/>
            <p:nvPr/>
          </p:nvSpPr>
          <p:spPr>
            <a:xfrm>
              <a:off x="8106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1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53" y="5709"/>
                    <a:pt x="14880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4"/>
            <p:cNvSpPr/>
            <p:nvPr/>
          </p:nvSpPr>
          <p:spPr>
            <a:xfrm>
              <a:off x="811150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6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469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4"/>
            <p:cNvSpPr/>
            <p:nvPr/>
          </p:nvSpPr>
          <p:spPr>
            <a:xfrm>
              <a:off x="1573050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4"/>
            <p:cNvSpPr/>
            <p:nvPr/>
          </p:nvSpPr>
          <p:spPr>
            <a:xfrm>
              <a:off x="157355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4"/>
            <p:cNvSpPr/>
            <p:nvPr/>
          </p:nvSpPr>
          <p:spPr>
            <a:xfrm>
              <a:off x="20887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87" y="1017"/>
                    <a:pt x="4904" y="1406"/>
                    <a:pt x="4540" y="1406"/>
                  </a:cubicBezTo>
                  <a:cubicBezTo>
                    <a:pt x="4369" y="1406"/>
                    <a:pt x="4159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4"/>
            <p:cNvSpPr/>
            <p:nvPr/>
          </p:nvSpPr>
          <p:spPr>
            <a:xfrm>
              <a:off x="1573550" y="46935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2" y="5690"/>
                    <a:pt x="14860" y="5571"/>
                    <a:pt x="10165" y="4159"/>
                  </a:cubicBezTo>
                  <a:cubicBezTo>
                    <a:pt x="7241" y="326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4"/>
            <p:cNvSpPr/>
            <p:nvPr/>
          </p:nvSpPr>
          <p:spPr>
            <a:xfrm>
              <a:off x="1573550" y="4654800"/>
              <a:ext cx="612200" cy="521200"/>
            </a:xfrm>
            <a:custGeom>
              <a:avLst/>
              <a:gdLst/>
              <a:ahLst/>
              <a:cxnLst/>
              <a:rect l="l" t="t" r="r" b="b"/>
              <a:pathLst>
                <a:path w="24488" h="20848" extrusionOk="0">
                  <a:moveTo>
                    <a:pt x="6067" y="0"/>
                  </a:moveTo>
                  <a:cubicBezTo>
                    <a:pt x="2706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06" y="179"/>
                    <a:pt x="600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4"/>
            <p:cNvSpPr/>
            <p:nvPr/>
          </p:nvSpPr>
          <p:spPr>
            <a:xfrm>
              <a:off x="2335925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4"/>
            <p:cNvSpPr/>
            <p:nvPr/>
          </p:nvSpPr>
          <p:spPr>
            <a:xfrm>
              <a:off x="233592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4"/>
            <p:cNvSpPr/>
            <p:nvPr/>
          </p:nvSpPr>
          <p:spPr>
            <a:xfrm>
              <a:off x="28516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87" y="1017"/>
                    <a:pt x="4904" y="1406"/>
                    <a:pt x="4539" y="1406"/>
                  </a:cubicBezTo>
                  <a:cubicBezTo>
                    <a:pt x="4369" y="1406"/>
                    <a:pt x="4159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"/>
            <p:cNvSpPr/>
            <p:nvPr/>
          </p:nvSpPr>
          <p:spPr>
            <a:xfrm>
              <a:off x="233592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17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3" y="5690"/>
                    <a:pt x="14860" y="5571"/>
                    <a:pt x="10166" y="4159"/>
                  </a:cubicBezTo>
                  <a:cubicBezTo>
                    <a:pt x="7222" y="326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"/>
            <p:cNvSpPr/>
            <p:nvPr/>
          </p:nvSpPr>
          <p:spPr>
            <a:xfrm>
              <a:off x="2335925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68" y="0"/>
                  </a:moveTo>
                  <a:cubicBezTo>
                    <a:pt x="270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"/>
            <p:cNvSpPr/>
            <p:nvPr/>
          </p:nvSpPr>
          <p:spPr>
            <a:xfrm>
              <a:off x="3097825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"/>
            <p:cNvSpPr/>
            <p:nvPr/>
          </p:nvSpPr>
          <p:spPr>
            <a:xfrm>
              <a:off x="309782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"/>
            <p:cNvSpPr/>
            <p:nvPr/>
          </p:nvSpPr>
          <p:spPr>
            <a:xfrm>
              <a:off x="361402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74" y="1017"/>
                    <a:pt x="4886" y="1406"/>
                    <a:pt x="4527" y="1406"/>
                  </a:cubicBezTo>
                  <a:cubicBezTo>
                    <a:pt x="4359" y="1406"/>
                    <a:pt x="4153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"/>
            <p:cNvSpPr/>
            <p:nvPr/>
          </p:nvSpPr>
          <p:spPr>
            <a:xfrm>
              <a:off x="3098325" y="46935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60"/>
                  </a:lnTo>
                  <a:cubicBezTo>
                    <a:pt x="20052" y="5690"/>
                    <a:pt x="14880" y="5571"/>
                    <a:pt x="10185" y="4159"/>
                  </a:cubicBezTo>
                  <a:cubicBezTo>
                    <a:pt x="7241" y="3263"/>
                    <a:pt x="4476" y="183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"/>
            <p:cNvSpPr/>
            <p:nvPr/>
          </p:nvSpPr>
          <p:spPr>
            <a:xfrm>
              <a:off x="309832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06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25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50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"/>
            <p:cNvSpPr/>
            <p:nvPr/>
          </p:nvSpPr>
          <p:spPr>
            <a:xfrm>
              <a:off x="6147875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"/>
            <p:cNvSpPr/>
            <p:nvPr/>
          </p:nvSpPr>
          <p:spPr>
            <a:xfrm>
              <a:off x="618417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10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"/>
            <p:cNvSpPr/>
            <p:nvPr/>
          </p:nvSpPr>
          <p:spPr>
            <a:xfrm>
              <a:off x="6147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3" y="1320"/>
                    <a:pt x="1002" y="1406"/>
                    <a:pt x="832" y="1406"/>
                  </a:cubicBezTo>
                  <a:cubicBezTo>
                    <a:pt x="468" y="1406"/>
                    <a:pt x="285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"/>
            <p:cNvSpPr/>
            <p:nvPr/>
          </p:nvSpPr>
          <p:spPr>
            <a:xfrm>
              <a:off x="61851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80" y="0"/>
                  </a:moveTo>
                  <a:cubicBezTo>
                    <a:pt x="20013" y="1850"/>
                    <a:pt x="17248" y="3263"/>
                    <a:pt x="14324" y="4158"/>
                  </a:cubicBezTo>
                  <a:cubicBezTo>
                    <a:pt x="9609" y="5570"/>
                    <a:pt x="443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"/>
            <p:cNvSpPr/>
            <p:nvPr/>
          </p:nvSpPr>
          <p:spPr>
            <a:xfrm>
              <a:off x="618467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2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802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"/>
            <p:cNvSpPr/>
            <p:nvPr/>
          </p:nvSpPr>
          <p:spPr>
            <a:xfrm>
              <a:off x="5385475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"/>
            <p:cNvSpPr/>
            <p:nvPr/>
          </p:nvSpPr>
          <p:spPr>
            <a:xfrm>
              <a:off x="542227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"/>
            <p:cNvSpPr/>
            <p:nvPr/>
          </p:nvSpPr>
          <p:spPr>
            <a:xfrm>
              <a:off x="53854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2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"/>
            <p:cNvSpPr/>
            <p:nvPr/>
          </p:nvSpPr>
          <p:spPr>
            <a:xfrm>
              <a:off x="54227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67" y="3263"/>
                    <a:pt x="14323" y="4159"/>
                  </a:cubicBezTo>
                  <a:cubicBezTo>
                    <a:pt x="9629" y="5571"/>
                    <a:pt x="4456" y="5690"/>
                    <a:pt x="0" y="7660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"/>
            <p:cNvSpPr/>
            <p:nvPr/>
          </p:nvSpPr>
          <p:spPr>
            <a:xfrm>
              <a:off x="5422775" y="4654800"/>
              <a:ext cx="611725" cy="521200"/>
            </a:xfrm>
            <a:custGeom>
              <a:avLst/>
              <a:gdLst/>
              <a:ahLst/>
              <a:cxnLst/>
              <a:rect l="l" t="t" r="r" b="b"/>
              <a:pathLst>
                <a:path w="24469" h="20848" extrusionOk="0">
                  <a:moveTo>
                    <a:pt x="6068" y="0"/>
                  </a:moveTo>
                  <a:cubicBezTo>
                    <a:pt x="2706" y="0"/>
                    <a:pt x="0" y="2726"/>
                    <a:pt x="0" y="6107"/>
                  </a:cubicBezTo>
                  <a:lnTo>
                    <a:pt x="0" y="20848"/>
                  </a:lnTo>
                  <a:lnTo>
                    <a:pt x="199" y="20848"/>
                  </a:lnTo>
                  <a:lnTo>
                    <a:pt x="199" y="6227"/>
                  </a:lnTo>
                  <a:cubicBezTo>
                    <a:pt x="199" y="2885"/>
                    <a:pt x="2885" y="179"/>
                    <a:pt x="6207" y="179"/>
                  </a:cubicBezTo>
                  <a:lnTo>
                    <a:pt x="18441" y="179"/>
                  </a:lnTo>
                  <a:cubicBezTo>
                    <a:pt x="21763" y="179"/>
                    <a:pt x="24468" y="2885"/>
                    <a:pt x="24468" y="6227"/>
                  </a:cubicBezTo>
                  <a:lnTo>
                    <a:pt x="24468" y="6107"/>
                  </a:lnTo>
                  <a:cubicBezTo>
                    <a:pt x="24468" y="274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"/>
            <p:cNvSpPr/>
            <p:nvPr/>
          </p:nvSpPr>
          <p:spPr>
            <a:xfrm>
              <a:off x="4622600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"/>
            <p:cNvSpPr/>
            <p:nvPr/>
          </p:nvSpPr>
          <p:spPr>
            <a:xfrm>
              <a:off x="465990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"/>
            <p:cNvSpPr/>
            <p:nvPr/>
          </p:nvSpPr>
          <p:spPr>
            <a:xfrm>
              <a:off x="46226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9" y="1320"/>
                    <a:pt x="1013" y="1406"/>
                    <a:pt x="845" y="1406"/>
                  </a:cubicBezTo>
                  <a:cubicBezTo>
                    <a:pt x="486" y="1406"/>
                    <a:pt x="298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"/>
            <p:cNvSpPr/>
            <p:nvPr/>
          </p:nvSpPr>
          <p:spPr>
            <a:xfrm>
              <a:off x="46608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31"/>
                    <a:pt x="17248" y="3263"/>
                    <a:pt x="14324" y="4159"/>
                  </a:cubicBezTo>
                  <a:cubicBezTo>
                    <a:pt x="9609" y="5571"/>
                    <a:pt x="4437" y="5690"/>
                    <a:pt x="1" y="7660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17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"/>
            <p:cNvSpPr/>
            <p:nvPr/>
          </p:nvSpPr>
          <p:spPr>
            <a:xfrm>
              <a:off x="4659900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4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783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"/>
            <p:cNvSpPr/>
            <p:nvPr/>
          </p:nvSpPr>
          <p:spPr>
            <a:xfrm>
              <a:off x="3860700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"/>
            <p:cNvSpPr/>
            <p:nvPr/>
          </p:nvSpPr>
          <p:spPr>
            <a:xfrm>
              <a:off x="389700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10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"/>
            <p:cNvSpPr/>
            <p:nvPr/>
          </p:nvSpPr>
          <p:spPr>
            <a:xfrm>
              <a:off x="38607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3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"/>
            <p:cNvSpPr/>
            <p:nvPr/>
          </p:nvSpPr>
          <p:spPr>
            <a:xfrm>
              <a:off x="3898000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47" y="3263"/>
                    <a:pt x="14323" y="4159"/>
                  </a:cubicBezTo>
                  <a:cubicBezTo>
                    <a:pt x="9629" y="5571"/>
                    <a:pt x="4456" y="5690"/>
                    <a:pt x="1" y="7660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"/>
            <p:cNvSpPr/>
            <p:nvPr/>
          </p:nvSpPr>
          <p:spPr>
            <a:xfrm>
              <a:off x="3898000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88" y="0"/>
                  </a:moveTo>
                  <a:cubicBezTo>
                    <a:pt x="2726" y="0"/>
                    <a:pt x="1" y="2726"/>
                    <a:pt x="1" y="6107"/>
                  </a:cubicBezTo>
                  <a:lnTo>
                    <a:pt x="1" y="20848"/>
                  </a:lnTo>
                  <a:lnTo>
                    <a:pt x="219" y="20848"/>
                  </a:lnTo>
                  <a:lnTo>
                    <a:pt x="219" y="6227"/>
                  </a:lnTo>
                  <a:cubicBezTo>
                    <a:pt x="219" y="2885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5"/>
                    <a:pt x="24488" y="6227"/>
                  </a:cubicBezTo>
                  <a:lnTo>
                    <a:pt x="24488" y="6107"/>
                  </a:lnTo>
                  <a:cubicBezTo>
                    <a:pt x="2448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"/>
            <p:cNvSpPr/>
            <p:nvPr/>
          </p:nvSpPr>
          <p:spPr>
            <a:xfrm>
              <a:off x="429225" y="4827850"/>
              <a:ext cx="650000" cy="758450"/>
            </a:xfrm>
            <a:custGeom>
              <a:avLst/>
              <a:gdLst/>
              <a:ahLst/>
              <a:cxnLst/>
              <a:rect l="l" t="t" r="r" b="b"/>
              <a:pathLst>
                <a:path w="26000" h="30338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"/>
            <p:cNvSpPr/>
            <p:nvPr/>
          </p:nvSpPr>
          <p:spPr>
            <a:xfrm>
              <a:off x="4297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2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"/>
            <p:cNvSpPr/>
            <p:nvPr/>
          </p:nvSpPr>
          <p:spPr>
            <a:xfrm>
              <a:off x="9449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"/>
            <p:cNvSpPr/>
            <p:nvPr/>
          </p:nvSpPr>
          <p:spPr>
            <a:xfrm>
              <a:off x="4297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7659"/>
                  </a:lnTo>
                  <a:cubicBezTo>
                    <a:pt x="2003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"/>
            <p:cNvSpPr/>
            <p:nvPr/>
          </p:nvSpPr>
          <p:spPr>
            <a:xfrm>
              <a:off x="4302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489" y="29043"/>
                  </a:lnTo>
                  <a:lnTo>
                    <a:pt x="24489" y="6087"/>
                  </a:lnTo>
                  <a:cubicBezTo>
                    <a:pt x="2446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"/>
            <p:cNvSpPr/>
            <p:nvPr/>
          </p:nvSpPr>
          <p:spPr>
            <a:xfrm>
              <a:off x="1191600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"/>
            <p:cNvSpPr/>
            <p:nvPr/>
          </p:nvSpPr>
          <p:spPr>
            <a:xfrm>
              <a:off x="11926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"/>
            <p:cNvSpPr/>
            <p:nvPr/>
          </p:nvSpPr>
          <p:spPr>
            <a:xfrm>
              <a:off x="17078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"/>
            <p:cNvSpPr/>
            <p:nvPr/>
          </p:nvSpPr>
          <p:spPr>
            <a:xfrm>
              <a:off x="1192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09" y="1"/>
                  </a:moveTo>
                  <a:cubicBezTo>
                    <a:pt x="75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5" y="4138"/>
                  </a:cubicBezTo>
                  <a:cubicBezTo>
                    <a:pt x="7221" y="324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"/>
            <p:cNvSpPr/>
            <p:nvPr/>
          </p:nvSpPr>
          <p:spPr>
            <a:xfrm>
              <a:off x="11926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88" y="2725"/>
                    <a:pt x="2174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"/>
            <p:cNvSpPr/>
            <p:nvPr/>
          </p:nvSpPr>
          <p:spPr>
            <a:xfrm>
              <a:off x="1954475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1" y="30337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"/>
            <p:cNvSpPr/>
            <p:nvPr/>
          </p:nvSpPr>
          <p:spPr>
            <a:xfrm>
              <a:off x="195447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"/>
            <p:cNvSpPr/>
            <p:nvPr/>
          </p:nvSpPr>
          <p:spPr>
            <a:xfrm>
              <a:off x="24702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"/>
            <p:cNvSpPr/>
            <p:nvPr/>
          </p:nvSpPr>
          <p:spPr>
            <a:xfrm>
              <a:off x="195447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"/>
            <p:cNvSpPr/>
            <p:nvPr/>
          </p:nvSpPr>
          <p:spPr>
            <a:xfrm>
              <a:off x="19544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"/>
            <p:cNvSpPr/>
            <p:nvPr/>
          </p:nvSpPr>
          <p:spPr>
            <a:xfrm>
              <a:off x="271687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"/>
            <p:cNvSpPr/>
            <p:nvPr/>
          </p:nvSpPr>
          <p:spPr>
            <a:xfrm>
              <a:off x="27168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"/>
            <p:cNvSpPr/>
            <p:nvPr/>
          </p:nvSpPr>
          <p:spPr>
            <a:xfrm>
              <a:off x="32326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4"/>
            <p:cNvSpPr/>
            <p:nvPr/>
          </p:nvSpPr>
          <p:spPr>
            <a:xfrm>
              <a:off x="271687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6" y="4138"/>
                  </a:cubicBezTo>
                  <a:cubicBezTo>
                    <a:pt x="7221" y="324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4"/>
            <p:cNvSpPr/>
            <p:nvPr/>
          </p:nvSpPr>
          <p:spPr>
            <a:xfrm>
              <a:off x="271737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"/>
            <p:cNvSpPr/>
            <p:nvPr/>
          </p:nvSpPr>
          <p:spPr>
            <a:xfrm>
              <a:off x="347975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"/>
            <p:cNvSpPr/>
            <p:nvPr/>
          </p:nvSpPr>
          <p:spPr>
            <a:xfrm>
              <a:off x="3479250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"/>
            <p:cNvSpPr/>
            <p:nvPr/>
          </p:nvSpPr>
          <p:spPr>
            <a:xfrm>
              <a:off x="399497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"/>
            <p:cNvSpPr/>
            <p:nvPr/>
          </p:nvSpPr>
          <p:spPr>
            <a:xfrm>
              <a:off x="3479250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3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86" y="4138"/>
                  </a:cubicBezTo>
                  <a:cubicBezTo>
                    <a:pt x="7242" y="3243"/>
                    <a:pt x="4477" y="1831"/>
                    <a:pt x="203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"/>
            <p:cNvSpPr/>
            <p:nvPr/>
          </p:nvSpPr>
          <p:spPr>
            <a:xfrm>
              <a:off x="34792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"/>
            <p:cNvSpPr/>
            <p:nvPr/>
          </p:nvSpPr>
          <p:spPr>
            <a:xfrm>
              <a:off x="652880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"/>
            <p:cNvSpPr/>
            <p:nvPr/>
          </p:nvSpPr>
          <p:spPr>
            <a:xfrm>
              <a:off x="65661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"/>
            <p:cNvSpPr/>
            <p:nvPr/>
          </p:nvSpPr>
          <p:spPr>
            <a:xfrm>
              <a:off x="65288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"/>
            <p:cNvSpPr/>
            <p:nvPr/>
          </p:nvSpPr>
          <p:spPr>
            <a:xfrm>
              <a:off x="6566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6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33" y="1115"/>
                    <a:pt x="22479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"/>
            <p:cNvSpPr/>
            <p:nvPr/>
          </p:nvSpPr>
          <p:spPr>
            <a:xfrm>
              <a:off x="6566600" y="4860200"/>
              <a:ext cx="611725" cy="726100"/>
            </a:xfrm>
            <a:custGeom>
              <a:avLst/>
              <a:gdLst/>
              <a:ahLst/>
              <a:cxnLst/>
              <a:rect l="l" t="t" r="r" b="b"/>
              <a:pathLst>
                <a:path w="2446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00" y="29043"/>
                  </a:lnTo>
                  <a:lnTo>
                    <a:pt x="200" y="6207"/>
                  </a:lnTo>
                  <a:cubicBezTo>
                    <a:pt x="200" y="2884"/>
                    <a:pt x="2885" y="179"/>
                    <a:pt x="6207" y="179"/>
                  </a:cubicBezTo>
                  <a:lnTo>
                    <a:pt x="18461" y="179"/>
                  </a:lnTo>
                  <a:cubicBezTo>
                    <a:pt x="21763" y="179"/>
                    <a:pt x="24469" y="2884"/>
                    <a:pt x="24469" y="6207"/>
                  </a:cubicBezTo>
                  <a:lnTo>
                    <a:pt x="24469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"/>
            <p:cNvSpPr/>
            <p:nvPr/>
          </p:nvSpPr>
          <p:spPr>
            <a:xfrm>
              <a:off x="5766425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"/>
            <p:cNvSpPr/>
            <p:nvPr/>
          </p:nvSpPr>
          <p:spPr>
            <a:xfrm>
              <a:off x="580322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28" y="29043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"/>
            <p:cNvSpPr/>
            <p:nvPr/>
          </p:nvSpPr>
          <p:spPr>
            <a:xfrm>
              <a:off x="57664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"/>
            <p:cNvSpPr/>
            <p:nvPr/>
          </p:nvSpPr>
          <p:spPr>
            <a:xfrm>
              <a:off x="580372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2479" y="1"/>
                  </a:moveTo>
                  <a:cubicBezTo>
                    <a:pt x="2003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508" y="27492"/>
                  </a:lnTo>
                  <a:lnTo>
                    <a:pt x="24508" y="4516"/>
                  </a:lnTo>
                  <a:cubicBezTo>
                    <a:pt x="2450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"/>
            <p:cNvSpPr/>
            <p:nvPr/>
          </p:nvSpPr>
          <p:spPr>
            <a:xfrm>
              <a:off x="58037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508" y="2884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"/>
            <p:cNvSpPr/>
            <p:nvPr/>
          </p:nvSpPr>
          <p:spPr>
            <a:xfrm>
              <a:off x="500402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"/>
            <p:cNvSpPr/>
            <p:nvPr/>
          </p:nvSpPr>
          <p:spPr>
            <a:xfrm>
              <a:off x="50413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"/>
            <p:cNvSpPr/>
            <p:nvPr/>
          </p:nvSpPr>
          <p:spPr>
            <a:xfrm>
              <a:off x="50040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"/>
            <p:cNvSpPr/>
            <p:nvPr/>
          </p:nvSpPr>
          <p:spPr>
            <a:xfrm>
              <a:off x="504182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4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"/>
            <p:cNvSpPr/>
            <p:nvPr/>
          </p:nvSpPr>
          <p:spPr>
            <a:xfrm>
              <a:off x="504132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8" y="0"/>
                  </a:moveTo>
                  <a:cubicBezTo>
                    <a:pt x="2726" y="0"/>
                    <a:pt x="21" y="2725"/>
                    <a:pt x="1" y="6087"/>
                  </a:cubicBezTo>
                  <a:lnTo>
                    <a:pt x="1" y="29043"/>
                  </a:lnTo>
                  <a:lnTo>
                    <a:pt x="220" y="29043"/>
                  </a:lnTo>
                  <a:lnTo>
                    <a:pt x="220" y="6207"/>
                  </a:lnTo>
                  <a:cubicBezTo>
                    <a:pt x="220" y="2884"/>
                    <a:pt x="2905" y="179"/>
                    <a:pt x="6227" y="179"/>
                  </a:cubicBezTo>
                  <a:lnTo>
                    <a:pt x="18461" y="179"/>
                  </a:lnTo>
                  <a:cubicBezTo>
                    <a:pt x="21783" y="179"/>
                    <a:pt x="24489" y="2884"/>
                    <a:pt x="24489" y="6207"/>
                  </a:cubicBezTo>
                  <a:lnTo>
                    <a:pt x="24489" y="6087"/>
                  </a:lnTo>
                  <a:cubicBezTo>
                    <a:pt x="2448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"/>
            <p:cNvSpPr/>
            <p:nvPr/>
          </p:nvSpPr>
          <p:spPr>
            <a:xfrm>
              <a:off x="4241650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"/>
            <p:cNvSpPr/>
            <p:nvPr/>
          </p:nvSpPr>
          <p:spPr>
            <a:xfrm>
              <a:off x="42784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"/>
            <p:cNvSpPr/>
            <p:nvPr/>
          </p:nvSpPr>
          <p:spPr>
            <a:xfrm>
              <a:off x="424165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"/>
            <p:cNvSpPr/>
            <p:nvPr/>
          </p:nvSpPr>
          <p:spPr>
            <a:xfrm>
              <a:off x="427895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451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"/>
            <p:cNvSpPr/>
            <p:nvPr/>
          </p:nvSpPr>
          <p:spPr>
            <a:xfrm>
              <a:off x="427895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7" y="0"/>
                  </a:moveTo>
                  <a:cubicBezTo>
                    <a:pt x="274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4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"/>
            <p:cNvSpPr/>
            <p:nvPr/>
          </p:nvSpPr>
          <p:spPr>
            <a:xfrm>
              <a:off x="810650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"/>
            <p:cNvSpPr/>
            <p:nvPr/>
          </p:nvSpPr>
          <p:spPr>
            <a:xfrm>
              <a:off x="81065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08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"/>
            <p:cNvSpPr/>
            <p:nvPr/>
          </p:nvSpPr>
          <p:spPr>
            <a:xfrm>
              <a:off x="1325875" y="5265000"/>
              <a:ext cx="135300" cy="319300"/>
            </a:xfrm>
            <a:custGeom>
              <a:avLst/>
              <a:gdLst/>
              <a:ahLst/>
              <a:cxnLst/>
              <a:rect l="l" t="t" r="r" b="b"/>
              <a:pathLst>
                <a:path w="5412" h="12772" extrusionOk="0">
                  <a:moveTo>
                    <a:pt x="5411" y="1"/>
                  </a:moveTo>
                  <a:cubicBezTo>
                    <a:pt x="5116" y="1009"/>
                    <a:pt x="4929" y="1390"/>
                    <a:pt x="4575" y="1390"/>
                  </a:cubicBezTo>
                  <a:cubicBezTo>
                    <a:pt x="4405" y="1390"/>
                    <a:pt x="4197" y="1303"/>
                    <a:pt x="3919" y="1154"/>
                  </a:cubicBezTo>
                  <a:lnTo>
                    <a:pt x="1" y="12772"/>
                  </a:lnTo>
                  <a:lnTo>
                    <a:pt x="5411" y="12772"/>
                  </a:lnTo>
                  <a:lnTo>
                    <a:pt x="541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"/>
            <p:cNvSpPr/>
            <p:nvPr/>
          </p:nvSpPr>
          <p:spPr>
            <a:xfrm>
              <a:off x="8106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010" y="0"/>
                  </a:moveTo>
                  <a:cubicBezTo>
                    <a:pt x="777" y="1114"/>
                    <a:pt x="1" y="2705"/>
                    <a:pt x="1" y="4516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7659"/>
                  </a:lnTo>
                  <a:cubicBezTo>
                    <a:pt x="20053" y="5689"/>
                    <a:pt x="14880" y="5570"/>
                    <a:pt x="10166" y="4138"/>
                  </a:cubicBezTo>
                  <a:cubicBezTo>
                    <a:pt x="7242" y="3243"/>
                    <a:pt x="4477" y="183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"/>
            <p:cNvSpPr/>
            <p:nvPr/>
          </p:nvSpPr>
          <p:spPr>
            <a:xfrm>
              <a:off x="811150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26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"/>
            <p:cNvSpPr/>
            <p:nvPr/>
          </p:nvSpPr>
          <p:spPr>
            <a:xfrm>
              <a:off x="1573050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"/>
            <p:cNvSpPr/>
            <p:nvPr/>
          </p:nvSpPr>
          <p:spPr>
            <a:xfrm>
              <a:off x="157355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"/>
            <p:cNvSpPr/>
            <p:nvPr/>
          </p:nvSpPr>
          <p:spPr>
            <a:xfrm>
              <a:off x="208875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90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"/>
            <p:cNvSpPr/>
            <p:nvPr/>
          </p:nvSpPr>
          <p:spPr>
            <a:xfrm>
              <a:off x="1573550" y="51023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2" y="5710"/>
                    <a:pt x="14860" y="5571"/>
                    <a:pt x="10165" y="4158"/>
                  </a:cubicBezTo>
                  <a:cubicBezTo>
                    <a:pt x="7241" y="3263"/>
                    <a:pt x="4476" y="185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"/>
            <p:cNvSpPr/>
            <p:nvPr/>
          </p:nvSpPr>
          <p:spPr>
            <a:xfrm>
              <a:off x="1573550" y="5063600"/>
              <a:ext cx="612200" cy="520700"/>
            </a:xfrm>
            <a:custGeom>
              <a:avLst/>
              <a:gdLst/>
              <a:ahLst/>
              <a:cxnLst/>
              <a:rect l="l" t="t" r="r" b="b"/>
              <a:pathLst>
                <a:path w="24488" h="20828" extrusionOk="0">
                  <a:moveTo>
                    <a:pt x="6067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06" y="159"/>
                    <a:pt x="600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"/>
            <p:cNvSpPr/>
            <p:nvPr/>
          </p:nvSpPr>
          <p:spPr>
            <a:xfrm>
              <a:off x="2335925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"/>
            <p:cNvSpPr/>
            <p:nvPr/>
          </p:nvSpPr>
          <p:spPr>
            <a:xfrm>
              <a:off x="233592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"/>
            <p:cNvSpPr/>
            <p:nvPr/>
          </p:nvSpPr>
          <p:spPr>
            <a:xfrm>
              <a:off x="2851150" y="5265000"/>
              <a:ext cx="134800" cy="319300"/>
            </a:xfrm>
            <a:custGeom>
              <a:avLst/>
              <a:gdLst/>
              <a:ahLst/>
              <a:cxnLst/>
              <a:rect l="l" t="t" r="r" b="b"/>
              <a:pathLst>
                <a:path w="5392" h="12772" extrusionOk="0">
                  <a:moveTo>
                    <a:pt x="5391" y="1"/>
                  </a:moveTo>
                  <a:cubicBezTo>
                    <a:pt x="5109" y="1009"/>
                    <a:pt x="4927" y="1390"/>
                    <a:pt x="4568" y="1390"/>
                  </a:cubicBezTo>
                  <a:cubicBezTo>
                    <a:pt x="4396" y="1390"/>
                    <a:pt x="4183" y="1303"/>
                    <a:pt x="3899" y="1154"/>
                  </a:cubicBezTo>
                  <a:lnTo>
                    <a:pt x="0" y="12772"/>
                  </a:lnTo>
                  <a:lnTo>
                    <a:pt x="5391" y="12772"/>
                  </a:lnTo>
                  <a:lnTo>
                    <a:pt x="539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"/>
            <p:cNvSpPr/>
            <p:nvPr/>
          </p:nvSpPr>
          <p:spPr>
            <a:xfrm>
              <a:off x="233592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36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3" y="5710"/>
                    <a:pt x="14860" y="5571"/>
                    <a:pt x="10166" y="4158"/>
                  </a:cubicBezTo>
                  <a:cubicBezTo>
                    <a:pt x="7222" y="3263"/>
                    <a:pt x="4476" y="185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"/>
            <p:cNvSpPr/>
            <p:nvPr/>
          </p:nvSpPr>
          <p:spPr>
            <a:xfrm>
              <a:off x="2335925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06" y="159"/>
                    <a:pt x="6008" y="159"/>
                  </a:cubicBezTo>
                  <a:lnTo>
                    <a:pt x="1824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"/>
            <p:cNvSpPr/>
            <p:nvPr/>
          </p:nvSpPr>
          <p:spPr>
            <a:xfrm>
              <a:off x="3097825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"/>
            <p:cNvSpPr/>
            <p:nvPr/>
          </p:nvSpPr>
          <p:spPr>
            <a:xfrm>
              <a:off x="309782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"/>
            <p:cNvSpPr/>
            <p:nvPr/>
          </p:nvSpPr>
          <p:spPr>
            <a:xfrm>
              <a:off x="361402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"/>
            <p:cNvSpPr/>
            <p:nvPr/>
          </p:nvSpPr>
          <p:spPr>
            <a:xfrm>
              <a:off x="3098325" y="51023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59"/>
                  </a:lnTo>
                  <a:cubicBezTo>
                    <a:pt x="20052" y="5710"/>
                    <a:pt x="14880" y="5571"/>
                    <a:pt x="10185" y="4158"/>
                  </a:cubicBezTo>
                  <a:cubicBezTo>
                    <a:pt x="7241" y="3263"/>
                    <a:pt x="4476" y="185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"/>
            <p:cNvSpPr/>
            <p:nvPr/>
          </p:nvSpPr>
          <p:spPr>
            <a:xfrm>
              <a:off x="309832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06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25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50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"/>
            <p:cNvSpPr/>
            <p:nvPr/>
          </p:nvSpPr>
          <p:spPr>
            <a:xfrm>
              <a:off x="6147875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"/>
            <p:cNvSpPr/>
            <p:nvPr/>
          </p:nvSpPr>
          <p:spPr>
            <a:xfrm>
              <a:off x="618417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10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"/>
            <p:cNvSpPr/>
            <p:nvPr/>
          </p:nvSpPr>
          <p:spPr>
            <a:xfrm>
              <a:off x="61478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08" y="1303"/>
                    <a:pt x="996" y="1390"/>
                    <a:pt x="824" y="1390"/>
                  </a:cubicBezTo>
                  <a:cubicBezTo>
                    <a:pt x="465" y="1390"/>
                    <a:pt x="282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"/>
            <p:cNvSpPr/>
            <p:nvPr/>
          </p:nvSpPr>
          <p:spPr>
            <a:xfrm>
              <a:off x="61851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2480" y="0"/>
                  </a:moveTo>
                  <a:cubicBezTo>
                    <a:pt x="20013" y="1830"/>
                    <a:pt x="17248" y="3243"/>
                    <a:pt x="14324" y="4138"/>
                  </a:cubicBezTo>
                  <a:cubicBezTo>
                    <a:pt x="9609" y="5570"/>
                    <a:pt x="4437" y="5689"/>
                    <a:pt x="1" y="7659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4516"/>
                  </a:lnTo>
                  <a:cubicBezTo>
                    <a:pt x="24489" y="2705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"/>
            <p:cNvSpPr/>
            <p:nvPr/>
          </p:nvSpPr>
          <p:spPr>
            <a:xfrm>
              <a:off x="618467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2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802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"/>
            <p:cNvSpPr/>
            <p:nvPr/>
          </p:nvSpPr>
          <p:spPr>
            <a:xfrm>
              <a:off x="5385475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"/>
            <p:cNvSpPr/>
            <p:nvPr/>
          </p:nvSpPr>
          <p:spPr>
            <a:xfrm>
              <a:off x="542227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"/>
            <p:cNvSpPr/>
            <p:nvPr/>
          </p:nvSpPr>
          <p:spPr>
            <a:xfrm>
              <a:off x="53854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"/>
            <p:cNvSpPr/>
            <p:nvPr/>
          </p:nvSpPr>
          <p:spPr>
            <a:xfrm>
              <a:off x="54227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67" y="3263"/>
                    <a:pt x="14323" y="4158"/>
                  </a:cubicBezTo>
                  <a:cubicBezTo>
                    <a:pt x="9629" y="5571"/>
                    <a:pt x="4456" y="5710"/>
                    <a:pt x="0" y="7659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"/>
            <p:cNvSpPr/>
            <p:nvPr/>
          </p:nvSpPr>
          <p:spPr>
            <a:xfrm>
              <a:off x="5422775" y="5063600"/>
              <a:ext cx="611725" cy="520700"/>
            </a:xfrm>
            <a:custGeom>
              <a:avLst/>
              <a:gdLst/>
              <a:ahLst/>
              <a:cxnLst/>
              <a:rect l="l" t="t" r="r" b="b"/>
              <a:pathLst>
                <a:path w="24469" h="20828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199" y="20828"/>
                  </a:lnTo>
                  <a:lnTo>
                    <a:pt x="199" y="6207"/>
                  </a:lnTo>
                  <a:cubicBezTo>
                    <a:pt x="199" y="2885"/>
                    <a:pt x="2885" y="159"/>
                    <a:pt x="6207" y="159"/>
                  </a:cubicBezTo>
                  <a:lnTo>
                    <a:pt x="18441" y="159"/>
                  </a:lnTo>
                  <a:cubicBezTo>
                    <a:pt x="21763" y="159"/>
                    <a:pt x="24468" y="2885"/>
                    <a:pt x="24468" y="6207"/>
                  </a:cubicBezTo>
                  <a:lnTo>
                    <a:pt x="2446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"/>
            <p:cNvSpPr/>
            <p:nvPr/>
          </p:nvSpPr>
          <p:spPr>
            <a:xfrm>
              <a:off x="4622600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"/>
            <p:cNvSpPr/>
            <p:nvPr/>
          </p:nvSpPr>
          <p:spPr>
            <a:xfrm>
              <a:off x="465990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"/>
            <p:cNvSpPr/>
            <p:nvPr/>
          </p:nvSpPr>
          <p:spPr>
            <a:xfrm>
              <a:off x="46226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15" y="1303"/>
                    <a:pt x="1007" y="1390"/>
                    <a:pt x="837" y="1390"/>
                  </a:cubicBezTo>
                  <a:cubicBezTo>
                    <a:pt x="483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"/>
            <p:cNvSpPr/>
            <p:nvPr/>
          </p:nvSpPr>
          <p:spPr>
            <a:xfrm>
              <a:off x="46608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51"/>
                    <a:pt x="17248" y="3263"/>
                    <a:pt x="14324" y="4158"/>
                  </a:cubicBezTo>
                  <a:cubicBezTo>
                    <a:pt x="9609" y="5571"/>
                    <a:pt x="4437" y="5710"/>
                    <a:pt x="1" y="7659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36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"/>
            <p:cNvSpPr/>
            <p:nvPr/>
          </p:nvSpPr>
          <p:spPr>
            <a:xfrm>
              <a:off x="4659900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4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783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"/>
            <p:cNvSpPr/>
            <p:nvPr/>
          </p:nvSpPr>
          <p:spPr>
            <a:xfrm>
              <a:off x="3860700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"/>
            <p:cNvSpPr/>
            <p:nvPr/>
          </p:nvSpPr>
          <p:spPr>
            <a:xfrm>
              <a:off x="389700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"/>
            <p:cNvSpPr/>
            <p:nvPr/>
          </p:nvSpPr>
          <p:spPr>
            <a:xfrm>
              <a:off x="38607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"/>
            <p:cNvSpPr/>
            <p:nvPr/>
          </p:nvSpPr>
          <p:spPr>
            <a:xfrm>
              <a:off x="3898000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47" y="3263"/>
                    <a:pt x="14323" y="4158"/>
                  </a:cubicBezTo>
                  <a:cubicBezTo>
                    <a:pt x="9629" y="5571"/>
                    <a:pt x="4456" y="5710"/>
                    <a:pt x="1" y="7659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"/>
            <p:cNvSpPr/>
            <p:nvPr/>
          </p:nvSpPr>
          <p:spPr>
            <a:xfrm>
              <a:off x="3898000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59"/>
                    <a:pt x="6247" y="159"/>
                  </a:cubicBezTo>
                  <a:lnTo>
                    <a:pt x="18481" y="159"/>
                  </a:lnTo>
                  <a:cubicBezTo>
                    <a:pt x="21783" y="159"/>
                    <a:pt x="24488" y="2885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2" name="Google Shape;732;p4"/>
          <p:cNvSpPr txBox="1">
            <a:spLocks noGrp="1"/>
          </p:cNvSpPr>
          <p:nvPr>
            <p:ph type="title"/>
          </p:nvPr>
        </p:nvSpPr>
        <p:spPr>
          <a:xfrm>
            <a:off x="720000" y="6048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3" name="Google Shape;733;p4"/>
          <p:cNvSpPr txBox="1">
            <a:spLocks noGrp="1"/>
          </p:cNvSpPr>
          <p:nvPr>
            <p:ph type="body" idx="1"/>
          </p:nvPr>
        </p:nvSpPr>
        <p:spPr>
          <a:xfrm>
            <a:off x="720000" y="1112700"/>
            <a:ext cx="738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"/>
          <p:cNvSpPr/>
          <p:nvPr/>
        </p:nvSpPr>
        <p:spPr>
          <a:xfrm>
            <a:off x="-7175" y="4400950"/>
            <a:ext cx="9158700" cy="89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6" name="Google Shape;736;p5"/>
          <p:cNvGrpSpPr/>
          <p:nvPr/>
        </p:nvGrpSpPr>
        <p:grpSpPr>
          <a:xfrm>
            <a:off x="-1282478" y="-1196140"/>
            <a:ext cx="11695894" cy="6230352"/>
            <a:chOff x="-1296825" y="-1196140"/>
            <a:chExt cx="11695894" cy="6230352"/>
          </a:xfrm>
        </p:grpSpPr>
        <p:grpSp>
          <p:nvGrpSpPr>
            <p:cNvPr id="737" name="Google Shape;737;p5"/>
            <p:cNvGrpSpPr/>
            <p:nvPr/>
          </p:nvGrpSpPr>
          <p:grpSpPr>
            <a:xfrm>
              <a:off x="-1296825" y="-1196140"/>
              <a:ext cx="3342675" cy="6230352"/>
              <a:chOff x="-1296825" y="-1087165"/>
              <a:chExt cx="3342675" cy="6230352"/>
            </a:xfrm>
          </p:grpSpPr>
          <p:grpSp>
            <p:nvGrpSpPr>
              <p:cNvPr id="738" name="Google Shape;738;p5"/>
              <p:cNvGrpSpPr/>
              <p:nvPr/>
            </p:nvGrpSpPr>
            <p:grpSpPr>
              <a:xfrm>
                <a:off x="-36749" y="1721675"/>
                <a:ext cx="280165" cy="3421512"/>
                <a:chOff x="-36750" y="-31225"/>
                <a:chExt cx="441205" cy="5174700"/>
              </a:xfrm>
            </p:grpSpPr>
            <p:sp>
              <p:nvSpPr>
                <p:cNvPr id="739" name="Google Shape;739;p5"/>
                <p:cNvSpPr/>
                <p:nvPr/>
              </p:nvSpPr>
              <p:spPr>
                <a:xfrm>
                  <a:off x="-30545" y="-31225"/>
                  <a:ext cx="435000" cy="5174700"/>
                </a:xfrm>
                <a:prstGeom prst="rect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" name="Google Shape;740;p5"/>
                <p:cNvSpPr/>
                <p:nvPr/>
              </p:nvSpPr>
              <p:spPr>
                <a:xfrm>
                  <a:off x="-30545" y="-31225"/>
                  <a:ext cx="291600" cy="51747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" name="Google Shape;741;p5"/>
                <p:cNvSpPr/>
                <p:nvPr/>
              </p:nvSpPr>
              <p:spPr>
                <a:xfrm>
                  <a:off x="-36750" y="-31225"/>
                  <a:ext cx="167700" cy="5174700"/>
                </a:xfrm>
                <a:prstGeom prst="rect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42" name="Google Shape;742;p5"/>
              <p:cNvSpPr/>
              <p:nvPr/>
            </p:nvSpPr>
            <p:spPr>
              <a:xfrm rot="-2336607">
                <a:off x="-895406" y="-529111"/>
                <a:ext cx="2542312" cy="2168251"/>
              </a:xfrm>
              <a:custGeom>
                <a:avLst/>
                <a:gdLst/>
                <a:ahLst/>
                <a:cxnLst/>
                <a:rect l="l" t="t" r="r" b="b"/>
                <a:pathLst>
                  <a:path w="87357" h="71336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60" y="65914"/>
                      <a:pt x="120" y="65973"/>
                      <a:pt x="179" y="66021"/>
                    </a:cubicBezTo>
                    <a:cubicBezTo>
                      <a:pt x="4680" y="69627"/>
                      <a:pt x="10371" y="71335"/>
                      <a:pt x="16844" y="71335"/>
                    </a:cubicBezTo>
                    <a:cubicBezTo>
                      <a:pt x="36916" y="71335"/>
                      <a:pt x="64499" y="54907"/>
                      <a:pt x="87357" y="27683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5"/>
              <p:cNvSpPr/>
              <p:nvPr/>
            </p:nvSpPr>
            <p:spPr>
              <a:xfrm rot="-2336733">
                <a:off x="-892351" y="-481398"/>
                <a:ext cx="2404188" cy="2129224"/>
              </a:xfrm>
              <a:custGeom>
                <a:avLst/>
                <a:gdLst/>
                <a:ahLst/>
                <a:cxnLst/>
                <a:rect l="l" t="t" r="r" b="b"/>
                <a:pathLst>
                  <a:path w="82773" h="70052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48" y="65914"/>
                      <a:pt x="108" y="65961"/>
                      <a:pt x="156" y="66009"/>
                    </a:cubicBezTo>
                    <a:cubicBezTo>
                      <a:pt x="3571" y="68750"/>
                      <a:pt x="7922" y="70052"/>
                      <a:pt x="12947" y="70052"/>
                    </a:cubicBezTo>
                    <a:cubicBezTo>
                      <a:pt x="31451" y="70052"/>
                      <a:pt x="59093" y="52405"/>
                      <a:pt x="82773" y="24016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5"/>
              <p:cNvSpPr/>
              <p:nvPr/>
            </p:nvSpPr>
            <p:spPr>
              <a:xfrm rot="-2336584">
                <a:off x="-887185" y="-403729"/>
                <a:ext cx="2182687" cy="2075121"/>
              </a:xfrm>
              <a:custGeom>
                <a:avLst/>
                <a:gdLst/>
                <a:ahLst/>
                <a:cxnLst/>
                <a:rect l="l" t="t" r="r" b="b"/>
                <a:pathLst>
                  <a:path w="75308" h="68272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48" y="65902"/>
                      <a:pt x="72" y="65926"/>
                      <a:pt x="120" y="65961"/>
                    </a:cubicBezTo>
                    <a:cubicBezTo>
                      <a:pt x="2070" y="67525"/>
                      <a:pt x="4578" y="68272"/>
                      <a:pt x="7541" y="68272"/>
                    </a:cubicBezTo>
                    <a:cubicBezTo>
                      <a:pt x="22833" y="68272"/>
                      <a:pt x="50223" y="48364"/>
                      <a:pt x="75308" y="18003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5"/>
              <p:cNvSpPr/>
              <p:nvPr/>
            </p:nvSpPr>
            <p:spPr>
              <a:xfrm rot="-2336618">
                <a:off x="-711163" y="-228545"/>
                <a:ext cx="1749046" cy="1946976"/>
              </a:xfrm>
              <a:custGeom>
                <a:avLst/>
                <a:gdLst/>
                <a:ahLst/>
                <a:cxnLst/>
                <a:rect l="l" t="t" r="r" b="b"/>
                <a:pathLst>
                  <a:path w="58091" h="64056" extrusionOk="0">
                    <a:moveTo>
                      <a:pt x="51328" y="0"/>
                    </a:moveTo>
                    <a:cubicBezTo>
                      <a:pt x="51328" y="0"/>
                      <a:pt x="31056" y="40912"/>
                      <a:pt x="8447" y="58662"/>
                    </a:cubicBezTo>
                    <a:lnTo>
                      <a:pt x="8447" y="58662"/>
                    </a:lnTo>
                    <a:cubicBezTo>
                      <a:pt x="36360" y="38972"/>
                      <a:pt x="58091" y="5596"/>
                      <a:pt x="58091" y="5596"/>
                    </a:cubicBezTo>
                    <a:lnTo>
                      <a:pt x="51328" y="0"/>
                    </a:lnTo>
                    <a:close/>
                    <a:moveTo>
                      <a:pt x="8447" y="58662"/>
                    </a:moveTo>
                    <a:cubicBezTo>
                      <a:pt x="5687" y="60609"/>
                      <a:pt x="2866" y="62422"/>
                      <a:pt x="0" y="64056"/>
                    </a:cubicBezTo>
                    <a:cubicBezTo>
                      <a:pt x="2829" y="62691"/>
                      <a:pt x="5656" y="60853"/>
                      <a:pt x="8447" y="58662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5"/>
              <p:cNvSpPr/>
              <p:nvPr/>
            </p:nvSpPr>
            <p:spPr>
              <a:xfrm>
                <a:off x="-36742" y="2035129"/>
                <a:ext cx="280164" cy="269146"/>
              </a:xfrm>
              <a:custGeom>
                <a:avLst/>
                <a:gdLst/>
                <a:ahLst/>
                <a:cxnLst/>
                <a:rect l="l" t="t" r="r" b="b"/>
                <a:pathLst>
                  <a:path w="8594" h="8256" extrusionOk="0">
                    <a:moveTo>
                      <a:pt x="0" y="0"/>
                    </a:moveTo>
                    <a:lnTo>
                      <a:pt x="0" y="7082"/>
                    </a:lnTo>
                    <a:lnTo>
                      <a:pt x="8594" y="8256"/>
                    </a:lnTo>
                    <a:lnTo>
                      <a:pt x="8594" y="2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7" name="Google Shape;747;p5"/>
            <p:cNvGrpSpPr/>
            <p:nvPr/>
          </p:nvGrpSpPr>
          <p:grpSpPr>
            <a:xfrm flipH="1">
              <a:off x="7056395" y="-1196140"/>
              <a:ext cx="3342675" cy="6230352"/>
              <a:chOff x="-1296825" y="-1087165"/>
              <a:chExt cx="3342675" cy="6230352"/>
            </a:xfrm>
          </p:grpSpPr>
          <p:grpSp>
            <p:nvGrpSpPr>
              <p:cNvPr id="748" name="Google Shape;748;p5"/>
              <p:cNvGrpSpPr/>
              <p:nvPr/>
            </p:nvGrpSpPr>
            <p:grpSpPr>
              <a:xfrm>
                <a:off x="-36749" y="1721675"/>
                <a:ext cx="280165" cy="3421512"/>
                <a:chOff x="-36750" y="-31225"/>
                <a:chExt cx="441205" cy="5174700"/>
              </a:xfrm>
            </p:grpSpPr>
            <p:sp>
              <p:nvSpPr>
                <p:cNvPr id="749" name="Google Shape;749;p5"/>
                <p:cNvSpPr/>
                <p:nvPr/>
              </p:nvSpPr>
              <p:spPr>
                <a:xfrm>
                  <a:off x="-30545" y="-31225"/>
                  <a:ext cx="435000" cy="5174700"/>
                </a:xfrm>
                <a:prstGeom prst="rect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" name="Google Shape;750;p5"/>
                <p:cNvSpPr/>
                <p:nvPr/>
              </p:nvSpPr>
              <p:spPr>
                <a:xfrm>
                  <a:off x="-30545" y="-31225"/>
                  <a:ext cx="291600" cy="51747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1" name="Google Shape;751;p5"/>
                <p:cNvSpPr/>
                <p:nvPr/>
              </p:nvSpPr>
              <p:spPr>
                <a:xfrm>
                  <a:off x="-36750" y="-31225"/>
                  <a:ext cx="167700" cy="5174700"/>
                </a:xfrm>
                <a:prstGeom prst="rect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52" name="Google Shape;752;p5"/>
              <p:cNvSpPr/>
              <p:nvPr/>
            </p:nvSpPr>
            <p:spPr>
              <a:xfrm rot="-2336607">
                <a:off x="-895406" y="-529111"/>
                <a:ext cx="2542312" cy="2168251"/>
              </a:xfrm>
              <a:custGeom>
                <a:avLst/>
                <a:gdLst/>
                <a:ahLst/>
                <a:cxnLst/>
                <a:rect l="l" t="t" r="r" b="b"/>
                <a:pathLst>
                  <a:path w="87357" h="71336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60" y="65914"/>
                      <a:pt x="120" y="65973"/>
                      <a:pt x="179" y="66021"/>
                    </a:cubicBezTo>
                    <a:cubicBezTo>
                      <a:pt x="4680" y="69627"/>
                      <a:pt x="10371" y="71335"/>
                      <a:pt x="16844" y="71335"/>
                    </a:cubicBezTo>
                    <a:cubicBezTo>
                      <a:pt x="36916" y="71335"/>
                      <a:pt x="64499" y="54907"/>
                      <a:pt x="87357" y="27683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5"/>
              <p:cNvSpPr/>
              <p:nvPr/>
            </p:nvSpPr>
            <p:spPr>
              <a:xfrm rot="-2336733">
                <a:off x="-892351" y="-481398"/>
                <a:ext cx="2404188" cy="2129224"/>
              </a:xfrm>
              <a:custGeom>
                <a:avLst/>
                <a:gdLst/>
                <a:ahLst/>
                <a:cxnLst/>
                <a:rect l="l" t="t" r="r" b="b"/>
                <a:pathLst>
                  <a:path w="82773" h="70052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48" y="65914"/>
                      <a:pt x="108" y="65961"/>
                      <a:pt x="156" y="66009"/>
                    </a:cubicBezTo>
                    <a:cubicBezTo>
                      <a:pt x="3571" y="68750"/>
                      <a:pt x="7922" y="70052"/>
                      <a:pt x="12947" y="70052"/>
                    </a:cubicBezTo>
                    <a:cubicBezTo>
                      <a:pt x="31451" y="70052"/>
                      <a:pt x="59093" y="52405"/>
                      <a:pt x="82773" y="24016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5"/>
              <p:cNvSpPr/>
              <p:nvPr/>
            </p:nvSpPr>
            <p:spPr>
              <a:xfrm rot="-2336584">
                <a:off x="-887185" y="-403729"/>
                <a:ext cx="2182687" cy="2075121"/>
              </a:xfrm>
              <a:custGeom>
                <a:avLst/>
                <a:gdLst/>
                <a:ahLst/>
                <a:cxnLst/>
                <a:rect l="l" t="t" r="r" b="b"/>
                <a:pathLst>
                  <a:path w="75308" h="68272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48" y="65902"/>
                      <a:pt x="72" y="65926"/>
                      <a:pt x="120" y="65961"/>
                    </a:cubicBezTo>
                    <a:cubicBezTo>
                      <a:pt x="2070" y="67525"/>
                      <a:pt x="4578" y="68272"/>
                      <a:pt x="7541" y="68272"/>
                    </a:cubicBezTo>
                    <a:cubicBezTo>
                      <a:pt x="22833" y="68272"/>
                      <a:pt x="50223" y="48364"/>
                      <a:pt x="75308" y="18003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5"/>
              <p:cNvSpPr/>
              <p:nvPr/>
            </p:nvSpPr>
            <p:spPr>
              <a:xfrm rot="-2336618">
                <a:off x="-711163" y="-228545"/>
                <a:ext cx="1749046" cy="1946976"/>
              </a:xfrm>
              <a:custGeom>
                <a:avLst/>
                <a:gdLst/>
                <a:ahLst/>
                <a:cxnLst/>
                <a:rect l="l" t="t" r="r" b="b"/>
                <a:pathLst>
                  <a:path w="58091" h="64056" extrusionOk="0">
                    <a:moveTo>
                      <a:pt x="51328" y="0"/>
                    </a:moveTo>
                    <a:cubicBezTo>
                      <a:pt x="51328" y="0"/>
                      <a:pt x="31056" y="40912"/>
                      <a:pt x="8447" y="58662"/>
                    </a:cubicBezTo>
                    <a:lnTo>
                      <a:pt x="8447" y="58662"/>
                    </a:lnTo>
                    <a:cubicBezTo>
                      <a:pt x="36360" y="38972"/>
                      <a:pt x="58091" y="5596"/>
                      <a:pt x="58091" y="5596"/>
                    </a:cubicBezTo>
                    <a:lnTo>
                      <a:pt x="51328" y="0"/>
                    </a:lnTo>
                    <a:close/>
                    <a:moveTo>
                      <a:pt x="8447" y="58662"/>
                    </a:moveTo>
                    <a:cubicBezTo>
                      <a:pt x="5687" y="60609"/>
                      <a:pt x="2866" y="62422"/>
                      <a:pt x="0" y="64056"/>
                    </a:cubicBezTo>
                    <a:cubicBezTo>
                      <a:pt x="2829" y="62691"/>
                      <a:pt x="5656" y="60853"/>
                      <a:pt x="8447" y="58662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5"/>
              <p:cNvSpPr/>
              <p:nvPr/>
            </p:nvSpPr>
            <p:spPr>
              <a:xfrm>
                <a:off x="-36742" y="2035129"/>
                <a:ext cx="280164" cy="269146"/>
              </a:xfrm>
              <a:custGeom>
                <a:avLst/>
                <a:gdLst/>
                <a:ahLst/>
                <a:cxnLst/>
                <a:rect l="l" t="t" r="r" b="b"/>
                <a:pathLst>
                  <a:path w="8594" h="8256" extrusionOk="0">
                    <a:moveTo>
                      <a:pt x="0" y="0"/>
                    </a:moveTo>
                    <a:lnTo>
                      <a:pt x="0" y="7082"/>
                    </a:lnTo>
                    <a:lnTo>
                      <a:pt x="8594" y="8256"/>
                    </a:lnTo>
                    <a:lnTo>
                      <a:pt x="8594" y="2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7" name="Google Shape;757;p5"/>
          <p:cNvGrpSpPr/>
          <p:nvPr/>
        </p:nvGrpSpPr>
        <p:grpSpPr>
          <a:xfrm>
            <a:off x="-417858" y="-823150"/>
            <a:ext cx="9978772" cy="1382075"/>
            <a:chOff x="193475" y="-693375"/>
            <a:chExt cx="7221575" cy="1382075"/>
          </a:xfrm>
        </p:grpSpPr>
        <p:sp>
          <p:nvSpPr>
            <p:cNvPr id="758" name="Google Shape;758;p5"/>
            <p:cNvSpPr/>
            <p:nvPr/>
          </p:nvSpPr>
          <p:spPr>
            <a:xfrm>
              <a:off x="363575" y="384325"/>
              <a:ext cx="6883875" cy="304375"/>
            </a:xfrm>
            <a:custGeom>
              <a:avLst/>
              <a:gdLst/>
              <a:ahLst/>
              <a:cxnLst/>
              <a:rect l="l" t="t" r="r" b="b"/>
              <a:pathLst>
                <a:path w="275355" h="12175" extrusionOk="0">
                  <a:moveTo>
                    <a:pt x="0" y="0"/>
                  </a:moveTo>
                  <a:lnTo>
                    <a:pt x="0" y="9390"/>
                  </a:lnTo>
                  <a:lnTo>
                    <a:pt x="0" y="10782"/>
                  </a:lnTo>
                  <a:lnTo>
                    <a:pt x="14522" y="10782"/>
                  </a:lnTo>
                  <a:lnTo>
                    <a:pt x="14522" y="9370"/>
                  </a:lnTo>
                  <a:lnTo>
                    <a:pt x="16869" y="9370"/>
                  </a:lnTo>
                  <a:lnTo>
                    <a:pt x="16869" y="12175"/>
                  </a:lnTo>
                  <a:lnTo>
                    <a:pt x="30913" y="12175"/>
                  </a:lnTo>
                  <a:lnTo>
                    <a:pt x="30913" y="9370"/>
                  </a:lnTo>
                  <a:lnTo>
                    <a:pt x="33261" y="9370"/>
                  </a:lnTo>
                  <a:lnTo>
                    <a:pt x="33261" y="10782"/>
                  </a:lnTo>
                  <a:lnTo>
                    <a:pt x="47782" y="10782"/>
                  </a:lnTo>
                  <a:lnTo>
                    <a:pt x="47782" y="9370"/>
                  </a:lnTo>
                  <a:lnTo>
                    <a:pt x="50110" y="9370"/>
                  </a:lnTo>
                  <a:lnTo>
                    <a:pt x="50110" y="12175"/>
                  </a:lnTo>
                  <a:lnTo>
                    <a:pt x="64632" y="12175"/>
                  </a:lnTo>
                  <a:lnTo>
                    <a:pt x="64632" y="9370"/>
                  </a:lnTo>
                  <a:lnTo>
                    <a:pt x="66979" y="9370"/>
                  </a:lnTo>
                  <a:lnTo>
                    <a:pt x="66979" y="10782"/>
                  </a:lnTo>
                  <a:lnTo>
                    <a:pt x="81023" y="10782"/>
                  </a:lnTo>
                  <a:lnTo>
                    <a:pt x="81023" y="9370"/>
                  </a:lnTo>
                  <a:lnTo>
                    <a:pt x="83370" y="9370"/>
                  </a:lnTo>
                  <a:lnTo>
                    <a:pt x="83370" y="12175"/>
                  </a:lnTo>
                  <a:lnTo>
                    <a:pt x="97892" y="12175"/>
                  </a:lnTo>
                  <a:lnTo>
                    <a:pt x="97892" y="9370"/>
                  </a:lnTo>
                  <a:lnTo>
                    <a:pt x="101174" y="9370"/>
                  </a:lnTo>
                  <a:lnTo>
                    <a:pt x="101174" y="10782"/>
                  </a:lnTo>
                  <a:lnTo>
                    <a:pt x="115656" y="10782"/>
                  </a:lnTo>
                  <a:lnTo>
                    <a:pt x="115656" y="9370"/>
                  </a:lnTo>
                  <a:lnTo>
                    <a:pt x="118481" y="9370"/>
                  </a:lnTo>
                  <a:lnTo>
                    <a:pt x="118481" y="12175"/>
                  </a:lnTo>
                  <a:lnTo>
                    <a:pt x="133460" y="12175"/>
                  </a:lnTo>
                  <a:lnTo>
                    <a:pt x="133460" y="9370"/>
                  </a:lnTo>
                  <a:lnTo>
                    <a:pt x="136285" y="9370"/>
                  </a:lnTo>
                  <a:lnTo>
                    <a:pt x="136285" y="10782"/>
                  </a:lnTo>
                  <a:lnTo>
                    <a:pt x="151722" y="10782"/>
                  </a:lnTo>
                  <a:lnTo>
                    <a:pt x="151722" y="9370"/>
                  </a:lnTo>
                  <a:lnTo>
                    <a:pt x="154527" y="9370"/>
                  </a:lnTo>
                  <a:lnTo>
                    <a:pt x="154527" y="12175"/>
                  </a:lnTo>
                  <a:lnTo>
                    <a:pt x="169048" y="12175"/>
                  </a:lnTo>
                  <a:lnTo>
                    <a:pt x="169048" y="9370"/>
                  </a:lnTo>
                  <a:lnTo>
                    <a:pt x="172331" y="9370"/>
                  </a:lnTo>
                  <a:lnTo>
                    <a:pt x="172331" y="10782"/>
                  </a:lnTo>
                  <a:lnTo>
                    <a:pt x="186852" y="10782"/>
                  </a:lnTo>
                  <a:lnTo>
                    <a:pt x="186852" y="9370"/>
                  </a:lnTo>
                  <a:lnTo>
                    <a:pt x="190115" y="9370"/>
                  </a:lnTo>
                  <a:lnTo>
                    <a:pt x="190115" y="12175"/>
                  </a:lnTo>
                  <a:lnTo>
                    <a:pt x="204636" y="12175"/>
                  </a:lnTo>
                  <a:lnTo>
                    <a:pt x="204636" y="9370"/>
                  </a:lnTo>
                  <a:lnTo>
                    <a:pt x="207441" y="9370"/>
                  </a:lnTo>
                  <a:lnTo>
                    <a:pt x="207441" y="12175"/>
                  </a:lnTo>
                  <a:lnTo>
                    <a:pt x="222440" y="12175"/>
                  </a:lnTo>
                  <a:lnTo>
                    <a:pt x="222440" y="9370"/>
                  </a:lnTo>
                  <a:lnTo>
                    <a:pt x="225722" y="9370"/>
                  </a:lnTo>
                  <a:lnTo>
                    <a:pt x="225722" y="10782"/>
                  </a:lnTo>
                  <a:lnTo>
                    <a:pt x="240224" y="10782"/>
                  </a:lnTo>
                  <a:lnTo>
                    <a:pt x="240224" y="9370"/>
                  </a:lnTo>
                  <a:lnTo>
                    <a:pt x="243507" y="9370"/>
                  </a:lnTo>
                  <a:lnTo>
                    <a:pt x="243507" y="12175"/>
                  </a:lnTo>
                  <a:lnTo>
                    <a:pt x="257551" y="12175"/>
                  </a:lnTo>
                  <a:lnTo>
                    <a:pt x="257551" y="9370"/>
                  </a:lnTo>
                  <a:lnTo>
                    <a:pt x="260833" y="9370"/>
                  </a:lnTo>
                  <a:lnTo>
                    <a:pt x="260833" y="10782"/>
                  </a:lnTo>
                  <a:lnTo>
                    <a:pt x="275355" y="10782"/>
                  </a:lnTo>
                  <a:lnTo>
                    <a:pt x="2753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5"/>
            <p:cNvSpPr/>
            <p:nvPr/>
          </p:nvSpPr>
          <p:spPr>
            <a:xfrm>
              <a:off x="363575" y="-634175"/>
              <a:ext cx="6695900" cy="1158775"/>
            </a:xfrm>
            <a:custGeom>
              <a:avLst/>
              <a:gdLst/>
              <a:ahLst/>
              <a:cxnLst/>
              <a:rect l="l" t="t" r="r" b="b"/>
              <a:pathLst>
                <a:path w="267836" h="46351" extrusionOk="0">
                  <a:moveTo>
                    <a:pt x="0" y="0"/>
                  </a:moveTo>
                  <a:lnTo>
                    <a:pt x="0" y="46350"/>
                  </a:lnTo>
                  <a:lnTo>
                    <a:pt x="267835" y="46350"/>
                  </a:lnTo>
                  <a:lnTo>
                    <a:pt x="26783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5"/>
            <p:cNvSpPr/>
            <p:nvPr/>
          </p:nvSpPr>
          <p:spPr>
            <a:xfrm>
              <a:off x="363575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5"/>
            <p:cNvSpPr/>
            <p:nvPr/>
          </p:nvSpPr>
          <p:spPr>
            <a:xfrm>
              <a:off x="4341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5"/>
            <p:cNvSpPr/>
            <p:nvPr/>
          </p:nvSpPr>
          <p:spPr>
            <a:xfrm>
              <a:off x="785300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044" y="49155"/>
                  </a:lnTo>
                  <a:lnTo>
                    <a:pt x="14044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5"/>
            <p:cNvSpPr/>
            <p:nvPr/>
          </p:nvSpPr>
          <p:spPr>
            <a:xfrm>
              <a:off x="867350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480" y="49155"/>
                  </a:lnTo>
                  <a:lnTo>
                    <a:pt x="7480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5"/>
            <p:cNvSpPr/>
            <p:nvPr/>
          </p:nvSpPr>
          <p:spPr>
            <a:xfrm>
              <a:off x="119507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5"/>
            <p:cNvSpPr/>
            <p:nvPr/>
          </p:nvSpPr>
          <p:spPr>
            <a:xfrm>
              <a:off x="1277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7957" y="47782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5"/>
            <p:cNvSpPr/>
            <p:nvPr/>
          </p:nvSpPr>
          <p:spPr>
            <a:xfrm>
              <a:off x="1616300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3" y="49155"/>
                  </a:lnTo>
                  <a:lnTo>
                    <a:pt x="14523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5"/>
            <p:cNvSpPr/>
            <p:nvPr/>
          </p:nvSpPr>
          <p:spPr>
            <a:xfrm>
              <a:off x="1698375" y="-634175"/>
              <a:ext cx="210875" cy="1228900"/>
            </a:xfrm>
            <a:custGeom>
              <a:avLst/>
              <a:gdLst/>
              <a:ahLst/>
              <a:cxnLst/>
              <a:rect l="l" t="t" r="r" b="b"/>
              <a:pathLst>
                <a:path w="843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35" y="49155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5"/>
            <p:cNvSpPr/>
            <p:nvPr/>
          </p:nvSpPr>
          <p:spPr>
            <a:xfrm>
              <a:off x="2038025" y="-634175"/>
              <a:ext cx="351150" cy="1194575"/>
            </a:xfrm>
            <a:custGeom>
              <a:avLst/>
              <a:gdLst/>
              <a:ahLst/>
              <a:cxnLst/>
              <a:rect l="l" t="t" r="r" b="b"/>
              <a:pathLst>
                <a:path w="1404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045" y="47782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5"/>
            <p:cNvSpPr/>
            <p:nvPr/>
          </p:nvSpPr>
          <p:spPr>
            <a:xfrm>
              <a:off x="2108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5"/>
            <p:cNvSpPr/>
            <p:nvPr/>
          </p:nvSpPr>
          <p:spPr>
            <a:xfrm>
              <a:off x="24478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5"/>
            <p:cNvSpPr/>
            <p:nvPr/>
          </p:nvSpPr>
          <p:spPr>
            <a:xfrm>
              <a:off x="25293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5"/>
            <p:cNvSpPr/>
            <p:nvPr/>
          </p:nvSpPr>
          <p:spPr>
            <a:xfrm>
              <a:off x="28929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5"/>
            <p:cNvSpPr/>
            <p:nvPr/>
          </p:nvSpPr>
          <p:spPr>
            <a:xfrm>
              <a:off x="29739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5"/>
            <p:cNvSpPr/>
            <p:nvPr/>
          </p:nvSpPr>
          <p:spPr>
            <a:xfrm>
              <a:off x="3325600" y="-634175"/>
              <a:ext cx="374500" cy="1228900"/>
            </a:xfrm>
            <a:custGeom>
              <a:avLst/>
              <a:gdLst/>
              <a:ahLst/>
              <a:cxnLst/>
              <a:rect l="l" t="t" r="r" b="b"/>
              <a:pathLst>
                <a:path w="1498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79" y="49155"/>
                  </a:lnTo>
                  <a:lnTo>
                    <a:pt x="1497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5"/>
            <p:cNvSpPr/>
            <p:nvPr/>
          </p:nvSpPr>
          <p:spPr>
            <a:xfrm>
              <a:off x="3407650" y="-634175"/>
              <a:ext cx="210375" cy="1228900"/>
            </a:xfrm>
            <a:custGeom>
              <a:avLst/>
              <a:gdLst/>
              <a:ahLst/>
              <a:cxnLst/>
              <a:rect l="l" t="t" r="r" b="b"/>
              <a:pathLst>
                <a:path w="841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15" y="49155"/>
                  </a:lnTo>
                  <a:lnTo>
                    <a:pt x="841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5"/>
            <p:cNvSpPr/>
            <p:nvPr/>
          </p:nvSpPr>
          <p:spPr>
            <a:xfrm>
              <a:off x="3770675" y="-634175"/>
              <a:ext cx="385950" cy="1194575"/>
            </a:xfrm>
            <a:custGeom>
              <a:avLst/>
              <a:gdLst/>
              <a:ahLst/>
              <a:cxnLst/>
              <a:rect l="l" t="t" r="r" b="b"/>
              <a:pathLst>
                <a:path w="1543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5438" y="47782"/>
                  </a:lnTo>
                  <a:lnTo>
                    <a:pt x="15438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5"/>
            <p:cNvSpPr/>
            <p:nvPr/>
          </p:nvSpPr>
          <p:spPr>
            <a:xfrm>
              <a:off x="38641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5"/>
            <p:cNvSpPr/>
            <p:nvPr/>
          </p:nvSpPr>
          <p:spPr>
            <a:xfrm>
              <a:off x="42267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5"/>
            <p:cNvSpPr/>
            <p:nvPr/>
          </p:nvSpPr>
          <p:spPr>
            <a:xfrm>
              <a:off x="4308775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481" y="49155"/>
                  </a:lnTo>
                  <a:lnTo>
                    <a:pt x="748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5"/>
            <p:cNvSpPr/>
            <p:nvPr/>
          </p:nvSpPr>
          <p:spPr>
            <a:xfrm>
              <a:off x="46718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5"/>
            <p:cNvSpPr/>
            <p:nvPr/>
          </p:nvSpPr>
          <p:spPr>
            <a:xfrm>
              <a:off x="47419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5"/>
            <p:cNvSpPr/>
            <p:nvPr/>
          </p:nvSpPr>
          <p:spPr>
            <a:xfrm>
              <a:off x="51164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5"/>
            <p:cNvSpPr/>
            <p:nvPr/>
          </p:nvSpPr>
          <p:spPr>
            <a:xfrm>
              <a:off x="51984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5"/>
            <p:cNvSpPr/>
            <p:nvPr/>
          </p:nvSpPr>
          <p:spPr>
            <a:xfrm>
              <a:off x="5549600" y="-634175"/>
              <a:ext cx="375000" cy="1228900"/>
            </a:xfrm>
            <a:custGeom>
              <a:avLst/>
              <a:gdLst/>
              <a:ahLst/>
              <a:cxnLst/>
              <a:rect l="l" t="t" r="r" b="b"/>
              <a:pathLst>
                <a:path w="1500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99" y="49155"/>
                  </a:lnTo>
                  <a:lnTo>
                    <a:pt x="1499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5"/>
            <p:cNvSpPr/>
            <p:nvPr/>
          </p:nvSpPr>
          <p:spPr>
            <a:xfrm>
              <a:off x="5631650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957" y="49155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5"/>
            <p:cNvSpPr/>
            <p:nvPr/>
          </p:nvSpPr>
          <p:spPr>
            <a:xfrm>
              <a:off x="60066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5"/>
            <p:cNvSpPr/>
            <p:nvPr/>
          </p:nvSpPr>
          <p:spPr>
            <a:xfrm>
              <a:off x="60767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5"/>
            <p:cNvSpPr/>
            <p:nvPr/>
          </p:nvSpPr>
          <p:spPr>
            <a:xfrm>
              <a:off x="6451225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045" y="49155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5"/>
            <p:cNvSpPr/>
            <p:nvPr/>
          </p:nvSpPr>
          <p:spPr>
            <a:xfrm>
              <a:off x="6532775" y="-634175"/>
              <a:ext cx="187525" cy="1228900"/>
            </a:xfrm>
            <a:custGeom>
              <a:avLst/>
              <a:gdLst/>
              <a:ahLst/>
              <a:cxnLst/>
              <a:rect l="l" t="t" r="r" b="b"/>
              <a:pathLst>
                <a:path w="750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501" y="49155"/>
                  </a:lnTo>
                  <a:lnTo>
                    <a:pt x="750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5"/>
            <p:cNvSpPr/>
            <p:nvPr/>
          </p:nvSpPr>
          <p:spPr>
            <a:xfrm>
              <a:off x="6884400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5"/>
            <p:cNvSpPr/>
            <p:nvPr/>
          </p:nvSpPr>
          <p:spPr>
            <a:xfrm>
              <a:off x="69783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5"/>
            <p:cNvSpPr/>
            <p:nvPr/>
          </p:nvSpPr>
          <p:spPr>
            <a:xfrm>
              <a:off x="211400" y="-634175"/>
              <a:ext cx="7094250" cy="25"/>
            </a:xfrm>
            <a:custGeom>
              <a:avLst/>
              <a:gdLst/>
              <a:ahLst/>
              <a:cxnLst/>
              <a:rect l="l" t="t" r="r" b="b"/>
              <a:pathLst>
                <a:path w="283770" h="1" fill="none" extrusionOk="0">
                  <a:moveTo>
                    <a:pt x="0" y="0"/>
                  </a:moveTo>
                  <a:lnTo>
                    <a:pt x="283769" y="0"/>
                  </a:lnTo>
                </a:path>
              </a:pathLst>
            </a:custGeom>
            <a:noFill/>
            <a:ln w="46750" cap="flat" cmpd="sng">
              <a:solidFill>
                <a:srgbClr val="FFB726"/>
              </a:solidFill>
              <a:prstDash val="solid"/>
              <a:miter lim="198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5"/>
            <p:cNvSpPr/>
            <p:nvPr/>
          </p:nvSpPr>
          <p:spPr>
            <a:xfrm>
              <a:off x="7287225" y="-693375"/>
              <a:ext cx="127825" cy="128350"/>
            </a:xfrm>
            <a:custGeom>
              <a:avLst/>
              <a:gdLst/>
              <a:ahLst/>
              <a:cxnLst/>
              <a:rect l="l" t="t" r="r" b="b"/>
              <a:pathLst>
                <a:path w="5113" h="5134" extrusionOk="0">
                  <a:moveTo>
                    <a:pt x="2566" y="1"/>
                  </a:moveTo>
                  <a:cubicBezTo>
                    <a:pt x="1134" y="1"/>
                    <a:pt x="0" y="1155"/>
                    <a:pt x="0" y="2567"/>
                  </a:cubicBezTo>
                  <a:cubicBezTo>
                    <a:pt x="0" y="3979"/>
                    <a:pt x="1134" y="5133"/>
                    <a:pt x="2566" y="5133"/>
                  </a:cubicBezTo>
                  <a:cubicBezTo>
                    <a:pt x="3979" y="5133"/>
                    <a:pt x="5113" y="3979"/>
                    <a:pt x="5113" y="2567"/>
                  </a:cubicBezTo>
                  <a:cubicBezTo>
                    <a:pt x="5113" y="1155"/>
                    <a:pt x="3979" y="1"/>
                    <a:pt x="2566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5"/>
            <p:cNvSpPr/>
            <p:nvPr/>
          </p:nvSpPr>
          <p:spPr>
            <a:xfrm>
              <a:off x="193475" y="-693375"/>
              <a:ext cx="128350" cy="128350"/>
            </a:xfrm>
            <a:custGeom>
              <a:avLst/>
              <a:gdLst/>
              <a:ahLst/>
              <a:cxnLst/>
              <a:rect l="l" t="t" r="r" b="b"/>
              <a:pathLst>
                <a:path w="5134" h="5134" extrusionOk="0">
                  <a:moveTo>
                    <a:pt x="2567" y="1"/>
                  </a:moveTo>
                  <a:cubicBezTo>
                    <a:pt x="1155" y="1"/>
                    <a:pt x="1" y="1155"/>
                    <a:pt x="1" y="2567"/>
                  </a:cubicBezTo>
                  <a:cubicBezTo>
                    <a:pt x="1" y="3979"/>
                    <a:pt x="1155" y="5133"/>
                    <a:pt x="2567" y="5133"/>
                  </a:cubicBezTo>
                  <a:cubicBezTo>
                    <a:pt x="3979" y="5133"/>
                    <a:pt x="5133" y="3979"/>
                    <a:pt x="5133" y="2567"/>
                  </a:cubicBezTo>
                  <a:cubicBezTo>
                    <a:pt x="5133" y="1155"/>
                    <a:pt x="3979" y="1"/>
                    <a:pt x="2567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795;p5"/>
          <p:cNvGrpSpPr/>
          <p:nvPr/>
        </p:nvGrpSpPr>
        <p:grpSpPr>
          <a:xfrm>
            <a:off x="-20" y="4613271"/>
            <a:ext cx="9143683" cy="1629094"/>
            <a:chOff x="429225" y="4417075"/>
            <a:chExt cx="6749600" cy="1202550"/>
          </a:xfrm>
        </p:grpSpPr>
        <p:sp>
          <p:nvSpPr>
            <p:cNvPr id="796" name="Google Shape;796;p5"/>
            <p:cNvSpPr/>
            <p:nvPr/>
          </p:nvSpPr>
          <p:spPr>
            <a:xfrm>
              <a:off x="1901275" y="5022325"/>
              <a:ext cx="3806000" cy="502300"/>
            </a:xfrm>
            <a:custGeom>
              <a:avLst/>
              <a:gdLst/>
              <a:ahLst/>
              <a:cxnLst/>
              <a:rect l="l" t="t" r="r" b="b"/>
              <a:pathLst>
                <a:path w="152240" h="20092" extrusionOk="0">
                  <a:moveTo>
                    <a:pt x="0" y="0"/>
                  </a:moveTo>
                  <a:lnTo>
                    <a:pt x="0" y="20092"/>
                  </a:lnTo>
                  <a:lnTo>
                    <a:pt x="152239" y="20092"/>
                  </a:lnTo>
                  <a:lnTo>
                    <a:pt x="152239" y="0"/>
                  </a:lnTo>
                  <a:close/>
                </a:path>
              </a:pathLst>
            </a:custGeom>
            <a:solidFill>
              <a:srgbClr val="C3C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5"/>
            <p:cNvSpPr/>
            <p:nvPr/>
          </p:nvSpPr>
          <p:spPr>
            <a:xfrm>
              <a:off x="429225" y="4417075"/>
              <a:ext cx="650000" cy="553050"/>
            </a:xfrm>
            <a:custGeom>
              <a:avLst/>
              <a:gdLst/>
              <a:ahLst/>
              <a:cxnLst/>
              <a:rect l="l" t="t" r="r" b="b"/>
              <a:pathLst>
                <a:path w="26000" h="22122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5"/>
            <p:cNvSpPr/>
            <p:nvPr/>
          </p:nvSpPr>
          <p:spPr>
            <a:xfrm>
              <a:off x="4297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2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5"/>
            <p:cNvSpPr/>
            <p:nvPr/>
          </p:nvSpPr>
          <p:spPr>
            <a:xfrm>
              <a:off x="9449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5"/>
            <p:cNvSpPr/>
            <p:nvPr/>
          </p:nvSpPr>
          <p:spPr>
            <a:xfrm>
              <a:off x="4297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3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5"/>
            <p:cNvSpPr/>
            <p:nvPr/>
          </p:nvSpPr>
          <p:spPr>
            <a:xfrm>
              <a:off x="4302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9" y="20828"/>
                  </a:lnTo>
                  <a:lnTo>
                    <a:pt x="24489" y="6088"/>
                  </a:lnTo>
                  <a:cubicBezTo>
                    <a:pt x="2446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5"/>
            <p:cNvSpPr/>
            <p:nvPr/>
          </p:nvSpPr>
          <p:spPr>
            <a:xfrm>
              <a:off x="1191600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5"/>
            <p:cNvSpPr/>
            <p:nvPr/>
          </p:nvSpPr>
          <p:spPr>
            <a:xfrm>
              <a:off x="11926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5"/>
            <p:cNvSpPr/>
            <p:nvPr/>
          </p:nvSpPr>
          <p:spPr>
            <a:xfrm>
              <a:off x="17078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5"/>
            <p:cNvSpPr/>
            <p:nvPr/>
          </p:nvSpPr>
          <p:spPr>
            <a:xfrm>
              <a:off x="1192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09" y="0"/>
                  </a:moveTo>
                  <a:cubicBezTo>
                    <a:pt x="75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5" y="4158"/>
                  </a:cubicBezTo>
                  <a:cubicBezTo>
                    <a:pt x="7221" y="3263"/>
                    <a:pt x="4476" y="1850"/>
                    <a:pt x="200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5"/>
            <p:cNvSpPr/>
            <p:nvPr/>
          </p:nvSpPr>
          <p:spPr>
            <a:xfrm>
              <a:off x="11926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08" y="160"/>
                  </a:cubicBezTo>
                  <a:lnTo>
                    <a:pt x="1824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88" y="2726"/>
                    <a:pt x="2174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5"/>
            <p:cNvSpPr/>
            <p:nvPr/>
          </p:nvSpPr>
          <p:spPr>
            <a:xfrm>
              <a:off x="1954475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1" y="22121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5"/>
            <p:cNvSpPr/>
            <p:nvPr/>
          </p:nvSpPr>
          <p:spPr>
            <a:xfrm>
              <a:off x="195447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5"/>
            <p:cNvSpPr/>
            <p:nvPr/>
          </p:nvSpPr>
          <p:spPr>
            <a:xfrm>
              <a:off x="24702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5"/>
            <p:cNvSpPr/>
            <p:nvPr/>
          </p:nvSpPr>
          <p:spPr>
            <a:xfrm>
              <a:off x="195447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5"/>
            <p:cNvSpPr/>
            <p:nvPr/>
          </p:nvSpPr>
          <p:spPr>
            <a:xfrm>
              <a:off x="19544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5"/>
            <p:cNvSpPr/>
            <p:nvPr/>
          </p:nvSpPr>
          <p:spPr>
            <a:xfrm>
              <a:off x="271687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5"/>
            <p:cNvSpPr/>
            <p:nvPr/>
          </p:nvSpPr>
          <p:spPr>
            <a:xfrm>
              <a:off x="27168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5"/>
            <p:cNvSpPr/>
            <p:nvPr/>
          </p:nvSpPr>
          <p:spPr>
            <a:xfrm>
              <a:off x="32326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5"/>
            <p:cNvSpPr/>
            <p:nvPr/>
          </p:nvSpPr>
          <p:spPr>
            <a:xfrm>
              <a:off x="271687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6" y="4158"/>
                  </a:cubicBezTo>
                  <a:cubicBezTo>
                    <a:pt x="7221" y="3263"/>
                    <a:pt x="4476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5"/>
            <p:cNvSpPr/>
            <p:nvPr/>
          </p:nvSpPr>
          <p:spPr>
            <a:xfrm>
              <a:off x="271737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68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5"/>
            <p:cNvSpPr/>
            <p:nvPr/>
          </p:nvSpPr>
          <p:spPr>
            <a:xfrm>
              <a:off x="347975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5"/>
            <p:cNvSpPr/>
            <p:nvPr/>
          </p:nvSpPr>
          <p:spPr>
            <a:xfrm>
              <a:off x="3479250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80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5"/>
            <p:cNvSpPr/>
            <p:nvPr/>
          </p:nvSpPr>
          <p:spPr>
            <a:xfrm>
              <a:off x="399497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5"/>
            <p:cNvSpPr/>
            <p:nvPr/>
          </p:nvSpPr>
          <p:spPr>
            <a:xfrm>
              <a:off x="3479250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3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86" y="4158"/>
                  </a:cubicBezTo>
                  <a:cubicBezTo>
                    <a:pt x="7242" y="3263"/>
                    <a:pt x="4477" y="1850"/>
                    <a:pt x="203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5"/>
            <p:cNvSpPr/>
            <p:nvPr/>
          </p:nvSpPr>
          <p:spPr>
            <a:xfrm>
              <a:off x="34792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5"/>
            <p:cNvSpPr/>
            <p:nvPr/>
          </p:nvSpPr>
          <p:spPr>
            <a:xfrm>
              <a:off x="652880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5"/>
            <p:cNvSpPr/>
            <p:nvPr/>
          </p:nvSpPr>
          <p:spPr>
            <a:xfrm>
              <a:off x="65661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5"/>
            <p:cNvSpPr/>
            <p:nvPr/>
          </p:nvSpPr>
          <p:spPr>
            <a:xfrm>
              <a:off x="65288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5"/>
            <p:cNvSpPr/>
            <p:nvPr/>
          </p:nvSpPr>
          <p:spPr>
            <a:xfrm>
              <a:off x="6566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6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33" y="1134"/>
                    <a:pt x="22479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5"/>
            <p:cNvSpPr/>
            <p:nvPr/>
          </p:nvSpPr>
          <p:spPr>
            <a:xfrm>
              <a:off x="6566600" y="4449400"/>
              <a:ext cx="611725" cy="520725"/>
            </a:xfrm>
            <a:custGeom>
              <a:avLst/>
              <a:gdLst/>
              <a:ahLst/>
              <a:cxnLst/>
              <a:rect l="l" t="t" r="r" b="b"/>
              <a:pathLst>
                <a:path w="2446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00" y="20828"/>
                  </a:lnTo>
                  <a:lnTo>
                    <a:pt x="200" y="6207"/>
                  </a:lnTo>
                  <a:cubicBezTo>
                    <a:pt x="200" y="2885"/>
                    <a:pt x="2885" y="160"/>
                    <a:pt x="6207" y="160"/>
                  </a:cubicBezTo>
                  <a:lnTo>
                    <a:pt x="18461" y="160"/>
                  </a:lnTo>
                  <a:cubicBezTo>
                    <a:pt x="21763" y="160"/>
                    <a:pt x="24469" y="2885"/>
                    <a:pt x="24469" y="6207"/>
                  </a:cubicBezTo>
                  <a:lnTo>
                    <a:pt x="24469" y="6088"/>
                  </a:lnTo>
                  <a:cubicBezTo>
                    <a:pt x="24469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5"/>
            <p:cNvSpPr/>
            <p:nvPr/>
          </p:nvSpPr>
          <p:spPr>
            <a:xfrm>
              <a:off x="5766425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5"/>
            <p:cNvSpPr/>
            <p:nvPr/>
          </p:nvSpPr>
          <p:spPr>
            <a:xfrm>
              <a:off x="580322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8"/>
                  </a:lnTo>
                  <a:cubicBezTo>
                    <a:pt x="2452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5"/>
            <p:cNvSpPr/>
            <p:nvPr/>
          </p:nvSpPr>
          <p:spPr>
            <a:xfrm>
              <a:off x="57664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5"/>
            <p:cNvSpPr/>
            <p:nvPr/>
          </p:nvSpPr>
          <p:spPr>
            <a:xfrm>
              <a:off x="580372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2479" y="0"/>
                  </a:moveTo>
                  <a:cubicBezTo>
                    <a:pt x="2003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508" y="19276"/>
                  </a:lnTo>
                  <a:lnTo>
                    <a:pt x="24508" y="4536"/>
                  </a:lnTo>
                  <a:cubicBezTo>
                    <a:pt x="2450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5"/>
            <p:cNvSpPr/>
            <p:nvPr/>
          </p:nvSpPr>
          <p:spPr>
            <a:xfrm>
              <a:off x="58037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45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508" y="2885"/>
                    <a:pt x="24508" y="6207"/>
                  </a:cubicBezTo>
                  <a:lnTo>
                    <a:pt x="24508" y="6088"/>
                  </a:lnTo>
                  <a:cubicBezTo>
                    <a:pt x="24508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5"/>
            <p:cNvSpPr/>
            <p:nvPr/>
          </p:nvSpPr>
          <p:spPr>
            <a:xfrm>
              <a:off x="500402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5"/>
            <p:cNvSpPr/>
            <p:nvPr/>
          </p:nvSpPr>
          <p:spPr>
            <a:xfrm>
              <a:off x="50413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5"/>
            <p:cNvSpPr/>
            <p:nvPr/>
          </p:nvSpPr>
          <p:spPr>
            <a:xfrm>
              <a:off x="50040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5"/>
            <p:cNvSpPr/>
            <p:nvPr/>
          </p:nvSpPr>
          <p:spPr>
            <a:xfrm>
              <a:off x="504182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4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5"/>
            <p:cNvSpPr/>
            <p:nvPr/>
          </p:nvSpPr>
          <p:spPr>
            <a:xfrm>
              <a:off x="504132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8" y="1"/>
                  </a:moveTo>
                  <a:cubicBezTo>
                    <a:pt x="2726" y="1"/>
                    <a:pt x="21" y="2726"/>
                    <a:pt x="1" y="6088"/>
                  </a:cubicBezTo>
                  <a:lnTo>
                    <a:pt x="1" y="20828"/>
                  </a:lnTo>
                  <a:lnTo>
                    <a:pt x="220" y="20828"/>
                  </a:lnTo>
                  <a:lnTo>
                    <a:pt x="220" y="6207"/>
                  </a:lnTo>
                  <a:cubicBezTo>
                    <a:pt x="220" y="2885"/>
                    <a:pt x="2905" y="160"/>
                    <a:pt x="6227" y="160"/>
                  </a:cubicBezTo>
                  <a:lnTo>
                    <a:pt x="18461" y="160"/>
                  </a:lnTo>
                  <a:cubicBezTo>
                    <a:pt x="21783" y="160"/>
                    <a:pt x="24489" y="2885"/>
                    <a:pt x="24489" y="6207"/>
                  </a:cubicBezTo>
                  <a:lnTo>
                    <a:pt x="24489" y="6088"/>
                  </a:lnTo>
                  <a:cubicBezTo>
                    <a:pt x="2448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5"/>
            <p:cNvSpPr/>
            <p:nvPr/>
          </p:nvSpPr>
          <p:spPr>
            <a:xfrm>
              <a:off x="4241650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5"/>
            <p:cNvSpPr/>
            <p:nvPr/>
          </p:nvSpPr>
          <p:spPr>
            <a:xfrm>
              <a:off x="42784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5"/>
            <p:cNvSpPr/>
            <p:nvPr/>
          </p:nvSpPr>
          <p:spPr>
            <a:xfrm>
              <a:off x="424165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"/>
            <p:cNvSpPr/>
            <p:nvPr/>
          </p:nvSpPr>
          <p:spPr>
            <a:xfrm>
              <a:off x="427895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4536"/>
                  </a:lnTo>
                  <a:cubicBezTo>
                    <a:pt x="2448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"/>
            <p:cNvSpPr/>
            <p:nvPr/>
          </p:nvSpPr>
          <p:spPr>
            <a:xfrm>
              <a:off x="427895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7" y="1"/>
                  </a:moveTo>
                  <a:cubicBezTo>
                    <a:pt x="274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488" y="2885"/>
                    <a:pt x="24488" y="6207"/>
                  </a:cubicBezTo>
                  <a:lnTo>
                    <a:pt x="24488" y="6088"/>
                  </a:lnTo>
                  <a:cubicBezTo>
                    <a:pt x="2448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"/>
            <p:cNvSpPr/>
            <p:nvPr/>
          </p:nvSpPr>
          <p:spPr>
            <a:xfrm>
              <a:off x="810650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"/>
            <p:cNvSpPr/>
            <p:nvPr/>
          </p:nvSpPr>
          <p:spPr>
            <a:xfrm>
              <a:off x="81065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08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"/>
            <p:cNvSpPr/>
            <p:nvPr/>
          </p:nvSpPr>
          <p:spPr>
            <a:xfrm>
              <a:off x="1326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73" y="1017"/>
                    <a:pt x="4886" y="1406"/>
                    <a:pt x="4527" y="1406"/>
                  </a:cubicBezTo>
                  <a:cubicBezTo>
                    <a:pt x="4358" y="1406"/>
                    <a:pt x="4152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5"/>
            <p:cNvSpPr/>
            <p:nvPr/>
          </p:nvSpPr>
          <p:spPr>
            <a:xfrm>
              <a:off x="8106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1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53" y="5709"/>
                    <a:pt x="14880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5"/>
            <p:cNvSpPr/>
            <p:nvPr/>
          </p:nvSpPr>
          <p:spPr>
            <a:xfrm>
              <a:off x="811150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6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469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"/>
            <p:cNvSpPr/>
            <p:nvPr/>
          </p:nvSpPr>
          <p:spPr>
            <a:xfrm>
              <a:off x="1573050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5"/>
            <p:cNvSpPr/>
            <p:nvPr/>
          </p:nvSpPr>
          <p:spPr>
            <a:xfrm>
              <a:off x="157355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"/>
            <p:cNvSpPr/>
            <p:nvPr/>
          </p:nvSpPr>
          <p:spPr>
            <a:xfrm>
              <a:off x="20887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87" y="1017"/>
                    <a:pt x="4904" y="1406"/>
                    <a:pt x="4540" y="1406"/>
                  </a:cubicBezTo>
                  <a:cubicBezTo>
                    <a:pt x="4369" y="1406"/>
                    <a:pt x="4159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"/>
            <p:cNvSpPr/>
            <p:nvPr/>
          </p:nvSpPr>
          <p:spPr>
            <a:xfrm>
              <a:off x="1573550" y="46935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2" y="5690"/>
                    <a:pt x="14860" y="5571"/>
                    <a:pt x="10165" y="4159"/>
                  </a:cubicBezTo>
                  <a:cubicBezTo>
                    <a:pt x="7241" y="326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5"/>
            <p:cNvSpPr/>
            <p:nvPr/>
          </p:nvSpPr>
          <p:spPr>
            <a:xfrm>
              <a:off x="1573550" y="4654800"/>
              <a:ext cx="612200" cy="521200"/>
            </a:xfrm>
            <a:custGeom>
              <a:avLst/>
              <a:gdLst/>
              <a:ahLst/>
              <a:cxnLst/>
              <a:rect l="l" t="t" r="r" b="b"/>
              <a:pathLst>
                <a:path w="24488" h="20848" extrusionOk="0">
                  <a:moveTo>
                    <a:pt x="6067" y="0"/>
                  </a:moveTo>
                  <a:cubicBezTo>
                    <a:pt x="2706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06" y="179"/>
                    <a:pt x="600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5"/>
            <p:cNvSpPr/>
            <p:nvPr/>
          </p:nvSpPr>
          <p:spPr>
            <a:xfrm>
              <a:off x="2335925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"/>
            <p:cNvSpPr/>
            <p:nvPr/>
          </p:nvSpPr>
          <p:spPr>
            <a:xfrm>
              <a:off x="233592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"/>
            <p:cNvSpPr/>
            <p:nvPr/>
          </p:nvSpPr>
          <p:spPr>
            <a:xfrm>
              <a:off x="28516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87" y="1017"/>
                    <a:pt x="4904" y="1406"/>
                    <a:pt x="4539" y="1406"/>
                  </a:cubicBezTo>
                  <a:cubicBezTo>
                    <a:pt x="4369" y="1406"/>
                    <a:pt x="4159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5"/>
            <p:cNvSpPr/>
            <p:nvPr/>
          </p:nvSpPr>
          <p:spPr>
            <a:xfrm>
              <a:off x="233592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17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3" y="5690"/>
                    <a:pt x="14860" y="5571"/>
                    <a:pt x="10166" y="4159"/>
                  </a:cubicBezTo>
                  <a:cubicBezTo>
                    <a:pt x="7222" y="326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5"/>
            <p:cNvSpPr/>
            <p:nvPr/>
          </p:nvSpPr>
          <p:spPr>
            <a:xfrm>
              <a:off x="2335925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68" y="0"/>
                  </a:moveTo>
                  <a:cubicBezTo>
                    <a:pt x="270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5"/>
            <p:cNvSpPr/>
            <p:nvPr/>
          </p:nvSpPr>
          <p:spPr>
            <a:xfrm>
              <a:off x="3097825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5"/>
            <p:cNvSpPr/>
            <p:nvPr/>
          </p:nvSpPr>
          <p:spPr>
            <a:xfrm>
              <a:off x="309782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5"/>
            <p:cNvSpPr/>
            <p:nvPr/>
          </p:nvSpPr>
          <p:spPr>
            <a:xfrm>
              <a:off x="361402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74" y="1017"/>
                    <a:pt x="4886" y="1406"/>
                    <a:pt x="4527" y="1406"/>
                  </a:cubicBezTo>
                  <a:cubicBezTo>
                    <a:pt x="4359" y="1406"/>
                    <a:pt x="4153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5"/>
            <p:cNvSpPr/>
            <p:nvPr/>
          </p:nvSpPr>
          <p:spPr>
            <a:xfrm>
              <a:off x="3098325" y="46935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60"/>
                  </a:lnTo>
                  <a:cubicBezTo>
                    <a:pt x="20052" y="5690"/>
                    <a:pt x="14880" y="5571"/>
                    <a:pt x="10185" y="4159"/>
                  </a:cubicBezTo>
                  <a:cubicBezTo>
                    <a:pt x="7241" y="3263"/>
                    <a:pt x="4476" y="183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5"/>
            <p:cNvSpPr/>
            <p:nvPr/>
          </p:nvSpPr>
          <p:spPr>
            <a:xfrm>
              <a:off x="309832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06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25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50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"/>
            <p:cNvSpPr/>
            <p:nvPr/>
          </p:nvSpPr>
          <p:spPr>
            <a:xfrm>
              <a:off x="6147875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5"/>
            <p:cNvSpPr/>
            <p:nvPr/>
          </p:nvSpPr>
          <p:spPr>
            <a:xfrm>
              <a:off x="618417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10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5"/>
            <p:cNvSpPr/>
            <p:nvPr/>
          </p:nvSpPr>
          <p:spPr>
            <a:xfrm>
              <a:off x="6147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3" y="1320"/>
                    <a:pt x="1002" y="1406"/>
                    <a:pt x="832" y="1406"/>
                  </a:cubicBezTo>
                  <a:cubicBezTo>
                    <a:pt x="468" y="1406"/>
                    <a:pt x="285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5"/>
            <p:cNvSpPr/>
            <p:nvPr/>
          </p:nvSpPr>
          <p:spPr>
            <a:xfrm>
              <a:off x="61851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80" y="0"/>
                  </a:moveTo>
                  <a:cubicBezTo>
                    <a:pt x="20013" y="1850"/>
                    <a:pt x="17248" y="3263"/>
                    <a:pt x="14324" y="4158"/>
                  </a:cubicBezTo>
                  <a:cubicBezTo>
                    <a:pt x="9609" y="5570"/>
                    <a:pt x="443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5"/>
            <p:cNvSpPr/>
            <p:nvPr/>
          </p:nvSpPr>
          <p:spPr>
            <a:xfrm>
              <a:off x="618467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2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802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5"/>
            <p:cNvSpPr/>
            <p:nvPr/>
          </p:nvSpPr>
          <p:spPr>
            <a:xfrm>
              <a:off x="5385475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5"/>
            <p:cNvSpPr/>
            <p:nvPr/>
          </p:nvSpPr>
          <p:spPr>
            <a:xfrm>
              <a:off x="542227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5"/>
            <p:cNvSpPr/>
            <p:nvPr/>
          </p:nvSpPr>
          <p:spPr>
            <a:xfrm>
              <a:off x="53854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2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5"/>
            <p:cNvSpPr/>
            <p:nvPr/>
          </p:nvSpPr>
          <p:spPr>
            <a:xfrm>
              <a:off x="54227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67" y="3263"/>
                    <a:pt x="14323" y="4159"/>
                  </a:cubicBezTo>
                  <a:cubicBezTo>
                    <a:pt x="9629" y="5571"/>
                    <a:pt x="4456" y="5690"/>
                    <a:pt x="0" y="7660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5"/>
            <p:cNvSpPr/>
            <p:nvPr/>
          </p:nvSpPr>
          <p:spPr>
            <a:xfrm>
              <a:off x="5422775" y="4654800"/>
              <a:ext cx="611725" cy="521200"/>
            </a:xfrm>
            <a:custGeom>
              <a:avLst/>
              <a:gdLst/>
              <a:ahLst/>
              <a:cxnLst/>
              <a:rect l="l" t="t" r="r" b="b"/>
              <a:pathLst>
                <a:path w="24469" h="20848" extrusionOk="0">
                  <a:moveTo>
                    <a:pt x="6068" y="0"/>
                  </a:moveTo>
                  <a:cubicBezTo>
                    <a:pt x="2706" y="0"/>
                    <a:pt x="0" y="2726"/>
                    <a:pt x="0" y="6107"/>
                  </a:cubicBezTo>
                  <a:lnTo>
                    <a:pt x="0" y="20848"/>
                  </a:lnTo>
                  <a:lnTo>
                    <a:pt x="199" y="20848"/>
                  </a:lnTo>
                  <a:lnTo>
                    <a:pt x="199" y="6227"/>
                  </a:lnTo>
                  <a:cubicBezTo>
                    <a:pt x="199" y="2885"/>
                    <a:pt x="2885" y="179"/>
                    <a:pt x="6207" y="179"/>
                  </a:cubicBezTo>
                  <a:lnTo>
                    <a:pt x="18441" y="179"/>
                  </a:lnTo>
                  <a:cubicBezTo>
                    <a:pt x="21763" y="179"/>
                    <a:pt x="24468" y="2885"/>
                    <a:pt x="24468" y="6227"/>
                  </a:cubicBezTo>
                  <a:lnTo>
                    <a:pt x="24468" y="6107"/>
                  </a:lnTo>
                  <a:cubicBezTo>
                    <a:pt x="24468" y="274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5"/>
            <p:cNvSpPr/>
            <p:nvPr/>
          </p:nvSpPr>
          <p:spPr>
            <a:xfrm>
              <a:off x="4622600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5"/>
            <p:cNvSpPr/>
            <p:nvPr/>
          </p:nvSpPr>
          <p:spPr>
            <a:xfrm>
              <a:off x="465990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5"/>
            <p:cNvSpPr/>
            <p:nvPr/>
          </p:nvSpPr>
          <p:spPr>
            <a:xfrm>
              <a:off x="46226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9" y="1320"/>
                    <a:pt x="1013" y="1406"/>
                    <a:pt x="845" y="1406"/>
                  </a:cubicBezTo>
                  <a:cubicBezTo>
                    <a:pt x="486" y="1406"/>
                    <a:pt x="298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5"/>
            <p:cNvSpPr/>
            <p:nvPr/>
          </p:nvSpPr>
          <p:spPr>
            <a:xfrm>
              <a:off x="46608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31"/>
                    <a:pt x="17248" y="3263"/>
                    <a:pt x="14324" y="4159"/>
                  </a:cubicBezTo>
                  <a:cubicBezTo>
                    <a:pt x="9609" y="5571"/>
                    <a:pt x="4437" y="5690"/>
                    <a:pt x="1" y="7660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17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5"/>
            <p:cNvSpPr/>
            <p:nvPr/>
          </p:nvSpPr>
          <p:spPr>
            <a:xfrm>
              <a:off x="4659900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4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783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5"/>
            <p:cNvSpPr/>
            <p:nvPr/>
          </p:nvSpPr>
          <p:spPr>
            <a:xfrm>
              <a:off x="3860700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5"/>
            <p:cNvSpPr/>
            <p:nvPr/>
          </p:nvSpPr>
          <p:spPr>
            <a:xfrm>
              <a:off x="389700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10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5"/>
            <p:cNvSpPr/>
            <p:nvPr/>
          </p:nvSpPr>
          <p:spPr>
            <a:xfrm>
              <a:off x="38607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3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5"/>
            <p:cNvSpPr/>
            <p:nvPr/>
          </p:nvSpPr>
          <p:spPr>
            <a:xfrm>
              <a:off x="3898000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47" y="3263"/>
                    <a:pt x="14323" y="4159"/>
                  </a:cubicBezTo>
                  <a:cubicBezTo>
                    <a:pt x="9629" y="5571"/>
                    <a:pt x="4456" y="5690"/>
                    <a:pt x="1" y="7660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5"/>
            <p:cNvSpPr/>
            <p:nvPr/>
          </p:nvSpPr>
          <p:spPr>
            <a:xfrm>
              <a:off x="3898000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88" y="0"/>
                  </a:moveTo>
                  <a:cubicBezTo>
                    <a:pt x="2726" y="0"/>
                    <a:pt x="1" y="2726"/>
                    <a:pt x="1" y="6107"/>
                  </a:cubicBezTo>
                  <a:lnTo>
                    <a:pt x="1" y="20848"/>
                  </a:lnTo>
                  <a:lnTo>
                    <a:pt x="219" y="20848"/>
                  </a:lnTo>
                  <a:lnTo>
                    <a:pt x="219" y="6227"/>
                  </a:lnTo>
                  <a:cubicBezTo>
                    <a:pt x="219" y="2885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5"/>
                    <a:pt x="24488" y="6227"/>
                  </a:cubicBezTo>
                  <a:lnTo>
                    <a:pt x="24488" y="6107"/>
                  </a:lnTo>
                  <a:cubicBezTo>
                    <a:pt x="2448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5"/>
            <p:cNvSpPr/>
            <p:nvPr/>
          </p:nvSpPr>
          <p:spPr>
            <a:xfrm>
              <a:off x="429225" y="4827850"/>
              <a:ext cx="650000" cy="758450"/>
            </a:xfrm>
            <a:custGeom>
              <a:avLst/>
              <a:gdLst/>
              <a:ahLst/>
              <a:cxnLst/>
              <a:rect l="l" t="t" r="r" b="b"/>
              <a:pathLst>
                <a:path w="26000" h="30338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5"/>
            <p:cNvSpPr/>
            <p:nvPr/>
          </p:nvSpPr>
          <p:spPr>
            <a:xfrm>
              <a:off x="4297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2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5"/>
            <p:cNvSpPr/>
            <p:nvPr/>
          </p:nvSpPr>
          <p:spPr>
            <a:xfrm>
              <a:off x="9449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5"/>
            <p:cNvSpPr/>
            <p:nvPr/>
          </p:nvSpPr>
          <p:spPr>
            <a:xfrm>
              <a:off x="4297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7659"/>
                  </a:lnTo>
                  <a:cubicBezTo>
                    <a:pt x="2003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5"/>
            <p:cNvSpPr/>
            <p:nvPr/>
          </p:nvSpPr>
          <p:spPr>
            <a:xfrm>
              <a:off x="4302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489" y="29043"/>
                  </a:lnTo>
                  <a:lnTo>
                    <a:pt x="24489" y="6087"/>
                  </a:lnTo>
                  <a:cubicBezTo>
                    <a:pt x="2446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5"/>
            <p:cNvSpPr/>
            <p:nvPr/>
          </p:nvSpPr>
          <p:spPr>
            <a:xfrm>
              <a:off x="1191600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5"/>
            <p:cNvSpPr/>
            <p:nvPr/>
          </p:nvSpPr>
          <p:spPr>
            <a:xfrm>
              <a:off x="11926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5"/>
            <p:cNvSpPr/>
            <p:nvPr/>
          </p:nvSpPr>
          <p:spPr>
            <a:xfrm>
              <a:off x="17078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5"/>
            <p:cNvSpPr/>
            <p:nvPr/>
          </p:nvSpPr>
          <p:spPr>
            <a:xfrm>
              <a:off x="1192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09" y="1"/>
                  </a:moveTo>
                  <a:cubicBezTo>
                    <a:pt x="75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5" y="4138"/>
                  </a:cubicBezTo>
                  <a:cubicBezTo>
                    <a:pt x="7221" y="324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5"/>
            <p:cNvSpPr/>
            <p:nvPr/>
          </p:nvSpPr>
          <p:spPr>
            <a:xfrm>
              <a:off x="11926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88" y="2725"/>
                    <a:pt x="2174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5"/>
            <p:cNvSpPr/>
            <p:nvPr/>
          </p:nvSpPr>
          <p:spPr>
            <a:xfrm>
              <a:off x="1954475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1" y="30337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5"/>
            <p:cNvSpPr/>
            <p:nvPr/>
          </p:nvSpPr>
          <p:spPr>
            <a:xfrm>
              <a:off x="195447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5"/>
            <p:cNvSpPr/>
            <p:nvPr/>
          </p:nvSpPr>
          <p:spPr>
            <a:xfrm>
              <a:off x="24702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5"/>
            <p:cNvSpPr/>
            <p:nvPr/>
          </p:nvSpPr>
          <p:spPr>
            <a:xfrm>
              <a:off x="195447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5"/>
            <p:cNvSpPr/>
            <p:nvPr/>
          </p:nvSpPr>
          <p:spPr>
            <a:xfrm>
              <a:off x="19544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5"/>
            <p:cNvSpPr/>
            <p:nvPr/>
          </p:nvSpPr>
          <p:spPr>
            <a:xfrm>
              <a:off x="271687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5"/>
            <p:cNvSpPr/>
            <p:nvPr/>
          </p:nvSpPr>
          <p:spPr>
            <a:xfrm>
              <a:off x="27168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5"/>
            <p:cNvSpPr/>
            <p:nvPr/>
          </p:nvSpPr>
          <p:spPr>
            <a:xfrm>
              <a:off x="32326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5"/>
            <p:cNvSpPr/>
            <p:nvPr/>
          </p:nvSpPr>
          <p:spPr>
            <a:xfrm>
              <a:off x="271687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6" y="4138"/>
                  </a:cubicBezTo>
                  <a:cubicBezTo>
                    <a:pt x="7221" y="324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5"/>
            <p:cNvSpPr/>
            <p:nvPr/>
          </p:nvSpPr>
          <p:spPr>
            <a:xfrm>
              <a:off x="271737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5"/>
            <p:cNvSpPr/>
            <p:nvPr/>
          </p:nvSpPr>
          <p:spPr>
            <a:xfrm>
              <a:off x="347975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5"/>
            <p:cNvSpPr/>
            <p:nvPr/>
          </p:nvSpPr>
          <p:spPr>
            <a:xfrm>
              <a:off x="3479250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5"/>
            <p:cNvSpPr/>
            <p:nvPr/>
          </p:nvSpPr>
          <p:spPr>
            <a:xfrm>
              <a:off x="399497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5"/>
            <p:cNvSpPr/>
            <p:nvPr/>
          </p:nvSpPr>
          <p:spPr>
            <a:xfrm>
              <a:off x="3479250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3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86" y="4138"/>
                  </a:cubicBezTo>
                  <a:cubicBezTo>
                    <a:pt x="7242" y="3243"/>
                    <a:pt x="4477" y="1831"/>
                    <a:pt x="203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5"/>
            <p:cNvSpPr/>
            <p:nvPr/>
          </p:nvSpPr>
          <p:spPr>
            <a:xfrm>
              <a:off x="34792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5"/>
            <p:cNvSpPr/>
            <p:nvPr/>
          </p:nvSpPr>
          <p:spPr>
            <a:xfrm>
              <a:off x="652880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"/>
            <p:cNvSpPr/>
            <p:nvPr/>
          </p:nvSpPr>
          <p:spPr>
            <a:xfrm>
              <a:off x="65661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5"/>
            <p:cNvSpPr/>
            <p:nvPr/>
          </p:nvSpPr>
          <p:spPr>
            <a:xfrm>
              <a:off x="65288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5"/>
            <p:cNvSpPr/>
            <p:nvPr/>
          </p:nvSpPr>
          <p:spPr>
            <a:xfrm>
              <a:off x="6566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6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33" y="1115"/>
                    <a:pt x="22479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5"/>
            <p:cNvSpPr/>
            <p:nvPr/>
          </p:nvSpPr>
          <p:spPr>
            <a:xfrm>
              <a:off x="6566600" y="4860200"/>
              <a:ext cx="611725" cy="726100"/>
            </a:xfrm>
            <a:custGeom>
              <a:avLst/>
              <a:gdLst/>
              <a:ahLst/>
              <a:cxnLst/>
              <a:rect l="l" t="t" r="r" b="b"/>
              <a:pathLst>
                <a:path w="2446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00" y="29043"/>
                  </a:lnTo>
                  <a:lnTo>
                    <a:pt x="200" y="6207"/>
                  </a:lnTo>
                  <a:cubicBezTo>
                    <a:pt x="200" y="2884"/>
                    <a:pt x="2885" y="179"/>
                    <a:pt x="6207" y="179"/>
                  </a:cubicBezTo>
                  <a:lnTo>
                    <a:pt x="18461" y="179"/>
                  </a:lnTo>
                  <a:cubicBezTo>
                    <a:pt x="21763" y="179"/>
                    <a:pt x="24469" y="2884"/>
                    <a:pt x="24469" y="6207"/>
                  </a:cubicBezTo>
                  <a:lnTo>
                    <a:pt x="24469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"/>
            <p:cNvSpPr/>
            <p:nvPr/>
          </p:nvSpPr>
          <p:spPr>
            <a:xfrm>
              <a:off x="5766425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5"/>
            <p:cNvSpPr/>
            <p:nvPr/>
          </p:nvSpPr>
          <p:spPr>
            <a:xfrm>
              <a:off x="580322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28" y="29043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5"/>
            <p:cNvSpPr/>
            <p:nvPr/>
          </p:nvSpPr>
          <p:spPr>
            <a:xfrm>
              <a:off x="57664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5"/>
            <p:cNvSpPr/>
            <p:nvPr/>
          </p:nvSpPr>
          <p:spPr>
            <a:xfrm>
              <a:off x="580372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2479" y="1"/>
                  </a:moveTo>
                  <a:cubicBezTo>
                    <a:pt x="2003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508" y="27492"/>
                  </a:lnTo>
                  <a:lnTo>
                    <a:pt x="24508" y="4516"/>
                  </a:lnTo>
                  <a:cubicBezTo>
                    <a:pt x="2450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5"/>
            <p:cNvSpPr/>
            <p:nvPr/>
          </p:nvSpPr>
          <p:spPr>
            <a:xfrm>
              <a:off x="58037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508" y="2884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5"/>
            <p:cNvSpPr/>
            <p:nvPr/>
          </p:nvSpPr>
          <p:spPr>
            <a:xfrm>
              <a:off x="500402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5"/>
            <p:cNvSpPr/>
            <p:nvPr/>
          </p:nvSpPr>
          <p:spPr>
            <a:xfrm>
              <a:off x="50413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5"/>
            <p:cNvSpPr/>
            <p:nvPr/>
          </p:nvSpPr>
          <p:spPr>
            <a:xfrm>
              <a:off x="50040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5"/>
            <p:cNvSpPr/>
            <p:nvPr/>
          </p:nvSpPr>
          <p:spPr>
            <a:xfrm>
              <a:off x="504182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4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5"/>
            <p:cNvSpPr/>
            <p:nvPr/>
          </p:nvSpPr>
          <p:spPr>
            <a:xfrm>
              <a:off x="504132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8" y="0"/>
                  </a:moveTo>
                  <a:cubicBezTo>
                    <a:pt x="2726" y="0"/>
                    <a:pt x="21" y="2725"/>
                    <a:pt x="1" y="6087"/>
                  </a:cubicBezTo>
                  <a:lnTo>
                    <a:pt x="1" y="29043"/>
                  </a:lnTo>
                  <a:lnTo>
                    <a:pt x="220" y="29043"/>
                  </a:lnTo>
                  <a:lnTo>
                    <a:pt x="220" y="6207"/>
                  </a:lnTo>
                  <a:cubicBezTo>
                    <a:pt x="220" y="2884"/>
                    <a:pt x="2905" y="179"/>
                    <a:pt x="6227" y="179"/>
                  </a:cubicBezTo>
                  <a:lnTo>
                    <a:pt x="18461" y="179"/>
                  </a:lnTo>
                  <a:cubicBezTo>
                    <a:pt x="21783" y="179"/>
                    <a:pt x="24489" y="2884"/>
                    <a:pt x="24489" y="6207"/>
                  </a:cubicBezTo>
                  <a:lnTo>
                    <a:pt x="24489" y="6087"/>
                  </a:lnTo>
                  <a:cubicBezTo>
                    <a:pt x="2448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5"/>
            <p:cNvSpPr/>
            <p:nvPr/>
          </p:nvSpPr>
          <p:spPr>
            <a:xfrm>
              <a:off x="4241650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5"/>
            <p:cNvSpPr/>
            <p:nvPr/>
          </p:nvSpPr>
          <p:spPr>
            <a:xfrm>
              <a:off x="42784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5"/>
            <p:cNvSpPr/>
            <p:nvPr/>
          </p:nvSpPr>
          <p:spPr>
            <a:xfrm>
              <a:off x="424165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5"/>
            <p:cNvSpPr/>
            <p:nvPr/>
          </p:nvSpPr>
          <p:spPr>
            <a:xfrm>
              <a:off x="427895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451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5"/>
            <p:cNvSpPr/>
            <p:nvPr/>
          </p:nvSpPr>
          <p:spPr>
            <a:xfrm>
              <a:off x="427895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7" y="0"/>
                  </a:moveTo>
                  <a:cubicBezTo>
                    <a:pt x="274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4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5"/>
            <p:cNvSpPr/>
            <p:nvPr/>
          </p:nvSpPr>
          <p:spPr>
            <a:xfrm>
              <a:off x="810650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5"/>
            <p:cNvSpPr/>
            <p:nvPr/>
          </p:nvSpPr>
          <p:spPr>
            <a:xfrm>
              <a:off x="81065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08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5"/>
            <p:cNvSpPr/>
            <p:nvPr/>
          </p:nvSpPr>
          <p:spPr>
            <a:xfrm>
              <a:off x="1325875" y="5265000"/>
              <a:ext cx="135300" cy="319300"/>
            </a:xfrm>
            <a:custGeom>
              <a:avLst/>
              <a:gdLst/>
              <a:ahLst/>
              <a:cxnLst/>
              <a:rect l="l" t="t" r="r" b="b"/>
              <a:pathLst>
                <a:path w="5412" h="12772" extrusionOk="0">
                  <a:moveTo>
                    <a:pt x="5411" y="1"/>
                  </a:moveTo>
                  <a:cubicBezTo>
                    <a:pt x="5116" y="1009"/>
                    <a:pt x="4929" y="1390"/>
                    <a:pt x="4575" y="1390"/>
                  </a:cubicBezTo>
                  <a:cubicBezTo>
                    <a:pt x="4405" y="1390"/>
                    <a:pt x="4197" y="1303"/>
                    <a:pt x="3919" y="1154"/>
                  </a:cubicBezTo>
                  <a:lnTo>
                    <a:pt x="1" y="12772"/>
                  </a:lnTo>
                  <a:lnTo>
                    <a:pt x="5411" y="12772"/>
                  </a:lnTo>
                  <a:lnTo>
                    <a:pt x="541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5"/>
            <p:cNvSpPr/>
            <p:nvPr/>
          </p:nvSpPr>
          <p:spPr>
            <a:xfrm>
              <a:off x="8106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010" y="0"/>
                  </a:moveTo>
                  <a:cubicBezTo>
                    <a:pt x="777" y="1114"/>
                    <a:pt x="1" y="2705"/>
                    <a:pt x="1" y="4516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7659"/>
                  </a:lnTo>
                  <a:cubicBezTo>
                    <a:pt x="20053" y="5689"/>
                    <a:pt x="14880" y="5570"/>
                    <a:pt x="10166" y="4138"/>
                  </a:cubicBezTo>
                  <a:cubicBezTo>
                    <a:pt x="7242" y="3243"/>
                    <a:pt x="4477" y="183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5"/>
            <p:cNvSpPr/>
            <p:nvPr/>
          </p:nvSpPr>
          <p:spPr>
            <a:xfrm>
              <a:off x="811150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26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5"/>
            <p:cNvSpPr/>
            <p:nvPr/>
          </p:nvSpPr>
          <p:spPr>
            <a:xfrm>
              <a:off x="1573050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5"/>
            <p:cNvSpPr/>
            <p:nvPr/>
          </p:nvSpPr>
          <p:spPr>
            <a:xfrm>
              <a:off x="157355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5"/>
            <p:cNvSpPr/>
            <p:nvPr/>
          </p:nvSpPr>
          <p:spPr>
            <a:xfrm>
              <a:off x="208875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90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5"/>
            <p:cNvSpPr/>
            <p:nvPr/>
          </p:nvSpPr>
          <p:spPr>
            <a:xfrm>
              <a:off x="1573550" y="51023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2" y="5710"/>
                    <a:pt x="14860" y="5571"/>
                    <a:pt x="10165" y="4158"/>
                  </a:cubicBezTo>
                  <a:cubicBezTo>
                    <a:pt x="7241" y="3263"/>
                    <a:pt x="4476" y="185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5"/>
            <p:cNvSpPr/>
            <p:nvPr/>
          </p:nvSpPr>
          <p:spPr>
            <a:xfrm>
              <a:off x="1573550" y="5063600"/>
              <a:ext cx="612200" cy="520700"/>
            </a:xfrm>
            <a:custGeom>
              <a:avLst/>
              <a:gdLst/>
              <a:ahLst/>
              <a:cxnLst/>
              <a:rect l="l" t="t" r="r" b="b"/>
              <a:pathLst>
                <a:path w="24488" h="20828" extrusionOk="0">
                  <a:moveTo>
                    <a:pt x="6067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06" y="159"/>
                    <a:pt x="600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"/>
            <p:cNvSpPr/>
            <p:nvPr/>
          </p:nvSpPr>
          <p:spPr>
            <a:xfrm>
              <a:off x="2335925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"/>
            <p:cNvSpPr/>
            <p:nvPr/>
          </p:nvSpPr>
          <p:spPr>
            <a:xfrm>
              <a:off x="233592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5"/>
            <p:cNvSpPr/>
            <p:nvPr/>
          </p:nvSpPr>
          <p:spPr>
            <a:xfrm>
              <a:off x="2851150" y="5265000"/>
              <a:ext cx="134800" cy="319300"/>
            </a:xfrm>
            <a:custGeom>
              <a:avLst/>
              <a:gdLst/>
              <a:ahLst/>
              <a:cxnLst/>
              <a:rect l="l" t="t" r="r" b="b"/>
              <a:pathLst>
                <a:path w="5392" h="12772" extrusionOk="0">
                  <a:moveTo>
                    <a:pt x="5391" y="1"/>
                  </a:moveTo>
                  <a:cubicBezTo>
                    <a:pt x="5109" y="1009"/>
                    <a:pt x="4927" y="1390"/>
                    <a:pt x="4568" y="1390"/>
                  </a:cubicBezTo>
                  <a:cubicBezTo>
                    <a:pt x="4396" y="1390"/>
                    <a:pt x="4183" y="1303"/>
                    <a:pt x="3899" y="1154"/>
                  </a:cubicBezTo>
                  <a:lnTo>
                    <a:pt x="0" y="12772"/>
                  </a:lnTo>
                  <a:lnTo>
                    <a:pt x="5391" y="12772"/>
                  </a:lnTo>
                  <a:lnTo>
                    <a:pt x="539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5"/>
            <p:cNvSpPr/>
            <p:nvPr/>
          </p:nvSpPr>
          <p:spPr>
            <a:xfrm>
              <a:off x="233592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36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3" y="5710"/>
                    <a:pt x="14860" y="5571"/>
                    <a:pt x="10166" y="4158"/>
                  </a:cubicBezTo>
                  <a:cubicBezTo>
                    <a:pt x="7222" y="3263"/>
                    <a:pt x="4476" y="185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5"/>
            <p:cNvSpPr/>
            <p:nvPr/>
          </p:nvSpPr>
          <p:spPr>
            <a:xfrm>
              <a:off x="2335925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06" y="159"/>
                    <a:pt x="6008" y="159"/>
                  </a:cubicBezTo>
                  <a:lnTo>
                    <a:pt x="1824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5"/>
            <p:cNvSpPr/>
            <p:nvPr/>
          </p:nvSpPr>
          <p:spPr>
            <a:xfrm>
              <a:off x="3097825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5"/>
            <p:cNvSpPr/>
            <p:nvPr/>
          </p:nvSpPr>
          <p:spPr>
            <a:xfrm>
              <a:off x="309782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5"/>
            <p:cNvSpPr/>
            <p:nvPr/>
          </p:nvSpPr>
          <p:spPr>
            <a:xfrm>
              <a:off x="361402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5"/>
            <p:cNvSpPr/>
            <p:nvPr/>
          </p:nvSpPr>
          <p:spPr>
            <a:xfrm>
              <a:off x="3098325" y="51023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59"/>
                  </a:lnTo>
                  <a:cubicBezTo>
                    <a:pt x="20052" y="5710"/>
                    <a:pt x="14880" y="5571"/>
                    <a:pt x="10185" y="4158"/>
                  </a:cubicBezTo>
                  <a:cubicBezTo>
                    <a:pt x="7241" y="3263"/>
                    <a:pt x="4476" y="185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5"/>
            <p:cNvSpPr/>
            <p:nvPr/>
          </p:nvSpPr>
          <p:spPr>
            <a:xfrm>
              <a:off x="309832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06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25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50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5"/>
            <p:cNvSpPr/>
            <p:nvPr/>
          </p:nvSpPr>
          <p:spPr>
            <a:xfrm>
              <a:off x="6147875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5"/>
            <p:cNvSpPr/>
            <p:nvPr/>
          </p:nvSpPr>
          <p:spPr>
            <a:xfrm>
              <a:off x="618417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10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5"/>
            <p:cNvSpPr/>
            <p:nvPr/>
          </p:nvSpPr>
          <p:spPr>
            <a:xfrm>
              <a:off x="61478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08" y="1303"/>
                    <a:pt x="996" y="1390"/>
                    <a:pt x="824" y="1390"/>
                  </a:cubicBezTo>
                  <a:cubicBezTo>
                    <a:pt x="465" y="1390"/>
                    <a:pt x="282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5"/>
            <p:cNvSpPr/>
            <p:nvPr/>
          </p:nvSpPr>
          <p:spPr>
            <a:xfrm>
              <a:off x="61851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2480" y="0"/>
                  </a:moveTo>
                  <a:cubicBezTo>
                    <a:pt x="20013" y="1830"/>
                    <a:pt x="17248" y="3243"/>
                    <a:pt x="14324" y="4138"/>
                  </a:cubicBezTo>
                  <a:cubicBezTo>
                    <a:pt x="9609" y="5570"/>
                    <a:pt x="4437" y="5689"/>
                    <a:pt x="1" y="7659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4516"/>
                  </a:lnTo>
                  <a:cubicBezTo>
                    <a:pt x="24489" y="2705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5"/>
            <p:cNvSpPr/>
            <p:nvPr/>
          </p:nvSpPr>
          <p:spPr>
            <a:xfrm>
              <a:off x="618467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2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802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5"/>
            <p:cNvSpPr/>
            <p:nvPr/>
          </p:nvSpPr>
          <p:spPr>
            <a:xfrm>
              <a:off x="5385475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5"/>
            <p:cNvSpPr/>
            <p:nvPr/>
          </p:nvSpPr>
          <p:spPr>
            <a:xfrm>
              <a:off x="542227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5"/>
            <p:cNvSpPr/>
            <p:nvPr/>
          </p:nvSpPr>
          <p:spPr>
            <a:xfrm>
              <a:off x="53854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5"/>
            <p:cNvSpPr/>
            <p:nvPr/>
          </p:nvSpPr>
          <p:spPr>
            <a:xfrm>
              <a:off x="54227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67" y="3263"/>
                    <a:pt x="14323" y="4158"/>
                  </a:cubicBezTo>
                  <a:cubicBezTo>
                    <a:pt x="9629" y="5571"/>
                    <a:pt x="4456" y="5710"/>
                    <a:pt x="0" y="7659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5"/>
            <p:cNvSpPr/>
            <p:nvPr/>
          </p:nvSpPr>
          <p:spPr>
            <a:xfrm>
              <a:off x="5422775" y="5063600"/>
              <a:ext cx="611725" cy="520700"/>
            </a:xfrm>
            <a:custGeom>
              <a:avLst/>
              <a:gdLst/>
              <a:ahLst/>
              <a:cxnLst/>
              <a:rect l="l" t="t" r="r" b="b"/>
              <a:pathLst>
                <a:path w="24469" h="20828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199" y="20828"/>
                  </a:lnTo>
                  <a:lnTo>
                    <a:pt x="199" y="6207"/>
                  </a:lnTo>
                  <a:cubicBezTo>
                    <a:pt x="199" y="2885"/>
                    <a:pt x="2885" y="159"/>
                    <a:pt x="6207" y="159"/>
                  </a:cubicBezTo>
                  <a:lnTo>
                    <a:pt x="18441" y="159"/>
                  </a:lnTo>
                  <a:cubicBezTo>
                    <a:pt x="21763" y="159"/>
                    <a:pt x="24468" y="2885"/>
                    <a:pt x="24468" y="6207"/>
                  </a:cubicBezTo>
                  <a:lnTo>
                    <a:pt x="2446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5"/>
            <p:cNvSpPr/>
            <p:nvPr/>
          </p:nvSpPr>
          <p:spPr>
            <a:xfrm>
              <a:off x="4622600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5"/>
            <p:cNvSpPr/>
            <p:nvPr/>
          </p:nvSpPr>
          <p:spPr>
            <a:xfrm>
              <a:off x="465990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5"/>
            <p:cNvSpPr/>
            <p:nvPr/>
          </p:nvSpPr>
          <p:spPr>
            <a:xfrm>
              <a:off x="46226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15" y="1303"/>
                    <a:pt x="1007" y="1390"/>
                    <a:pt x="837" y="1390"/>
                  </a:cubicBezTo>
                  <a:cubicBezTo>
                    <a:pt x="483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5"/>
            <p:cNvSpPr/>
            <p:nvPr/>
          </p:nvSpPr>
          <p:spPr>
            <a:xfrm>
              <a:off x="46608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51"/>
                    <a:pt x="17248" y="3263"/>
                    <a:pt x="14324" y="4158"/>
                  </a:cubicBezTo>
                  <a:cubicBezTo>
                    <a:pt x="9609" y="5571"/>
                    <a:pt x="4437" y="5710"/>
                    <a:pt x="1" y="7659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36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5"/>
            <p:cNvSpPr/>
            <p:nvPr/>
          </p:nvSpPr>
          <p:spPr>
            <a:xfrm>
              <a:off x="4659900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4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783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5"/>
            <p:cNvSpPr/>
            <p:nvPr/>
          </p:nvSpPr>
          <p:spPr>
            <a:xfrm>
              <a:off x="3860700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5"/>
            <p:cNvSpPr/>
            <p:nvPr/>
          </p:nvSpPr>
          <p:spPr>
            <a:xfrm>
              <a:off x="389700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5"/>
            <p:cNvSpPr/>
            <p:nvPr/>
          </p:nvSpPr>
          <p:spPr>
            <a:xfrm>
              <a:off x="38607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5"/>
            <p:cNvSpPr/>
            <p:nvPr/>
          </p:nvSpPr>
          <p:spPr>
            <a:xfrm>
              <a:off x="3898000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47" y="3263"/>
                    <a:pt x="14323" y="4158"/>
                  </a:cubicBezTo>
                  <a:cubicBezTo>
                    <a:pt x="9629" y="5571"/>
                    <a:pt x="4456" y="5710"/>
                    <a:pt x="1" y="7659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5"/>
            <p:cNvSpPr/>
            <p:nvPr/>
          </p:nvSpPr>
          <p:spPr>
            <a:xfrm>
              <a:off x="3898000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59"/>
                    <a:pt x="6247" y="159"/>
                  </a:cubicBezTo>
                  <a:lnTo>
                    <a:pt x="18481" y="159"/>
                  </a:lnTo>
                  <a:cubicBezTo>
                    <a:pt x="21783" y="159"/>
                    <a:pt x="24488" y="2885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7" name="Google Shape;967;p5"/>
          <p:cNvSpPr txBox="1">
            <a:spLocks noGrp="1"/>
          </p:cNvSpPr>
          <p:nvPr>
            <p:ph type="subTitle" idx="1"/>
          </p:nvPr>
        </p:nvSpPr>
        <p:spPr>
          <a:xfrm>
            <a:off x="1605549" y="3170106"/>
            <a:ext cx="28467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8" name="Google Shape;968;p5"/>
          <p:cNvSpPr txBox="1">
            <a:spLocks noGrp="1"/>
          </p:cNvSpPr>
          <p:nvPr>
            <p:ph type="subTitle" idx="2"/>
          </p:nvPr>
        </p:nvSpPr>
        <p:spPr>
          <a:xfrm>
            <a:off x="4687824" y="3170106"/>
            <a:ext cx="2846700" cy="6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9" name="Google Shape;969;p5"/>
          <p:cNvSpPr txBox="1">
            <a:spLocks noGrp="1"/>
          </p:cNvSpPr>
          <p:nvPr>
            <p:ph type="subTitle" idx="3"/>
          </p:nvPr>
        </p:nvSpPr>
        <p:spPr>
          <a:xfrm>
            <a:off x="1605550" y="2719343"/>
            <a:ext cx="2846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0" name="Google Shape;970;p5"/>
          <p:cNvSpPr txBox="1">
            <a:spLocks noGrp="1"/>
          </p:cNvSpPr>
          <p:nvPr>
            <p:ph type="subTitle" idx="4"/>
          </p:nvPr>
        </p:nvSpPr>
        <p:spPr>
          <a:xfrm>
            <a:off x="4687825" y="2719343"/>
            <a:ext cx="28467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1" name="Google Shape;971;p5"/>
          <p:cNvSpPr txBox="1">
            <a:spLocks noGrp="1"/>
          </p:cNvSpPr>
          <p:nvPr>
            <p:ph type="title"/>
          </p:nvPr>
        </p:nvSpPr>
        <p:spPr>
          <a:xfrm>
            <a:off x="720000" y="6048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6"/>
          <p:cNvSpPr/>
          <p:nvPr/>
        </p:nvSpPr>
        <p:spPr>
          <a:xfrm>
            <a:off x="-7175" y="4400950"/>
            <a:ext cx="9158700" cy="89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4" name="Google Shape;974;p6"/>
          <p:cNvGrpSpPr/>
          <p:nvPr/>
        </p:nvGrpSpPr>
        <p:grpSpPr>
          <a:xfrm>
            <a:off x="438740" y="-731000"/>
            <a:ext cx="8818235" cy="5303238"/>
            <a:chOff x="3164890" y="-351925"/>
            <a:chExt cx="8818235" cy="5303238"/>
          </a:xfrm>
        </p:grpSpPr>
        <p:sp>
          <p:nvSpPr>
            <p:cNvPr id="975" name="Google Shape;975;p6"/>
            <p:cNvSpPr/>
            <p:nvPr/>
          </p:nvSpPr>
          <p:spPr>
            <a:xfrm>
              <a:off x="3477075" y="-351925"/>
              <a:ext cx="8506050" cy="5069275"/>
            </a:xfrm>
            <a:custGeom>
              <a:avLst/>
              <a:gdLst/>
              <a:ahLst/>
              <a:cxnLst/>
              <a:rect l="l" t="t" r="r" b="b"/>
              <a:pathLst>
                <a:path w="340242" h="202771" extrusionOk="0">
                  <a:moveTo>
                    <a:pt x="0" y="191652"/>
                  </a:moveTo>
                  <a:lnTo>
                    <a:pt x="340242" y="0"/>
                  </a:lnTo>
                  <a:lnTo>
                    <a:pt x="336520" y="155502"/>
                  </a:lnTo>
                  <a:lnTo>
                    <a:pt x="8199" y="202771"/>
                  </a:lnTo>
                  <a:close/>
                </a:path>
              </a:pathLst>
            </a:custGeom>
            <a:gradFill>
              <a:gsLst>
                <a:gs pos="0">
                  <a:srgbClr val="FFF6DB">
                    <a:alpha val="1960"/>
                  </a:srgbClr>
                </a:gs>
                <a:gs pos="100000">
                  <a:srgbClr val="FAD25C">
                    <a:alpha val="29411"/>
                  </a:srgbClr>
                </a:gs>
              </a:gsLst>
              <a:lin ang="18900044" scaled="0"/>
            </a:gradFill>
            <a:ln>
              <a:noFill/>
            </a:ln>
          </p:spPr>
        </p:sp>
        <p:grpSp>
          <p:nvGrpSpPr>
            <p:cNvPr id="976" name="Google Shape;976;p6"/>
            <p:cNvGrpSpPr/>
            <p:nvPr/>
          </p:nvGrpSpPr>
          <p:grpSpPr>
            <a:xfrm>
              <a:off x="3164890" y="4317752"/>
              <a:ext cx="647039" cy="633561"/>
              <a:chOff x="1378650" y="3785914"/>
              <a:chExt cx="647039" cy="633561"/>
            </a:xfrm>
          </p:grpSpPr>
          <p:sp>
            <p:nvSpPr>
              <p:cNvPr id="977" name="Google Shape;977;p6"/>
              <p:cNvSpPr/>
              <p:nvPr/>
            </p:nvSpPr>
            <p:spPr>
              <a:xfrm rot="975612">
                <a:off x="1463715" y="3847606"/>
                <a:ext cx="507050" cy="464750"/>
              </a:xfrm>
              <a:custGeom>
                <a:avLst/>
                <a:gdLst/>
                <a:ahLst/>
                <a:cxnLst/>
                <a:rect l="l" t="t" r="r" b="b"/>
                <a:pathLst>
                  <a:path w="20282" h="18590" extrusionOk="0">
                    <a:moveTo>
                      <a:pt x="7602" y="0"/>
                    </a:moveTo>
                    <a:cubicBezTo>
                      <a:pt x="7280" y="0"/>
                      <a:pt x="7041" y="83"/>
                      <a:pt x="6905" y="258"/>
                    </a:cubicBezTo>
                    <a:lnTo>
                      <a:pt x="2769" y="5428"/>
                    </a:lnTo>
                    <a:cubicBezTo>
                      <a:pt x="0" y="8931"/>
                      <a:pt x="567" y="14034"/>
                      <a:pt x="4070" y="16836"/>
                    </a:cubicBezTo>
                    <a:cubicBezTo>
                      <a:pt x="5561" y="18016"/>
                      <a:pt x="7343" y="18590"/>
                      <a:pt x="9112" y="18590"/>
                    </a:cubicBezTo>
                    <a:cubicBezTo>
                      <a:pt x="11496" y="18590"/>
                      <a:pt x="13855" y="17546"/>
                      <a:pt x="15445" y="15535"/>
                    </a:cubicBezTo>
                    <a:lnTo>
                      <a:pt x="19581" y="10365"/>
                    </a:lnTo>
                    <a:cubicBezTo>
                      <a:pt x="20281" y="9431"/>
                      <a:pt x="18046" y="6496"/>
                      <a:pt x="14544" y="3694"/>
                    </a:cubicBezTo>
                    <a:cubicBezTo>
                      <a:pt x="11721" y="1435"/>
                      <a:pt x="8941" y="0"/>
                      <a:pt x="76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6"/>
              <p:cNvSpPr/>
              <p:nvPr/>
            </p:nvSpPr>
            <p:spPr>
              <a:xfrm rot="975612">
                <a:off x="1487744" y="4047127"/>
                <a:ext cx="445350" cy="267350"/>
              </a:xfrm>
              <a:custGeom>
                <a:avLst/>
                <a:gdLst/>
                <a:ahLst/>
                <a:cxnLst/>
                <a:rect l="l" t="t" r="r" b="b"/>
                <a:pathLst>
                  <a:path w="17814" h="10694" extrusionOk="0">
                    <a:moveTo>
                      <a:pt x="16646" y="1"/>
                    </a:moveTo>
                    <a:lnTo>
                      <a:pt x="16646" y="1"/>
                    </a:lnTo>
                    <a:cubicBezTo>
                      <a:pt x="17113" y="801"/>
                      <a:pt x="17246" y="1368"/>
                      <a:pt x="16979" y="1702"/>
                    </a:cubicBezTo>
                    <a:lnTo>
                      <a:pt x="12843" y="6872"/>
                    </a:lnTo>
                    <a:cubicBezTo>
                      <a:pt x="11251" y="8886"/>
                      <a:pt x="8888" y="9940"/>
                      <a:pt x="6500" y="9940"/>
                    </a:cubicBezTo>
                    <a:cubicBezTo>
                      <a:pt x="4735" y="9940"/>
                      <a:pt x="2957" y="9364"/>
                      <a:pt x="1468" y="8173"/>
                    </a:cubicBezTo>
                    <a:cubicBezTo>
                      <a:pt x="935" y="7706"/>
                      <a:pt x="434" y="7206"/>
                      <a:pt x="1" y="6672"/>
                    </a:cubicBezTo>
                    <a:lnTo>
                      <a:pt x="1" y="6672"/>
                    </a:lnTo>
                    <a:cubicBezTo>
                      <a:pt x="501" y="7506"/>
                      <a:pt x="1135" y="8307"/>
                      <a:pt x="1969" y="8940"/>
                    </a:cubicBezTo>
                    <a:cubicBezTo>
                      <a:pt x="3460" y="10120"/>
                      <a:pt x="5242" y="10694"/>
                      <a:pt x="7011" y="10694"/>
                    </a:cubicBezTo>
                    <a:cubicBezTo>
                      <a:pt x="9395" y="10694"/>
                      <a:pt x="11754" y="9650"/>
                      <a:pt x="13344" y="7639"/>
                    </a:cubicBezTo>
                    <a:lnTo>
                      <a:pt x="17480" y="2469"/>
                    </a:lnTo>
                    <a:cubicBezTo>
                      <a:pt x="17813" y="2035"/>
                      <a:pt x="17480" y="1135"/>
                      <a:pt x="166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6"/>
              <p:cNvSpPr/>
              <p:nvPr/>
            </p:nvSpPr>
            <p:spPr>
              <a:xfrm rot="975612">
                <a:off x="1673740" y="3895464"/>
                <a:ext cx="291900" cy="220450"/>
              </a:xfrm>
              <a:custGeom>
                <a:avLst/>
                <a:gdLst/>
                <a:ahLst/>
                <a:cxnLst/>
                <a:rect l="l" t="t" r="r" b="b"/>
                <a:pathLst>
                  <a:path w="11676" h="8818" extrusionOk="0">
                    <a:moveTo>
                      <a:pt x="1136" y="1"/>
                    </a:moveTo>
                    <a:cubicBezTo>
                      <a:pt x="876" y="1"/>
                      <a:pt x="681" y="67"/>
                      <a:pt x="568" y="206"/>
                    </a:cubicBezTo>
                    <a:cubicBezTo>
                      <a:pt x="0" y="973"/>
                      <a:pt x="1835" y="3475"/>
                      <a:pt x="4737" y="5776"/>
                    </a:cubicBezTo>
                    <a:cubicBezTo>
                      <a:pt x="7116" y="7614"/>
                      <a:pt x="9428" y="8817"/>
                      <a:pt x="10522" y="8817"/>
                    </a:cubicBezTo>
                    <a:cubicBezTo>
                      <a:pt x="10778" y="8817"/>
                      <a:pt x="10967" y="8751"/>
                      <a:pt x="11075" y="8612"/>
                    </a:cubicBezTo>
                    <a:cubicBezTo>
                      <a:pt x="11675" y="7845"/>
                      <a:pt x="9807" y="5376"/>
                      <a:pt x="6905" y="3041"/>
                    </a:cubicBezTo>
                    <a:cubicBezTo>
                      <a:pt x="4554" y="1203"/>
                      <a:pt x="2246" y="1"/>
                      <a:pt x="11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6"/>
              <p:cNvSpPr/>
              <p:nvPr/>
            </p:nvSpPr>
            <p:spPr>
              <a:xfrm rot="975612">
                <a:off x="1673804" y="3895020"/>
                <a:ext cx="281900" cy="219475"/>
              </a:xfrm>
              <a:custGeom>
                <a:avLst/>
                <a:gdLst/>
                <a:ahLst/>
                <a:cxnLst/>
                <a:rect l="l" t="t" r="r" b="b"/>
                <a:pathLst>
                  <a:path w="11276" h="8779" extrusionOk="0">
                    <a:moveTo>
                      <a:pt x="868" y="0"/>
                    </a:moveTo>
                    <a:cubicBezTo>
                      <a:pt x="768" y="67"/>
                      <a:pt x="634" y="100"/>
                      <a:pt x="568" y="167"/>
                    </a:cubicBezTo>
                    <a:cubicBezTo>
                      <a:pt x="0" y="934"/>
                      <a:pt x="1868" y="3402"/>
                      <a:pt x="4737" y="5737"/>
                    </a:cubicBezTo>
                    <a:cubicBezTo>
                      <a:pt x="7116" y="7575"/>
                      <a:pt x="9428" y="8778"/>
                      <a:pt x="10522" y="8778"/>
                    </a:cubicBezTo>
                    <a:cubicBezTo>
                      <a:pt x="10778" y="8778"/>
                      <a:pt x="10967" y="8712"/>
                      <a:pt x="11075" y="8573"/>
                    </a:cubicBezTo>
                    <a:cubicBezTo>
                      <a:pt x="11275" y="8339"/>
                      <a:pt x="11208" y="7939"/>
                      <a:pt x="10975" y="7405"/>
                    </a:cubicBezTo>
                    <a:cubicBezTo>
                      <a:pt x="10895" y="7425"/>
                      <a:pt x="10804" y="7434"/>
                      <a:pt x="10704" y="7434"/>
                    </a:cubicBezTo>
                    <a:cubicBezTo>
                      <a:pt x="9593" y="7434"/>
                      <a:pt x="7293" y="6269"/>
                      <a:pt x="4937" y="4403"/>
                    </a:cubicBezTo>
                    <a:cubicBezTo>
                      <a:pt x="2936" y="2802"/>
                      <a:pt x="1435" y="1134"/>
                      <a:pt x="8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6"/>
              <p:cNvSpPr/>
              <p:nvPr/>
            </p:nvSpPr>
            <p:spPr>
              <a:xfrm>
                <a:off x="1378650" y="4372750"/>
                <a:ext cx="512900" cy="46725"/>
              </a:xfrm>
              <a:custGeom>
                <a:avLst/>
                <a:gdLst/>
                <a:ahLst/>
                <a:cxnLst/>
                <a:rect l="l" t="t" r="r" b="b"/>
                <a:pathLst>
                  <a:path w="20516" h="1869" extrusionOk="0">
                    <a:moveTo>
                      <a:pt x="10275" y="0"/>
                    </a:moveTo>
                    <a:cubicBezTo>
                      <a:pt x="4604" y="0"/>
                      <a:pt x="1" y="367"/>
                      <a:pt x="1" y="834"/>
                    </a:cubicBezTo>
                    <a:lnTo>
                      <a:pt x="1" y="1868"/>
                    </a:lnTo>
                    <a:lnTo>
                      <a:pt x="20515" y="1868"/>
                    </a:lnTo>
                    <a:lnTo>
                      <a:pt x="20515" y="834"/>
                    </a:lnTo>
                    <a:cubicBezTo>
                      <a:pt x="20515" y="367"/>
                      <a:pt x="15912" y="0"/>
                      <a:pt x="102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6"/>
              <p:cNvSpPr/>
              <p:nvPr/>
            </p:nvSpPr>
            <p:spPr>
              <a:xfrm>
                <a:off x="1378650" y="4395250"/>
                <a:ext cx="512900" cy="24225"/>
              </a:xfrm>
              <a:custGeom>
                <a:avLst/>
                <a:gdLst/>
                <a:ahLst/>
                <a:cxnLst/>
                <a:rect l="l" t="t" r="r" b="b"/>
                <a:pathLst>
                  <a:path w="20516" h="969" extrusionOk="0">
                    <a:moveTo>
                      <a:pt x="1" y="1"/>
                    </a:moveTo>
                    <a:lnTo>
                      <a:pt x="1" y="968"/>
                    </a:lnTo>
                    <a:lnTo>
                      <a:pt x="20515" y="968"/>
                    </a:lnTo>
                    <a:lnTo>
                      <a:pt x="205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6"/>
              <p:cNvSpPr/>
              <p:nvPr/>
            </p:nvSpPr>
            <p:spPr>
              <a:xfrm>
                <a:off x="1520425" y="4186775"/>
                <a:ext cx="133450" cy="188500"/>
              </a:xfrm>
              <a:custGeom>
                <a:avLst/>
                <a:gdLst/>
                <a:ahLst/>
                <a:cxnLst/>
                <a:rect l="l" t="t" r="r" b="b"/>
                <a:pathLst>
                  <a:path w="5338" h="7540" fill="none" extrusionOk="0">
                    <a:moveTo>
                      <a:pt x="2669" y="7539"/>
                    </a:moveTo>
                    <a:cubicBezTo>
                      <a:pt x="2669" y="7539"/>
                      <a:pt x="0" y="2769"/>
                      <a:pt x="5338" y="0"/>
                    </a:cubicBezTo>
                  </a:path>
                </a:pathLst>
              </a:custGeom>
              <a:solidFill>
                <a:schemeClr val="lt1"/>
              </a:solidFill>
              <a:ln w="37525" cap="rnd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6"/>
              <p:cNvSpPr/>
              <p:nvPr/>
            </p:nvSpPr>
            <p:spPr>
              <a:xfrm>
                <a:off x="1498750" y="3989125"/>
                <a:ext cx="91750" cy="176825"/>
              </a:xfrm>
              <a:custGeom>
                <a:avLst/>
                <a:gdLst/>
                <a:ahLst/>
                <a:cxnLst/>
                <a:rect l="l" t="t" r="r" b="b"/>
                <a:pathLst>
                  <a:path w="3670" h="7073" extrusionOk="0">
                    <a:moveTo>
                      <a:pt x="3669" y="1"/>
                    </a:moveTo>
                    <a:cubicBezTo>
                      <a:pt x="867" y="935"/>
                      <a:pt x="0" y="4537"/>
                      <a:pt x="968" y="7072"/>
                    </a:cubicBezTo>
                    <a:cubicBezTo>
                      <a:pt x="867" y="4404"/>
                      <a:pt x="1435" y="1702"/>
                      <a:pt x="36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85" name="Google Shape;985;p6"/>
          <p:cNvGrpSpPr/>
          <p:nvPr/>
        </p:nvGrpSpPr>
        <p:grpSpPr>
          <a:xfrm>
            <a:off x="-1700930" y="-1087059"/>
            <a:ext cx="12551594" cy="3254063"/>
            <a:chOff x="-1700930" y="-1087059"/>
            <a:chExt cx="12551594" cy="3254063"/>
          </a:xfrm>
        </p:grpSpPr>
        <p:grpSp>
          <p:nvGrpSpPr>
            <p:cNvPr id="986" name="Google Shape;986;p6"/>
            <p:cNvGrpSpPr/>
            <p:nvPr/>
          </p:nvGrpSpPr>
          <p:grpSpPr>
            <a:xfrm rot="-2336481">
              <a:off x="-1326197" y="-511440"/>
              <a:ext cx="2575089" cy="2102826"/>
              <a:chOff x="-580150" y="114125"/>
              <a:chExt cx="2183925" cy="1783400"/>
            </a:xfrm>
          </p:grpSpPr>
          <p:sp>
            <p:nvSpPr>
              <p:cNvPr id="987" name="Google Shape;987;p6"/>
              <p:cNvSpPr/>
              <p:nvPr/>
            </p:nvSpPr>
            <p:spPr>
              <a:xfrm>
                <a:off x="-580150" y="114125"/>
                <a:ext cx="2183925" cy="1783400"/>
              </a:xfrm>
              <a:custGeom>
                <a:avLst/>
                <a:gdLst/>
                <a:ahLst/>
                <a:cxnLst/>
                <a:rect l="l" t="t" r="r" b="b"/>
                <a:pathLst>
                  <a:path w="87357" h="71336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60" y="65914"/>
                      <a:pt x="120" y="65973"/>
                      <a:pt x="179" y="66021"/>
                    </a:cubicBezTo>
                    <a:cubicBezTo>
                      <a:pt x="4680" y="69627"/>
                      <a:pt x="10371" y="71335"/>
                      <a:pt x="16844" y="71335"/>
                    </a:cubicBezTo>
                    <a:cubicBezTo>
                      <a:pt x="36916" y="71335"/>
                      <a:pt x="64499" y="54907"/>
                      <a:pt x="87357" y="27683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6"/>
              <p:cNvSpPr/>
              <p:nvPr/>
            </p:nvSpPr>
            <p:spPr>
              <a:xfrm>
                <a:off x="-580150" y="114125"/>
                <a:ext cx="2069325" cy="1751300"/>
              </a:xfrm>
              <a:custGeom>
                <a:avLst/>
                <a:gdLst/>
                <a:ahLst/>
                <a:cxnLst/>
                <a:rect l="l" t="t" r="r" b="b"/>
                <a:pathLst>
                  <a:path w="82773" h="70052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48" y="65914"/>
                      <a:pt x="108" y="65961"/>
                      <a:pt x="156" y="66009"/>
                    </a:cubicBezTo>
                    <a:cubicBezTo>
                      <a:pt x="3571" y="68750"/>
                      <a:pt x="7922" y="70052"/>
                      <a:pt x="12947" y="70052"/>
                    </a:cubicBezTo>
                    <a:cubicBezTo>
                      <a:pt x="31451" y="70052"/>
                      <a:pt x="59093" y="52405"/>
                      <a:pt x="82773" y="24016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6"/>
              <p:cNvSpPr/>
              <p:nvPr/>
            </p:nvSpPr>
            <p:spPr>
              <a:xfrm>
                <a:off x="-580150" y="114125"/>
                <a:ext cx="1882700" cy="1706800"/>
              </a:xfrm>
              <a:custGeom>
                <a:avLst/>
                <a:gdLst/>
                <a:ahLst/>
                <a:cxnLst/>
                <a:rect l="l" t="t" r="r" b="b"/>
                <a:pathLst>
                  <a:path w="75308" h="68272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48" y="65902"/>
                      <a:pt x="72" y="65926"/>
                      <a:pt x="120" y="65961"/>
                    </a:cubicBezTo>
                    <a:cubicBezTo>
                      <a:pt x="2070" y="67525"/>
                      <a:pt x="4578" y="68272"/>
                      <a:pt x="7541" y="68272"/>
                    </a:cubicBezTo>
                    <a:cubicBezTo>
                      <a:pt x="22833" y="68272"/>
                      <a:pt x="50223" y="48364"/>
                      <a:pt x="75308" y="18003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6"/>
              <p:cNvSpPr/>
              <p:nvPr/>
            </p:nvSpPr>
            <p:spPr>
              <a:xfrm>
                <a:off x="-414050" y="216825"/>
                <a:ext cx="1452275" cy="1601400"/>
              </a:xfrm>
              <a:custGeom>
                <a:avLst/>
                <a:gdLst/>
                <a:ahLst/>
                <a:cxnLst/>
                <a:rect l="l" t="t" r="r" b="b"/>
                <a:pathLst>
                  <a:path w="58091" h="64056" extrusionOk="0">
                    <a:moveTo>
                      <a:pt x="51328" y="0"/>
                    </a:moveTo>
                    <a:cubicBezTo>
                      <a:pt x="51328" y="0"/>
                      <a:pt x="31056" y="40912"/>
                      <a:pt x="8447" y="58662"/>
                    </a:cubicBezTo>
                    <a:lnTo>
                      <a:pt x="8447" y="58662"/>
                    </a:lnTo>
                    <a:cubicBezTo>
                      <a:pt x="36360" y="38972"/>
                      <a:pt x="58091" y="5596"/>
                      <a:pt x="58091" y="5596"/>
                    </a:cubicBezTo>
                    <a:lnTo>
                      <a:pt x="51328" y="0"/>
                    </a:lnTo>
                    <a:close/>
                    <a:moveTo>
                      <a:pt x="8447" y="58662"/>
                    </a:moveTo>
                    <a:cubicBezTo>
                      <a:pt x="5687" y="60609"/>
                      <a:pt x="2866" y="62422"/>
                      <a:pt x="0" y="64056"/>
                    </a:cubicBezTo>
                    <a:cubicBezTo>
                      <a:pt x="2829" y="62691"/>
                      <a:pt x="5656" y="60853"/>
                      <a:pt x="8447" y="58662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1" name="Google Shape;991;p6"/>
            <p:cNvGrpSpPr/>
            <p:nvPr/>
          </p:nvGrpSpPr>
          <p:grpSpPr>
            <a:xfrm rot="2336481" flipH="1">
              <a:off x="7900841" y="-511440"/>
              <a:ext cx="2575089" cy="2102826"/>
              <a:chOff x="-580150" y="114125"/>
              <a:chExt cx="2183925" cy="1783400"/>
            </a:xfrm>
          </p:grpSpPr>
          <p:sp>
            <p:nvSpPr>
              <p:cNvPr id="992" name="Google Shape;992;p6"/>
              <p:cNvSpPr/>
              <p:nvPr/>
            </p:nvSpPr>
            <p:spPr>
              <a:xfrm>
                <a:off x="-580150" y="114125"/>
                <a:ext cx="2183925" cy="1783400"/>
              </a:xfrm>
              <a:custGeom>
                <a:avLst/>
                <a:gdLst/>
                <a:ahLst/>
                <a:cxnLst/>
                <a:rect l="l" t="t" r="r" b="b"/>
                <a:pathLst>
                  <a:path w="87357" h="71336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60" y="65914"/>
                      <a:pt x="120" y="65973"/>
                      <a:pt x="179" y="66021"/>
                    </a:cubicBezTo>
                    <a:cubicBezTo>
                      <a:pt x="4680" y="69627"/>
                      <a:pt x="10371" y="71335"/>
                      <a:pt x="16844" y="71335"/>
                    </a:cubicBezTo>
                    <a:cubicBezTo>
                      <a:pt x="36916" y="71335"/>
                      <a:pt x="64499" y="54907"/>
                      <a:pt x="87357" y="27683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Google Shape;993;p6"/>
              <p:cNvSpPr/>
              <p:nvPr/>
            </p:nvSpPr>
            <p:spPr>
              <a:xfrm>
                <a:off x="-580150" y="114125"/>
                <a:ext cx="2069325" cy="1751300"/>
              </a:xfrm>
              <a:custGeom>
                <a:avLst/>
                <a:gdLst/>
                <a:ahLst/>
                <a:cxnLst/>
                <a:rect l="l" t="t" r="r" b="b"/>
                <a:pathLst>
                  <a:path w="82773" h="70052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48" y="65914"/>
                      <a:pt x="108" y="65961"/>
                      <a:pt x="156" y="66009"/>
                    </a:cubicBezTo>
                    <a:cubicBezTo>
                      <a:pt x="3571" y="68750"/>
                      <a:pt x="7922" y="70052"/>
                      <a:pt x="12947" y="70052"/>
                    </a:cubicBezTo>
                    <a:cubicBezTo>
                      <a:pt x="31451" y="70052"/>
                      <a:pt x="59093" y="52405"/>
                      <a:pt x="82773" y="24016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Google Shape;994;p6"/>
              <p:cNvSpPr/>
              <p:nvPr/>
            </p:nvSpPr>
            <p:spPr>
              <a:xfrm>
                <a:off x="-580150" y="114125"/>
                <a:ext cx="1882700" cy="1706800"/>
              </a:xfrm>
              <a:custGeom>
                <a:avLst/>
                <a:gdLst/>
                <a:ahLst/>
                <a:cxnLst/>
                <a:rect l="l" t="t" r="r" b="b"/>
                <a:pathLst>
                  <a:path w="75308" h="68272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48" y="65902"/>
                      <a:pt x="72" y="65926"/>
                      <a:pt x="120" y="65961"/>
                    </a:cubicBezTo>
                    <a:cubicBezTo>
                      <a:pt x="2070" y="67525"/>
                      <a:pt x="4578" y="68272"/>
                      <a:pt x="7541" y="68272"/>
                    </a:cubicBezTo>
                    <a:cubicBezTo>
                      <a:pt x="22833" y="68272"/>
                      <a:pt x="50223" y="48364"/>
                      <a:pt x="75308" y="18003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Google Shape;995;p6"/>
              <p:cNvSpPr/>
              <p:nvPr/>
            </p:nvSpPr>
            <p:spPr>
              <a:xfrm>
                <a:off x="-414050" y="216825"/>
                <a:ext cx="1452275" cy="1601400"/>
              </a:xfrm>
              <a:custGeom>
                <a:avLst/>
                <a:gdLst/>
                <a:ahLst/>
                <a:cxnLst/>
                <a:rect l="l" t="t" r="r" b="b"/>
                <a:pathLst>
                  <a:path w="58091" h="64056" extrusionOk="0">
                    <a:moveTo>
                      <a:pt x="51328" y="0"/>
                    </a:moveTo>
                    <a:cubicBezTo>
                      <a:pt x="51328" y="0"/>
                      <a:pt x="31056" y="40912"/>
                      <a:pt x="8447" y="58662"/>
                    </a:cubicBezTo>
                    <a:lnTo>
                      <a:pt x="8447" y="58662"/>
                    </a:lnTo>
                    <a:cubicBezTo>
                      <a:pt x="36360" y="38972"/>
                      <a:pt x="58091" y="5596"/>
                      <a:pt x="58091" y="5596"/>
                    </a:cubicBezTo>
                    <a:lnTo>
                      <a:pt x="51328" y="0"/>
                    </a:lnTo>
                    <a:close/>
                    <a:moveTo>
                      <a:pt x="8447" y="58662"/>
                    </a:moveTo>
                    <a:cubicBezTo>
                      <a:pt x="5687" y="60609"/>
                      <a:pt x="2866" y="62422"/>
                      <a:pt x="0" y="64056"/>
                    </a:cubicBezTo>
                    <a:cubicBezTo>
                      <a:pt x="2829" y="62691"/>
                      <a:pt x="5656" y="60853"/>
                      <a:pt x="8447" y="58662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96" name="Google Shape;996;p6"/>
          <p:cNvGrpSpPr/>
          <p:nvPr/>
        </p:nvGrpSpPr>
        <p:grpSpPr>
          <a:xfrm>
            <a:off x="-417858" y="-823150"/>
            <a:ext cx="9978772" cy="1382075"/>
            <a:chOff x="193475" y="-693375"/>
            <a:chExt cx="7221575" cy="1382075"/>
          </a:xfrm>
        </p:grpSpPr>
        <p:sp>
          <p:nvSpPr>
            <p:cNvPr id="997" name="Google Shape;997;p6"/>
            <p:cNvSpPr/>
            <p:nvPr/>
          </p:nvSpPr>
          <p:spPr>
            <a:xfrm>
              <a:off x="363575" y="384325"/>
              <a:ext cx="6883875" cy="304375"/>
            </a:xfrm>
            <a:custGeom>
              <a:avLst/>
              <a:gdLst/>
              <a:ahLst/>
              <a:cxnLst/>
              <a:rect l="l" t="t" r="r" b="b"/>
              <a:pathLst>
                <a:path w="275355" h="12175" extrusionOk="0">
                  <a:moveTo>
                    <a:pt x="0" y="0"/>
                  </a:moveTo>
                  <a:lnTo>
                    <a:pt x="0" y="9390"/>
                  </a:lnTo>
                  <a:lnTo>
                    <a:pt x="0" y="10782"/>
                  </a:lnTo>
                  <a:lnTo>
                    <a:pt x="14522" y="10782"/>
                  </a:lnTo>
                  <a:lnTo>
                    <a:pt x="14522" y="9370"/>
                  </a:lnTo>
                  <a:lnTo>
                    <a:pt x="16869" y="9370"/>
                  </a:lnTo>
                  <a:lnTo>
                    <a:pt x="16869" y="12175"/>
                  </a:lnTo>
                  <a:lnTo>
                    <a:pt x="30913" y="12175"/>
                  </a:lnTo>
                  <a:lnTo>
                    <a:pt x="30913" y="9370"/>
                  </a:lnTo>
                  <a:lnTo>
                    <a:pt x="33261" y="9370"/>
                  </a:lnTo>
                  <a:lnTo>
                    <a:pt x="33261" y="10782"/>
                  </a:lnTo>
                  <a:lnTo>
                    <a:pt x="47782" y="10782"/>
                  </a:lnTo>
                  <a:lnTo>
                    <a:pt x="47782" y="9370"/>
                  </a:lnTo>
                  <a:lnTo>
                    <a:pt x="50110" y="9370"/>
                  </a:lnTo>
                  <a:lnTo>
                    <a:pt x="50110" y="12175"/>
                  </a:lnTo>
                  <a:lnTo>
                    <a:pt x="64632" y="12175"/>
                  </a:lnTo>
                  <a:lnTo>
                    <a:pt x="64632" y="9370"/>
                  </a:lnTo>
                  <a:lnTo>
                    <a:pt x="66979" y="9370"/>
                  </a:lnTo>
                  <a:lnTo>
                    <a:pt x="66979" y="10782"/>
                  </a:lnTo>
                  <a:lnTo>
                    <a:pt x="81023" y="10782"/>
                  </a:lnTo>
                  <a:lnTo>
                    <a:pt x="81023" y="9370"/>
                  </a:lnTo>
                  <a:lnTo>
                    <a:pt x="83370" y="9370"/>
                  </a:lnTo>
                  <a:lnTo>
                    <a:pt x="83370" y="12175"/>
                  </a:lnTo>
                  <a:lnTo>
                    <a:pt x="97892" y="12175"/>
                  </a:lnTo>
                  <a:lnTo>
                    <a:pt x="97892" y="9370"/>
                  </a:lnTo>
                  <a:lnTo>
                    <a:pt x="101174" y="9370"/>
                  </a:lnTo>
                  <a:lnTo>
                    <a:pt x="101174" y="10782"/>
                  </a:lnTo>
                  <a:lnTo>
                    <a:pt x="115656" y="10782"/>
                  </a:lnTo>
                  <a:lnTo>
                    <a:pt x="115656" y="9370"/>
                  </a:lnTo>
                  <a:lnTo>
                    <a:pt x="118481" y="9370"/>
                  </a:lnTo>
                  <a:lnTo>
                    <a:pt x="118481" y="12175"/>
                  </a:lnTo>
                  <a:lnTo>
                    <a:pt x="133460" y="12175"/>
                  </a:lnTo>
                  <a:lnTo>
                    <a:pt x="133460" y="9370"/>
                  </a:lnTo>
                  <a:lnTo>
                    <a:pt x="136285" y="9370"/>
                  </a:lnTo>
                  <a:lnTo>
                    <a:pt x="136285" y="10782"/>
                  </a:lnTo>
                  <a:lnTo>
                    <a:pt x="151722" y="10782"/>
                  </a:lnTo>
                  <a:lnTo>
                    <a:pt x="151722" y="9370"/>
                  </a:lnTo>
                  <a:lnTo>
                    <a:pt x="154527" y="9370"/>
                  </a:lnTo>
                  <a:lnTo>
                    <a:pt x="154527" y="12175"/>
                  </a:lnTo>
                  <a:lnTo>
                    <a:pt x="169048" y="12175"/>
                  </a:lnTo>
                  <a:lnTo>
                    <a:pt x="169048" y="9370"/>
                  </a:lnTo>
                  <a:lnTo>
                    <a:pt x="172331" y="9370"/>
                  </a:lnTo>
                  <a:lnTo>
                    <a:pt x="172331" y="10782"/>
                  </a:lnTo>
                  <a:lnTo>
                    <a:pt x="186852" y="10782"/>
                  </a:lnTo>
                  <a:lnTo>
                    <a:pt x="186852" y="9370"/>
                  </a:lnTo>
                  <a:lnTo>
                    <a:pt x="190115" y="9370"/>
                  </a:lnTo>
                  <a:lnTo>
                    <a:pt x="190115" y="12175"/>
                  </a:lnTo>
                  <a:lnTo>
                    <a:pt x="204636" y="12175"/>
                  </a:lnTo>
                  <a:lnTo>
                    <a:pt x="204636" y="9370"/>
                  </a:lnTo>
                  <a:lnTo>
                    <a:pt x="207441" y="9370"/>
                  </a:lnTo>
                  <a:lnTo>
                    <a:pt x="207441" y="12175"/>
                  </a:lnTo>
                  <a:lnTo>
                    <a:pt x="222440" y="12175"/>
                  </a:lnTo>
                  <a:lnTo>
                    <a:pt x="222440" y="9370"/>
                  </a:lnTo>
                  <a:lnTo>
                    <a:pt x="225722" y="9370"/>
                  </a:lnTo>
                  <a:lnTo>
                    <a:pt x="225722" y="10782"/>
                  </a:lnTo>
                  <a:lnTo>
                    <a:pt x="240224" y="10782"/>
                  </a:lnTo>
                  <a:lnTo>
                    <a:pt x="240224" y="9370"/>
                  </a:lnTo>
                  <a:lnTo>
                    <a:pt x="243507" y="9370"/>
                  </a:lnTo>
                  <a:lnTo>
                    <a:pt x="243507" y="12175"/>
                  </a:lnTo>
                  <a:lnTo>
                    <a:pt x="257551" y="12175"/>
                  </a:lnTo>
                  <a:lnTo>
                    <a:pt x="257551" y="9370"/>
                  </a:lnTo>
                  <a:lnTo>
                    <a:pt x="260833" y="9370"/>
                  </a:lnTo>
                  <a:lnTo>
                    <a:pt x="260833" y="10782"/>
                  </a:lnTo>
                  <a:lnTo>
                    <a:pt x="275355" y="10782"/>
                  </a:lnTo>
                  <a:lnTo>
                    <a:pt x="2753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6"/>
            <p:cNvSpPr/>
            <p:nvPr/>
          </p:nvSpPr>
          <p:spPr>
            <a:xfrm>
              <a:off x="363575" y="-634175"/>
              <a:ext cx="6695900" cy="1158775"/>
            </a:xfrm>
            <a:custGeom>
              <a:avLst/>
              <a:gdLst/>
              <a:ahLst/>
              <a:cxnLst/>
              <a:rect l="l" t="t" r="r" b="b"/>
              <a:pathLst>
                <a:path w="267836" h="46351" extrusionOk="0">
                  <a:moveTo>
                    <a:pt x="0" y="0"/>
                  </a:moveTo>
                  <a:lnTo>
                    <a:pt x="0" y="46350"/>
                  </a:lnTo>
                  <a:lnTo>
                    <a:pt x="267835" y="46350"/>
                  </a:lnTo>
                  <a:lnTo>
                    <a:pt x="26783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6"/>
            <p:cNvSpPr/>
            <p:nvPr/>
          </p:nvSpPr>
          <p:spPr>
            <a:xfrm>
              <a:off x="363575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6"/>
            <p:cNvSpPr/>
            <p:nvPr/>
          </p:nvSpPr>
          <p:spPr>
            <a:xfrm>
              <a:off x="4341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6"/>
            <p:cNvSpPr/>
            <p:nvPr/>
          </p:nvSpPr>
          <p:spPr>
            <a:xfrm>
              <a:off x="785300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044" y="49155"/>
                  </a:lnTo>
                  <a:lnTo>
                    <a:pt x="14044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6"/>
            <p:cNvSpPr/>
            <p:nvPr/>
          </p:nvSpPr>
          <p:spPr>
            <a:xfrm>
              <a:off x="867350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480" y="49155"/>
                  </a:lnTo>
                  <a:lnTo>
                    <a:pt x="7480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6"/>
            <p:cNvSpPr/>
            <p:nvPr/>
          </p:nvSpPr>
          <p:spPr>
            <a:xfrm>
              <a:off x="119507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6"/>
            <p:cNvSpPr/>
            <p:nvPr/>
          </p:nvSpPr>
          <p:spPr>
            <a:xfrm>
              <a:off x="1277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7957" y="47782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6"/>
            <p:cNvSpPr/>
            <p:nvPr/>
          </p:nvSpPr>
          <p:spPr>
            <a:xfrm>
              <a:off x="1616300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3" y="49155"/>
                  </a:lnTo>
                  <a:lnTo>
                    <a:pt x="14523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6"/>
            <p:cNvSpPr/>
            <p:nvPr/>
          </p:nvSpPr>
          <p:spPr>
            <a:xfrm>
              <a:off x="1698375" y="-634175"/>
              <a:ext cx="210875" cy="1228900"/>
            </a:xfrm>
            <a:custGeom>
              <a:avLst/>
              <a:gdLst/>
              <a:ahLst/>
              <a:cxnLst/>
              <a:rect l="l" t="t" r="r" b="b"/>
              <a:pathLst>
                <a:path w="843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35" y="49155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6"/>
            <p:cNvSpPr/>
            <p:nvPr/>
          </p:nvSpPr>
          <p:spPr>
            <a:xfrm>
              <a:off x="2038025" y="-634175"/>
              <a:ext cx="351150" cy="1194575"/>
            </a:xfrm>
            <a:custGeom>
              <a:avLst/>
              <a:gdLst/>
              <a:ahLst/>
              <a:cxnLst/>
              <a:rect l="l" t="t" r="r" b="b"/>
              <a:pathLst>
                <a:path w="1404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045" y="47782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6"/>
            <p:cNvSpPr/>
            <p:nvPr/>
          </p:nvSpPr>
          <p:spPr>
            <a:xfrm>
              <a:off x="2108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6"/>
            <p:cNvSpPr/>
            <p:nvPr/>
          </p:nvSpPr>
          <p:spPr>
            <a:xfrm>
              <a:off x="24478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6"/>
            <p:cNvSpPr/>
            <p:nvPr/>
          </p:nvSpPr>
          <p:spPr>
            <a:xfrm>
              <a:off x="25293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6"/>
            <p:cNvSpPr/>
            <p:nvPr/>
          </p:nvSpPr>
          <p:spPr>
            <a:xfrm>
              <a:off x="28929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6"/>
            <p:cNvSpPr/>
            <p:nvPr/>
          </p:nvSpPr>
          <p:spPr>
            <a:xfrm>
              <a:off x="29739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6"/>
            <p:cNvSpPr/>
            <p:nvPr/>
          </p:nvSpPr>
          <p:spPr>
            <a:xfrm>
              <a:off x="3325600" y="-634175"/>
              <a:ext cx="374500" cy="1228900"/>
            </a:xfrm>
            <a:custGeom>
              <a:avLst/>
              <a:gdLst/>
              <a:ahLst/>
              <a:cxnLst/>
              <a:rect l="l" t="t" r="r" b="b"/>
              <a:pathLst>
                <a:path w="1498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79" y="49155"/>
                  </a:lnTo>
                  <a:lnTo>
                    <a:pt x="1497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6"/>
            <p:cNvSpPr/>
            <p:nvPr/>
          </p:nvSpPr>
          <p:spPr>
            <a:xfrm>
              <a:off x="3407650" y="-634175"/>
              <a:ext cx="210375" cy="1228900"/>
            </a:xfrm>
            <a:custGeom>
              <a:avLst/>
              <a:gdLst/>
              <a:ahLst/>
              <a:cxnLst/>
              <a:rect l="l" t="t" r="r" b="b"/>
              <a:pathLst>
                <a:path w="841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15" y="49155"/>
                  </a:lnTo>
                  <a:lnTo>
                    <a:pt x="841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6"/>
            <p:cNvSpPr/>
            <p:nvPr/>
          </p:nvSpPr>
          <p:spPr>
            <a:xfrm>
              <a:off x="3770675" y="-634175"/>
              <a:ext cx="385950" cy="1194575"/>
            </a:xfrm>
            <a:custGeom>
              <a:avLst/>
              <a:gdLst/>
              <a:ahLst/>
              <a:cxnLst/>
              <a:rect l="l" t="t" r="r" b="b"/>
              <a:pathLst>
                <a:path w="1543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5438" y="47782"/>
                  </a:lnTo>
                  <a:lnTo>
                    <a:pt x="15438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6"/>
            <p:cNvSpPr/>
            <p:nvPr/>
          </p:nvSpPr>
          <p:spPr>
            <a:xfrm>
              <a:off x="38641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6"/>
            <p:cNvSpPr/>
            <p:nvPr/>
          </p:nvSpPr>
          <p:spPr>
            <a:xfrm>
              <a:off x="42267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6"/>
            <p:cNvSpPr/>
            <p:nvPr/>
          </p:nvSpPr>
          <p:spPr>
            <a:xfrm>
              <a:off x="4308775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481" y="49155"/>
                  </a:lnTo>
                  <a:lnTo>
                    <a:pt x="748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6"/>
            <p:cNvSpPr/>
            <p:nvPr/>
          </p:nvSpPr>
          <p:spPr>
            <a:xfrm>
              <a:off x="46718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6"/>
            <p:cNvSpPr/>
            <p:nvPr/>
          </p:nvSpPr>
          <p:spPr>
            <a:xfrm>
              <a:off x="47419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6"/>
            <p:cNvSpPr/>
            <p:nvPr/>
          </p:nvSpPr>
          <p:spPr>
            <a:xfrm>
              <a:off x="51164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6"/>
            <p:cNvSpPr/>
            <p:nvPr/>
          </p:nvSpPr>
          <p:spPr>
            <a:xfrm>
              <a:off x="51984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6"/>
            <p:cNvSpPr/>
            <p:nvPr/>
          </p:nvSpPr>
          <p:spPr>
            <a:xfrm>
              <a:off x="5549600" y="-634175"/>
              <a:ext cx="375000" cy="1228900"/>
            </a:xfrm>
            <a:custGeom>
              <a:avLst/>
              <a:gdLst/>
              <a:ahLst/>
              <a:cxnLst/>
              <a:rect l="l" t="t" r="r" b="b"/>
              <a:pathLst>
                <a:path w="1500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99" y="49155"/>
                  </a:lnTo>
                  <a:lnTo>
                    <a:pt x="1499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6"/>
            <p:cNvSpPr/>
            <p:nvPr/>
          </p:nvSpPr>
          <p:spPr>
            <a:xfrm>
              <a:off x="5631650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957" y="49155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6"/>
            <p:cNvSpPr/>
            <p:nvPr/>
          </p:nvSpPr>
          <p:spPr>
            <a:xfrm>
              <a:off x="60066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6"/>
            <p:cNvSpPr/>
            <p:nvPr/>
          </p:nvSpPr>
          <p:spPr>
            <a:xfrm>
              <a:off x="60767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6"/>
            <p:cNvSpPr/>
            <p:nvPr/>
          </p:nvSpPr>
          <p:spPr>
            <a:xfrm>
              <a:off x="6451225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045" y="49155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6"/>
            <p:cNvSpPr/>
            <p:nvPr/>
          </p:nvSpPr>
          <p:spPr>
            <a:xfrm>
              <a:off x="6532775" y="-634175"/>
              <a:ext cx="187525" cy="1228900"/>
            </a:xfrm>
            <a:custGeom>
              <a:avLst/>
              <a:gdLst/>
              <a:ahLst/>
              <a:cxnLst/>
              <a:rect l="l" t="t" r="r" b="b"/>
              <a:pathLst>
                <a:path w="750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501" y="49155"/>
                  </a:lnTo>
                  <a:lnTo>
                    <a:pt x="750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6"/>
            <p:cNvSpPr/>
            <p:nvPr/>
          </p:nvSpPr>
          <p:spPr>
            <a:xfrm>
              <a:off x="6884400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6"/>
            <p:cNvSpPr/>
            <p:nvPr/>
          </p:nvSpPr>
          <p:spPr>
            <a:xfrm>
              <a:off x="69783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6"/>
            <p:cNvSpPr/>
            <p:nvPr/>
          </p:nvSpPr>
          <p:spPr>
            <a:xfrm>
              <a:off x="211400" y="-634175"/>
              <a:ext cx="7094250" cy="25"/>
            </a:xfrm>
            <a:custGeom>
              <a:avLst/>
              <a:gdLst/>
              <a:ahLst/>
              <a:cxnLst/>
              <a:rect l="l" t="t" r="r" b="b"/>
              <a:pathLst>
                <a:path w="283770" h="1" fill="none" extrusionOk="0">
                  <a:moveTo>
                    <a:pt x="0" y="0"/>
                  </a:moveTo>
                  <a:lnTo>
                    <a:pt x="283769" y="0"/>
                  </a:lnTo>
                </a:path>
              </a:pathLst>
            </a:custGeom>
            <a:noFill/>
            <a:ln w="46750" cap="flat" cmpd="sng">
              <a:solidFill>
                <a:srgbClr val="FFB726"/>
              </a:solidFill>
              <a:prstDash val="solid"/>
              <a:miter lim="198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6"/>
            <p:cNvSpPr/>
            <p:nvPr/>
          </p:nvSpPr>
          <p:spPr>
            <a:xfrm>
              <a:off x="7287225" y="-693375"/>
              <a:ext cx="127825" cy="128350"/>
            </a:xfrm>
            <a:custGeom>
              <a:avLst/>
              <a:gdLst/>
              <a:ahLst/>
              <a:cxnLst/>
              <a:rect l="l" t="t" r="r" b="b"/>
              <a:pathLst>
                <a:path w="5113" h="5134" extrusionOk="0">
                  <a:moveTo>
                    <a:pt x="2566" y="1"/>
                  </a:moveTo>
                  <a:cubicBezTo>
                    <a:pt x="1134" y="1"/>
                    <a:pt x="0" y="1155"/>
                    <a:pt x="0" y="2567"/>
                  </a:cubicBezTo>
                  <a:cubicBezTo>
                    <a:pt x="0" y="3979"/>
                    <a:pt x="1134" y="5133"/>
                    <a:pt x="2566" y="5133"/>
                  </a:cubicBezTo>
                  <a:cubicBezTo>
                    <a:pt x="3979" y="5133"/>
                    <a:pt x="5113" y="3979"/>
                    <a:pt x="5113" y="2567"/>
                  </a:cubicBezTo>
                  <a:cubicBezTo>
                    <a:pt x="5113" y="1155"/>
                    <a:pt x="3979" y="1"/>
                    <a:pt x="2566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6"/>
            <p:cNvSpPr/>
            <p:nvPr/>
          </p:nvSpPr>
          <p:spPr>
            <a:xfrm>
              <a:off x="193475" y="-693375"/>
              <a:ext cx="128350" cy="128350"/>
            </a:xfrm>
            <a:custGeom>
              <a:avLst/>
              <a:gdLst/>
              <a:ahLst/>
              <a:cxnLst/>
              <a:rect l="l" t="t" r="r" b="b"/>
              <a:pathLst>
                <a:path w="5134" h="5134" extrusionOk="0">
                  <a:moveTo>
                    <a:pt x="2567" y="1"/>
                  </a:moveTo>
                  <a:cubicBezTo>
                    <a:pt x="1155" y="1"/>
                    <a:pt x="1" y="1155"/>
                    <a:pt x="1" y="2567"/>
                  </a:cubicBezTo>
                  <a:cubicBezTo>
                    <a:pt x="1" y="3979"/>
                    <a:pt x="1155" y="5133"/>
                    <a:pt x="2567" y="5133"/>
                  </a:cubicBezTo>
                  <a:cubicBezTo>
                    <a:pt x="3979" y="5133"/>
                    <a:pt x="5133" y="3979"/>
                    <a:pt x="5133" y="2567"/>
                  </a:cubicBezTo>
                  <a:cubicBezTo>
                    <a:pt x="5133" y="1155"/>
                    <a:pt x="3979" y="1"/>
                    <a:pt x="2567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4" name="Google Shape;1034;p6"/>
          <p:cNvGrpSpPr/>
          <p:nvPr/>
        </p:nvGrpSpPr>
        <p:grpSpPr>
          <a:xfrm>
            <a:off x="-20" y="4613271"/>
            <a:ext cx="9143683" cy="1629094"/>
            <a:chOff x="429225" y="4417075"/>
            <a:chExt cx="6749600" cy="1202550"/>
          </a:xfrm>
        </p:grpSpPr>
        <p:sp>
          <p:nvSpPr>
            <p:cNvPr id="1035" name="Google Shape;1035;p6"/>
            <p:cNvSpPr/>
            <p:nvPr/>
          </p:nvSpPr>
          <p:spPr>
            <a:xfrm>
              <a:off x="1901275" y="5022325"/>
              <a:ext cx="3806000" cy="502300"/>
            </a:xfrm>
            <a:custGeom>
              <a:avLst/>
              <a:gdLst/>
              <a:ahLst/>
              <a:cxnLst/>
              <a:rect l="l" t="t" r="r" b="b"/>
              <a:pathLst>
                <a:path w="152240" h="20092" extrusionOk="0">
                  <a:moveTo>
                    <a:pt x="0" y="0"/>
                  </a:moveTo>
                  <a:lnTo>
                    <a:pt x="0" y="20092"/>
                  </a:lnTo>
                  <a:lnTo>
                    <a:pt x="152239" y="20092"/>
                  </a:lnTo>
                  <a:lnTo>
                    <a:pt x="152239" y="0"/>
                  </a:lnTo>
                  <a:close/>
                </a:path>
              </a:pathLst>
            </a:custGeom>
            <a:solidFill>
              <a:srgbClr val="C3C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6"/>
            <p:cNvSpPr/>
            <p:nvPr/>
          </p:nvSpPr>
          <p:spPr>
            <a:xfrm>
              <a:off x="429225" y="4417075"/>
              <a:ext cx="650000" cy="553050"/>
            </a:xfrm>
            <a:custGeom>
              <a:avLst/>
              <a:gdLst/>
              <a:ahLst/>
              <a:cxnLst/>
              <a:rect l="l" t="t" r="r" b="b"/>
              <a:pathLst>
                <a:path w="26000" h="22122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6"/>
            <p:cNvSpPr/>
            <p:nvPr/>
          </p:nvSpPr>
          <p:spPr>
            <a:xfrm>
              <a:off x="4297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2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6"/>
            <p:cNvSpPr/>
            <p:nvPr/>
          </p:nvSpPr>
          <p:spPr>
            <a:xfrm>
              <a:off x="9449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6"/>
            <p:cNvSpPr/>
            <p:nvPr/>
          </p:nvSpPr>
          <p:spPr>
            <a:xfrm>
              <a:off x="4297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3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6"/>
            <p:cNvSpPr/>
            <p:nvPr/>
          </p:nvSpPr>
          <p:spPr>
            <a:xfrm>
              <a:off x="4302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9" y="20828"/>
                  </a:lnTo>
                  <a:lnTo>
                    <a:pt x="24489" y="6088"/>
                  </a:lnTo>
                  <a:cubicBezTo>
                    <a:pt x="2446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6"/>
            <p:cNvSpPr/>
            <p:nvPr/>
          </p:nvSpPr>
          <p:spPr>
            <a:xfrm>
              <a:off x="1191600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6"/>
            <p:cNvSpPr/>
            <p:nvPr/>
          </p:nvSpPr>
          <p:spPr>
            <a:xfrm>
              <a:off x="11926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6"/>
            <p:cNvSpPr/>
            <p:nvPr/>
          </p:nvSpPr>
          <p:spPr>
            <a:xfrm>
              <a:off x="17078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6"/>
            <p:cNvSpPr/>
            <p:nvPr/>
          </p:nvSpPr>
          <p:spPr>
            <a:xfrm>
              <a:off x="1192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09" y="0"/>
                  </a:moveTo>
                  <a:cubicBezTo>
                    <a:pt x="75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5" y="4158"/>
                  </a:cubicBezTo>
                  <a:cubicBezTo>
                    <a:pt x="7221" y="3263"/>
                    <a:pt x="4476" y="1850"/>
                    <a:pt x="200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6"/>
            <p:cNvSpPr/>
            <p:nvPr/>
          </p:nvSpPr>
          <p:spPr>
            <a:xfrm>
              <a:off x="11926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08" y="160"/>
                  </a:cubicBezTo>
                  <a:lnTo>
                    <a:pt x="1824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88" y="2726"/>
                    <a:pt x="2174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6"/>
            <p:cNvSpPr/>
            <p:nvPr/>
          </p:nvSpPr>
          <p:spPr>
            <a:xfrm>
              <a:off x="1954475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1" y="22121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6"/>
            <p:cNvSpPr/>
            <p:nvPr/>
          </p:nvSpPr>
          <p:spPr>
            <a:xfrm>
              <a:off x="195447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6"/>
            <p:cNvSpPr/>
            <p:nvPr/>
          </p:nvSpPr>
          <p:spPr>
            <a:xfrm>
              <a:off x="24702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6"/>
            <p:cNvSpPr/>
            <p:nvPr/>
          </p:nvSpPr>
          <p:spPr>
            <a:xfrm>
              <a:off x="195447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6"/>
            <p:cNvSpPr/>
            <p:nvPr/>
          </p:nvSpPr>
          <p:spPr>
            <a:xfrm>
              <a:off x="19544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6"/>
            <p:cNvSpPr/>
            <p:nvPr/>
          </p:nvSpPr>
          <p:spPr>
            <a:xfrm>
              <a:off x="271687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6"/>
            <p:cNvSpPr/>
            <p:nvPr/>
          </p:nvSpPr>
          <p:spPr>
            <a:xfrm>
              <a:off x="27168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6"/>
            <p:cNvSpPr/>
            <p:nvPr/>
          </p:nvSpPr>
          <p:spPr>
            <a:xfrm>
              <a:off x="32326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6"/>
            <p:cNvSpPr/>
            <p:nvPr/>
          </p:nvSpPr>
          <p:spPr>
            <a:xfrm>
              <a:off x="271687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6" y="4158"/>
                  </a:cubicBezTo>
                  <a:cubicBezTo>
                    <a:pt x="7221" y="3263"/>
                    <a:pt x="4476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6"/>
            <p:cNvSpPr/>
            <p:nvPr/>
          </p:nvSpPr>
          <p:spPr>
            <a:xfrm>
              <a:off x="271737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68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6"/>
            <p:cNvSpPr/>
            <p:nvPr/>
          </p:nvSpPr>
          <p:spPr>
            <a:xfrm>
              <a:off x="347975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6"/>
            <p:cNvSpPr/>
            <p:nvPr/>
          </p:nvSpPr>
          <p:spPr>
            <a:xfrm>
              <a:off x="3479250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80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6"/>
            <p:cNvSpPr/>
            <p:nvPr/>
          </p:nvSpPr>
          <p:spPr>
            <a:xfrm>
              <a:off x="399497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6"/>
            <p:cNvSpPr/>
            <p:nvPr/>
          </p:nvSpPr>
          <p:spPr>
            <a:xfrm>
              <a:off x="3479250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3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86" y="4158"/>
                  </a:cubicBezTo>
                  <a:cubicBezTo>
                    <a:pt x="7242" y="3263"/>
                    <a:pt x="4477" y="1850"/>
                    <a:pt x="203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6"/>
            <p:cNvSpPr/>
            <p:nvPr/>
          </p:nvSpPr>
          <p:spPr>
            <a:xfrm>
              <a:off x="34792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6"/>
            <p:cNvSpPr/>
            <p:nvPr/>
          </p:nvSpPr>
          <p:spPr>
            <a:xfrm>
              <a:off x="652880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6"/>
            <p:cNvSpPr/>
            <p:nvPr/>
          </p:nvSpPr>
          <p:spPr>
            <a:xfrm>
              <a:off x="65661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6"/>
            <p:cNvSpPr/>
            <p:nvPr/>
          </p:nvSpPr>
          <p:spPr>
            <a:xfrm>
              <a:off x="65288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6"/>
            <p:cNvSpPr/>
            <p:nvPr/>
          </p:nvSpPr>
          <p:spPr>
            <a:xfrm>
              <a:off x="6566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6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33" y="1134"/>
                    <a:pt x="22479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6"/>
            <p:cNvSpPr/>
            <p:nvPr/>
          </p:nvSpPr>
          <p:spPr>
            <a:xfrm>
              <a:off x="6566600" y="4449400"/>
              <a:ext cx="611725" cy="520725"/>
            </a:xfrm>
            <a:custGeom>
              <a:avLst/>
              <a:gdLst/>
              <a:ahLst/>
              <a:cxnLst/>
              <a:rect l="l" t="t" r="r" b="b"/>
              <a:pathLst>
                <a:path w="2446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00" y="20828"/>
                  </a:lnTo>
                  <a:lnTo>
                    <a:pt x="200" y="6207"/>
                  </a:lnTo>
                  <a:cubicBezTo>
                    <a:pt x="200" y="2885"/>
                    <a:pt x="2885" y="160"/>
                    <a:pt x="6207" y="160"/>
                  </a:cubicBezTo>
                  <a:lnTo>
                    <a:pt x="18461" y="160"/>
                  </a:lnTo>
                  <a:cubicBezTo>
                    <a:pt x="21763" y="160"/>
                    <a:pt x="24469" y="2885"/>
                    <a:pt x="24469" y="6207"/>
                  </a:cubicBezTo>
                  <a:lnTo>
                    <a:pt x="24469" y="6088"/>
                  </a:lnTo>
                  <a:cubicBezTo>
                    <a:pt x="24469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6"/>
            <p:cNvSpPr/>
            <p:nvPr/>
          </p:nvSpPr>
          <p:spPr>
            <a:xfrm>
              <a:off x="5766425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6"/>
            <p:cNvSpPr/>
            <p:nvPr/>
          </p:nvSpPr>
          <p:spPr>
            <a:xfrm>
              <a:off x="580322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8"/>
                  </a:lnTo>
                  <a:cubicBezTo>
                    <a:pt x="2452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6"/>
            <p:cNvSpPr/>
            <p:nvPr/>
          </p:nvSpPr>
          <p:spPr>
            <a:xfrm>
              <a:off x="57664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6"/>
            <p:cNvSpPr/>
            <p:nvPr/>
          </p:nvSpPr>
          <p:spPr>
            <a:xfrm>
              <a:off x="580372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2479" y="0"/>
                  </a:moveTo>
                  <a:cubicBezTo>
                    <a:pt x="2003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508" y="19276"/>
                  </a:lnTo>
                  <a:lnTo>
                    <a:pt x="24508" y="4536"/>
                  </a:lnTo>
                  <a:cubicBezTo>
                    <a:pt x="2450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6"/>
            <p:cNvSpPr/>
            <p:nvPr/>
          </p:nvSpPr>
          <p:spPr>
            <a:xfrm>
              <a:off x="58037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45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508" y="2885"/>
                    <a:pt x="24508" y="6207"/>
                  </a:cubicBezTo>
                  <a:lnTo>
                    <a:pt x="24508" y="6088"/>
                  </a:lnTo>
                  <a:cubicBezTo>
                    <a:pt x="24508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6"/>
            <p:cNvSpPr/>
            <p:nvPr/>
          </p:nvSpPr>
          <p:spPr>
            <a:xfrm>
              <a:off x="500402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6"/>
            <p:cNvSpPr/>
            <p:nvPr/>
          </p:nvSpPr>
          <p:spPr>
            <a:xfrm>
              <a:off x="50413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6"/>
            <p:cNvSpPr/>
            <p:nvPr/>
          </p:nvSpPr>
          <p:spPr>
            <a:xfrm>
              <a:off x="50040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6"/>
            <p:cNvSpPr/>
            <p:nvPr/>
          </p:nvSpPr>
          <p:spPr>
            <a:xfrm>
              <a:off x="504182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4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6"/>
            <p:cNvSpPr/>
            <p:nvPr/>
          </p:nvSpPr>
          <p:spPr>
            <a:xfrm>
              <a:off x="504132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8" y="1"/>
                  </a:moveTo>
                  <a:cubicBezTo>
                    <a:pt x="2726" y="1"/>
                    <a:pt x="21" y="2726"/>
                    <a:pt x="1" y="6088"/>
                  </a:cubicBezTo>
                  <a:lnTo>
                    <a:pt x="1" y="20828"/>
                  </a:lnTo>
                  <a:lnTo>
                    <a:pt x="220" y="20828"/>
                  </a:lnTo>
                  <a:lnTo>
                    <a:pt x="220" y="6207"/>
                  </a:lnTo>
                  <a:cubicBezTo>
                    <a:pt x="220" y="2885"/>
                    <a:pt x="2905" y="160"/>
                    <a:pt x="6227" y="160"/>
                  </a:cubicBezTo>
                  <a:lnTo>
                    <a:pt x="18461" y="160"/>
                  </a:lnTo>
                  <a:cubicBezTo>
                    <a:pt x="21783" y="160"/>
                    <a:pt x="24489" y="2885"/>
                    <a:pt x="24489" y="6207"/>
                  </a:cubicBezTo>
                  <a:lnTo>
                    <a:pt x="24489" y="6088"/>
                  </a:lnTo>
                  <a:cubicBezTo>
                    <a:pt x="2448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6"/>
            <p:cNvSpPr/>
            <p:nvPr/>
          </p:nvSpPr>
          <p:spPr>
            <a:xfrm>
              <a:off x="4241650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6"/>
            <p:cNvSpPr/>
            <p:nvPr/>
          </p:nvSpPr>
          <p:spPr>
            <a:xfrm>
              <a:off x="42784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6"/>
            <p:cNvSpPr/>
            <p:nvPr/>
          </p:nvSpPr>
          <p:spPr>
            <a:xfrm>
              <a:off x="424165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6"/>
            <p:cNvSpPr/>
            <p:nvPr/>
          </p:nvSpPr>
          <p:spPr>
            <a:xfrm>
              <a:off x="427895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4536"/>
                  </a:lnTo>
                  <a:cubicBezTo>
                    <a:pt x="2448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6"/>
            <p:cNvSpPr/>
            <p:nvPr/>
          </p:nvSpPr>
          <p:spPr>
            <a:xfrm>
              <a:off x="427895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7" y="1"/>
                  </a:moveTo>
                  <a:cubicBezTo>
                    <a:pt x="274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488" y="2885"/>
                    <a:pt x="24488" y="6207"/>
                  </a:cubicBezTo>
                  <a:lnTo>
                    <a:pt x="24488" y="6088"/>
                  </a:lnTo>
                  <a:cubicBezTo>
                    <a:pt x="2448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6"/>
            <p:cNvSpPr/>
            <p:nvPr/>
          </p:nvSpPr>
          <p:spPr>
            <a:xfrm>
              <a:off x="810650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6"/>
            <p:cNvSpPr/>
            <p:nvPr/>
          </p:nvSpPr>
          <p:spPr>
            <a:xfrm>
              <a:off x="81065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08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6"/>
            <p:cNvSpPr/>
            <p:nvPr/>
          </p:nvSpPr>
          <p:spPr>
            <a:xfrm>
              <a:off x="1326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73" y="1017"/>
                    <a:pt x="4886" y="1406"/>
                    <a:pt x="4527" y="1406"/>
                  </a:cubicBezTo>
                  <a:cubicBezTo>
                    <a:pt x="4358" y="1406"/>
                    <a:pt x="4152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6"/>
            <p:cNvSpPr/>
            <p:nvPr/>
          </p:nvSpPr>
          <p:spPr>
            <a:xfrm>
              <a:off x="8106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1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53" y="5709"/>
                    <a:pt x="14880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6"/>
            <p:cNvSpPr/>
            <p:nvPr/>
          </p:nvSpPr>
          <p:spPr>
            <a:xfrm>
              <a:off x="811150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6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469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6"/>
            <p:cNvSpPr/>
            <p:nvPr/>
          </p:nvSpPr>
          <p:spPr>
            <a:xfrm>
              <a:off x="1573050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6"/>
            <p:cNvSpPr/>
            <p:nvPr/>
          </p:nvSpPr>
          <p:spPr>
            <a:xfrm>
              <a:off x="157355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6"/>
            <p:cNvSpPr/>
            <p:nvPr/>
          </p:nvSpPr>
          <p:spPr>
            <a:xfrm>
              <a:off x="20887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87" y="1017"/>
                    <a:pt x="4904" y="1406"/>
                    <a:pt x="4540" y="1406"/>
                  </a:cubicBezTo>
                  <a:cubicBezTo>
                    <a:pt x="4369" y="1406"/>
                    <a:pt x="4159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6"/>
            <p:cNvSpPr/>
            <p:nvPr/>
          </p:nvSpPr>
          <p:spPr>
            <a:xfrm>
              <a:off x="1573550" y="46935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2" y="5690"/>
                    <a:pt x="14860" y="5571"/>
                    <a:pt x="10165" y="4159"/>
                  </a:cubicBezTo>
                  <a:cubicBezTo>
                    <a:pt x="7241" y="326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6"/>
            <p:cNvSpPr/>
            <p:nvPr/>
          </p:nvSpPr>
          <p:spPr>
            <a:xfrm>
              <a:off x="1573550" y="4654800"/>
              <a:ext cx="612200" cy="521200"/>
            </a:xfrm>
            <a:custGeom>
              <a:avLst/>
              <a:gdLst/>
              <a:ahLst/>
              <a:cxnLst/>
              <a:rect l="l" t="t" r="r" b="b"/>
              <a:pathLst>
                <a:path w="24488" h="20848" extrusionOk="0">
                  <a:moveTo>
                    <a:pt x="6067" y="0"/>
                  </a:moveTo>
                  <a:cubicBezTo>
                    <a:pt x="2706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06" y="179"/>
                    <a:pt x="600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6"/>
            <p:cNvSpPr/>
            <p:nvPr/>
          </p:nvSpPr>
          <p:spPr>
            <a:xfrm>
              <a:off x="2335925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6"/>
            <p:cNvSpPr/>
            <p:nvPr/>
          </p:nvSpPr>
          <p:spPr>
            <a:xfrm>
              <a:off x="233592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6"/>
            <p:cNvSpPr/>
            <p:nvPr/>
          </p:nvSpPr>
          <p:spPr>
            <a:xfrm>
              <a:off x="28516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87" y="1017"/>
                    <a:pt x="4904" y="1406"/>
                    <a:pt x="4539" y="1406"/>
                  </a:cubicBezTo>
                  <a:cubicBezTo>
                    <a:pt x="4369" y="1406"/>
                    <a:pt x="4159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6"/>
            <p:cNvSpPr/>
            <p:nvPr/>
          </p:nvSpPr>
          <p:spPr>
            <a:xfrm>
              <a:off x="233592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17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3" y="5690"/>
                    <a:pt x="14860" y="5571"/>
                    <a:pt x="10166" y="4159"/>
                  </a:cubicBezTo>
                  <a:cubicBezTo>
                    <a:pt x="7222" y="326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6"/>
            <p:cNvSpPr/>
            <p:nvPr/>
          </p:nvSpPr>
          <p:spPr>
            <a:xfrm>
              <a:off x="2335925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68" y="0"/>
                  </a:moveTo>
                  <a:cubicBezTo>
                    <a:pt x="270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6"/>
            <p:cNvSpPr/>
            <p:nvPr/>
          </p:nvSpPr>
          <p:spPr>
            <a:xfrm>
              <a:off x="3097825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6"/>
            <p:cNvSpPr/>
            <p:nvPr/>
          </p:nvSpPr>
          <p:spPr>
            <a:xfrm>
              <a:off x="309782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6"/>
            <p:cNvSpPr/>
            <p:nvPr/>
          </p:nvSpPr>
          <p:spPr>
            <a:xfrm>
              <a:off x="361402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74" y="1017"/>
                    <a:pt x="4886" y="1406"/>
                    <a:pt x="4527" y="1406"/>
                  </a:cubicBezTo>
                  <a:cubicBezTo>
                    <a:pt x="4359" y="1406"/>
                    <a:pt x="4153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6"/>
            <p:cNvSpPr/>
            <p:nvPr/>
          </p:nvSpPr>
          <p:spPr>
            <a:xfrm>
              <a:off x="3098325" y="46935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60"/>
                  </a:lnTo>
                  <a:cubicBezTo>
                    <a:pt x="20052" y="5690"/>
                    <a:pt x="14880" y="5571"/>
                    <a:pt x="10185" y="4159"/>
                  </a:cubicBezTo>
                  <a:cubicBezTo>
                    <a:pt x="7241" y="3263"/>
                    <a:pt x="4476" y="183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6"/>
            <p:cNvSpPr/>
            <p:nvPr/>
          </p:nvSpPr>
          <p:spPr>
            <a:xfrm>
              <a:off x="309832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06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25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50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6"/>
            <p:cNvSpPr/>
            <p:nvPr/>
          </p:nvSpPr>
          <p:spPr>
            <a:xfrm>
              <a:off x="6147875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6"/>
            <p:cNvSpPr/>
            <p:nvPr/>
          </p:nvSpPr>
          <p:spPr>
            <a:xfrm>
              <a:off x="618417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10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6"/>
            <p:cNvSpPr/>
            <p:nvPr/>
          </p:nvSpPr>
          <p:spPr>
            <a:xfrm>
              <a:off x="6147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3" y="1320"/>
                    <a:pt x="1002" y="1406"/>
                    <a:pt x="832" y="1406"/>
                  </a:cubicBezTo>
                  <a:cubicBezTo>
                    <a:pt x="468" y="1406"/>
                    <a:pt x="285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6"/>
            <p:cNvSpPr/>
            <p:nvPr/>
          </p:nvSpPr>
          <p:spPr>
            <a:xfrm>
              <a:off x="61851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80" y="0"/>
                  </a:moveTo>
                  <a:cubicBezTo>
                    <a:pt x="20013" y="1850"/>
                    <a:pt x="17248" y="3263"/>
                    <a:pt x="14324" y="4158"/>
                  </a:cubicBezTo>
                  <a:cubicBezTo>
                    <a:pt x="9609" y="5570"/>
                    <a:pt x="443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6"/>
            <p:cNvSpPr/>
            <p:nvPr/>
          </p:nvSpPr>
          <p:spPr>
            <a:xfrm>
              <a:off x="618467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2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802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6"/>
            <p:cNvSpPr/>
            <p:nvPr/>
          </p:nvSpPr>
          <p:spPr>
            <a:xfrm>
              <a:off x="5385475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6"/>
            <p:cNvSpPr/>
            <p:nvPr/>
          </p:nvSpPr>
          <p:spPr>
            <a:xfrm>
              <a:off x="542227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6"/>
            <p:cNvSpPr/>
            <p:nvPr/>
          </p:nvSpPr>
          <p:spPr>
            <a:xfrm>
              <a:off x="53854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2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6"/>
            <p:cNvSpPr/>
            <p:nvPr/>
          </p:nvSpPr>
          <p:spPr>
            <a:xfrm>
              <a:off x="54227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67" y="3263"/>
                    <a:pt x="14323" y="4159"/>
                  </a:cubicBezTo>
                  <a:cubicBezTo>
                    <a:pt x="9629" y="5571"/>
                    <a:pt x="4456" y="5690"/>
                    <a:pt x="0" y="7660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6"/>
            <p:cNvSpPr/>
            <p:nvPr/>
          </p:nvSpPr>
          <p:spPr>
            <a:xfrm>
              <a:off x="5422775" y="4654800"/>
              <a:ext cx="611725" cy="521200"/>
            </a:xfrm>
            <a:custGeom>
              <a:avLst/>
              <a:gdLst/>
              <a:ahLst/>
              <a:cxnLst/>
              <a:rect l="l" t="t" r="r" b="b"/>
              <a:pathLst>
                <a:path w="24469" h="20848" extrusionOk="0">
                  <a:moveTo>
                    <a:pt x="6068" y="0"/>
                  </a:moveTo>
                  <a:cubicBezTo>
                    <a:pt x="2706" y="0"/>
                    <a:pt x="0" y="2726"/>
                    <a:pt x="0" y="6107"/>
                  </a:cubicBezTo>
                  <a:lnTo>
                    <a:pt x="0" y="20848"/>
                  </a:lnTo>
                  <a:lnTo>
                    <a:pt x="199" y="20848"/>
                  </a:lnTo>
                  <a:lnTo>
                    <a:pt x="199" y="6227"/>
                  </a:lnTo>
                  <a:cubicBezTo>
                    <a:pt x="199" y="2885"/>
                    <a:pt x="2885" y="179"/>
                    <a:pt x="6207" y="179"/>
                  </a:cubicBezTo>
                  <a:lnTo>
                    <a:pt x="18441" y="179"/>
                  </a:lnTo>
                  <a:cubicBezTo>
                    <a:pt x="21763" y="179"/>
                    <a:pt x="24468" y="2885"/>
                    <a:pt x="24468" y="6227"/>
                  </a:cubicBezTo>
                  <a:lnTo>
                    <a:pt x="24468" y="6107"/>
                  </a:lnTo>
                  <a:cubicBezTo>
                    <a:pt x="24468" y="274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6"/>
            <p:cNvSpPr/>
            <p:nvPr/>
          </p:nvSpPr>
          <p:spPr>
            <a:xfrm>
              <a:off x="4622600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6"/>
            <p:cNvSpPr/>
            <p:nvPr/>
          </p:nvSpPr>
          <p:spPr>
            <a:xfrm>
              <a:off x="465990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6"/>
            <p:cNvSpPr/>
            <p:nvPr/>
          </p:nvSpPr>
          <p:spPr>
            <a:xfrm>
              <a:off x="46226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9" y="1320"/>
                    <a:pt x="1013" y="1406"/>
                    <a:pt x="845" y="1406"/>
                  </a:cubicBezTo>
                  <a:cubicBezTo>
                    <a:pt x="486" y="1406"/>
                    <a:pt x="298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6"/>
            <p:cNvSpPr/>
            <p:nvPr/>
          </p:nvSpPr>
          <p:spPr>
            <a:xfrm>
              <a:off x="46608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31"/>
                    <a:pt x="17248" y="3263"/>
                    <a:pt x="14324" y="4159"/>
                  </a:cubicBezTo>
                  <a:cubicBezTo>
                    <a:pt x="9609" y="5571"/>
                    <a:pt x="4437" y="5690"/>
                    <a:pt x="1" y="7660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17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6"/>
            <p:cNvSpPr/>
            <p:nvPr/>
          </p:nvSpPr>
          <p:spPr>
            <a:xfrm>
              <a:off x="4659900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4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783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6"/>
            <p:cNvSpPr/>
            <p:nvPr/>
          </p:nvSpPr>
          <p:spPr>
            <a:xfrm>
              <a:off x="3860700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6"/>
            <p:cNvSpPr/>
            <p:nvPr/>
          </p:nvSpPr>
          <p:spPr>
            <a:xfrm>
              <a:off x="389700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10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6"/>
            <p:cNvSpPr/>
            <p:nvPr/>
          </p:nvSpPr>
          <p:spPr>
            <a:xfrm>
              <a:off x="38607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3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6"/>
            <p:cNvSpPr/>
            <p:nvPr/>
          </p:nvSpPr>
          <p:spPr>
            <a:xfrm>
              <a:off x="3898000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47" y="3263"/>
                    <a:pt x="14323" y="4159"/>
                  </a:cubicBezTo>
                  <a:cubicBezTo>
                    <a:pt x="9629" y="5571"/>
                    <a:pt x="4456" y="5690"/>
                    <a:pt x="1" y="7660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6"/>
            <p:cNvSpPr/>
            <p:nvPr/>
          </p:nvSpPr>
          <p:spPr>
            <a:xfrm>
              <a:off x="3898000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88" y="0"/>
                  </a:moveTo>
                  <a:cubicBezTo>
                    <a:pt x="2726" y="0"/>
                    <a:pt x="1" y="2726"/>
                    <a:pt x="1" y="6107"/>
                  </a:cubicBezTo>
                  <a:lnTo>
                    <a:pt x="1" y="20848"/>
                  </a:lnTo>
                  <a:lnTo>
                    <a:pt x="219" y="20848"/>
                  </a:lnTo>
                  <a:lnTo>
                    <a:pt x="219" y="6227"/>
                  </a:lnTo>
                  <a:cubicBezTo>
                    <a:pt x="219" y="2885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5"/>
                    <a:pt x="24488" y="6227"/>
                  </a:cubicBezTo>
                  <a:lnTo>
                    <a:pt x="24488" y="6107"/>
                  </a:lnTo>
                  <a:cubicBezTo>
                    <a:pt x="2448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6"/>
            <p:cNvSpPr/>
            <p:nvPr/>
          </p:nvSpPr>
          <p:spPr>
            <a:xfrm>
              <a:off x="429225" y="4827850"/>
              <a:ext cx="650000" cy="758450"/>
            </a:xfrm>
            <a:custGeom>
              <a:avLst/>
              <a:gdLst/>
              <a:ahLst/>
              <a:cxnLst/>
              <a:rect l="l" t="t" r="r" b="b"/>
              <a:pathLst>
                <a:path w="26000" h="30338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6"/>
            <p:cNvSpPr/>
            <p:nvPr/>
          </p:nvSpPr>
          <p:spPr>
            <a:xfrm>
              <a:off x="4297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2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6"/>
            <p:cNvSpPr/>
            <p:nvPr/>
          </p:nvSpPr>
          <p:spPr>
            <a:xfrm>
              <a:off x="9449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6"/>
            <p:cNvSpPr/>
            <p:nvPr/>
          </p:nvSpPr>
          <p:spPr>
            <a:xfrm>
              <a:off x="4297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7659"/>
                  </a:lnTo>
                  <a:cubicBezTo>
                    <a:pt x="2003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6"/>
            <p:cNvSpPr/>
            <p:nvPr/>
          </p:nvSpPr>
          <p:spPr>
            <a:xfrm>
              <a:off x="4302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489" y="29043"/>
                  </a:lnTo>
                  <a:lnTo>
                    <a:pt x="24489" y="6087"/>
                  </a:lnTo>
                  <a:cubicBezTo>
                    <a:pt x="2446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6"/>
            <p:cNvSpPr/>
            <p:nvPr/>
          </p:nvSpPr>
          <p:spPr>
            <a:xfrm>
              <a:off x="1191600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6"/>
            <p:cNvSpPr/>
            <p:nvPr/>
          </p:nvSpPr>
          <p:spPr>
            <a:xfrm>
              <a:off x="11926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6"/>
            <p:cNvSpPr/>
            <p:nvPr/>
          </p:nvSpPr>
          <p:spPr>
            <a:xfrm>
              <a:off x="17078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6"/>
            <p:cNvSpPr/>
            <p:nvPr/>
          </p:nvSpPr>
          <p:spPr>
            <a:xfrm>
              <a:off x="1192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09" y="1"/>
                  </a:moveTo>
                  <a:cubicBezTo>
                    <a:pt x="75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5" y="4138"/>
                  </a:cubicBezTo>
                  <a:cubicBezTo>
                    <a:pt x="7221" y="324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6"/>
            <p:cNvSpPr/>
            <p:nvPr/>
          </p:nvSpPr>
          <p:spPr>
            <a:xfrm>
              <a:off x="11926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88" y="2725"/>
                    <a:pt x="2174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6"/>
            <p:cNvSpPr/>
            <p:nvPr/>
          </p:nvSpPr>
          <p:spPr>
            <a:xfrm>
              <a:off x="1954475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1" y="30337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6"/>
            <p:cNvSpPr/>
            <p:nvPr/>
          </p:nvSpPr>
          <p:spPr>
            <a:xfrm>
              <a:off x="195447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6"/>
            <p:cNvSpPr/>
            <p:nvPr/>
          </p:nvSpPr>
          <p:spPr>
            <a:xfrm>
              <a:off x="24702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6"/>
            <p:cNvSpPr/>
            <p:nvPr/>
          </p:nvSpPr>
          <p:spPr>
            <a:xfrm>
              <a:off x="195447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6"/>
            <p:cNvSpPr/>
            <p:nvPr/>
          </p:nvSpPr>
          <p:spPr>
            <a:xfrm>
              <a:off x="19544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6"/>
            <p:cNvSpPr/>
            <p:nvPr/>
          </p:nvSpPr>
          <p:spPr>
            <a:xfrm>
              <a:off x="271687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6"/>
            <p:cNvSpPr/>
            <p:nvPr/>
          </p:nvSpPr>
          <p:spPr>
            <a:xfrm>
              <a:off x="27168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6"/>
            <p:cNvSpPr/>
            <p:nvPr/>
          </p:nvSpPr>
          <p:spPr>
            <a:xfrm>
              <a:off x="32326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6"/>
            <p:cNvSpPr/>
            <p:nvPr/>
          </p:nvSpPr>
          <p:spPr>
            <a:xfrm>
              <a:off x="271687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6" y="4138"/>
                  </a:cubicBezTo>
                  <a:cubicBezTo>
                    <a:pt x="7221" y="324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6"/>
            <p:cNvSpPr/>
            <p:nvPr/>
          </p:nvSpPr>
          <p:spPr>
            <a:xfrm>
              <a:off x="271737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6"/>
            <p:cNvSpPr/>
            <p:nvPr/>
          </p:nvSpPr>
          <p:spPr>
            <a:xfrm>
              <a:off x="347975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6"/>
            <p:cNvSpPr/>
            <p:nvPr/>
          </p:nvSpPr>
          <p:spPr>
            <a:xfrm>
              <a:off x="3479250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6"/>
            <p:cNvSpPr/>
            <p:nvPr/>
          </p:nvSpPr>
          <p:spPr>
            <a:xfrm>
              <a:off x="399497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6"/>
            <p:cNvSpPr/>
            <p:nvPr/>
          </p:nvSpPr>
          <p:spPr>
            <a:xfrm>
              <a:off x="3479250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3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86" y="4138"/>
                  </a:cubicBezTo>
                  <a:cubicBezTo>
                    <a:pt x="7242" y="3243"/>
                    <a:pt x="4477" y="1831"/>
                    <a:pt x="203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6"/>
            <p:cNvSpPr/>
            <p:nvPr/>
          </p:nvSpPr>
          <p:spPr>
            <a:xfrm>
              <a:off x="34792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6"/>
            <p:cNvSpPr/>
            <p:nvPr/>
          </p:nvSpPr>
          <p:spPr>
            <a:xfrm>
              <a:off x="652880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6"/>
            <p:cNvSpPr/>
            <p:nvPr/>
          </p:nvSpPr>
          <p:spPr>
            <a:xfrm>
              <a:off x="65661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6"/>
            <p:cNvSpPr/>
            <p:nvPr/>
          </p:nvSpPr>
          <p:spPr>
            <a:xfrm>
              <a:off x="65288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6"/>
            <p:cNvSpPr/>
            <p:nvPr/>
          </p:nvSpPr>
          <p:spPr>
            <a:xfrm>
              <a:off x="6566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6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33" y="1115"/>
                    <a:pt x="22479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6"/>
            <p:cNvSpPr/>
            <p:nvPr/>
          </p:nvSpPr>
          <p:spPr>
            <a:xfrm>
              <a:off x="6566600" y="4860200"/>
              <a:ext cx="611725" cy="726100"/>
            </a:xfrm>
            <a:custGeom>
              <a:avLst/>
              <a:gdLst/>
              <a:ahLst/>
              <a:cxnLst/>
              <a:rect l="l" t="t" r="r" b="b"/>
              <a:pathLst>
                <a:path w="2446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00" y="29043"/>
                  </a:lnTo>
                  <a:lnTo>
                    <a:pt x="200" y="6207"/>
                  </a:lnTo>
                  <a:cubicBezTo>
                    <a:pt x="200" y="2884"/>
                    <a:pt x="2885" y="179"/>
                    <a:pt x="6207" y="179"/>
                  </a:cubicBezTo>
                  <a:lnTo>
                    <a:pt x="18461" y="179"/>
                  </a:lnTo>
                  <a:cubicBezTo>
                    <a:pt x="21763" y="179"/>
                    <a:pt x="24469" y="2884"/>
                    <a:pt x="24469" y="6207"/>
                  </a:cubicBezTo>
                  <a:lnTo>
                    <a:pt x="24469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6"/>
            <p:cNvSpPr/>
            <p:nvPr/>
          </p:nvSpPr>
          <p:spPr>
            <a:xfrm>
              <a:off x="5766425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6"/>
            <p:cNvSpPr/>
            <p:nvPr/>
          </p:nvSpPr>
          <p:spPr>
            <a:xfrm>
              <a:off x="580322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28" y="29043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6"/>
            <p:cNvSpPr/>
            <p:nvPr/>
          </p:nvSpPr>
          <p:spPr>
            <a:xfrm>
              <a:off x="57664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6"/>
            <p:cNvSpPr/>
            <p:nvPr/>
          </p:nvSpPr>
          <p:spPr>
            <a:xfrm>
              <a:off x="580372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2479" y="1"/>
                  </a:moveTo>
                  <a:cubicBezTo>
                    <a:pt x="2003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508" y="27492"/>
                  </a:lnTo>
                  <a:lnTo>
                    <a:pt x="24508" y="4516"/>
                  </a:lnTo>
                  <a:cubicBezTo>
                    <a:pt x="2450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6"/>
            <p:cNvSpPr/>
            <p:nvPr/>
          </p:nvSpPr>
          <p:spPr>
            <a:xfrm>
              <a:off x="58037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508" y="2884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6"/>
            <p:cNvSpPr/>
            <p:nvPr/>
          </p:nvSpPr>
          <p:spPr>
            <a:xfrm>
              <a:off x="500402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6"/>
            <p:cNvSpPr/>
            <p:nvPr/>
          </p:nvSpPr>
          <p:spPr>
            <a:xfrm>
              <a:off x="50413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6"/>
            <p:cNvSpPr/>
            <p:nvPr/>
          </p:nvSpPr>
          <p:spPr>
            <a:xfrm>
              <a:off x="50040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6"/>
            <p:cNvSpPr/>
            <p:nvPr/>
          </p:nvSpPr>
          <p:spPr>
            <a:xfrm>
              <a:off x="504182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4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6"/>
            <p:cNvSpPr/>
            <p:nvPr/>
          </p:nvSpPr>
          <p:spPr>
            <a:xfrm>
              <a:off x="504132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8" y="0"/>
                  </a:moveTo>
                  <a:cubicBezTo>
                    <a:pt x="2726" y="0"/>
                    <a:pt x="21" y="2725"/>
                    <a:pt x="1" y="6087"/>
                  </a:cubicBezTo>
                  <a:lnTo>
                    <a:pt x="1" y="29043"/>
                  </a:lnTo>
                  <a:lnTo>
                    <a:pt x="220" y="29043"/>
                  </a:lnTo>
                  <a:lnTo>
                    <a:pt x="220" y="6207"/>
                  </a:lnTo>
                  <a:cubicBezTo>
                    <a:pt x="220" y="2884"/>
                    <a:pt x="2905" y="179"/>
                    <a:pt x="6227" y="179"/>
                  </a:cubicBezTo>
                  <a:lnTo>
                    <a:pt x="18461" y="179"/>
                  </a:lnTo>
                  <a:cubicBezTo>
                    <a:pt x="21783" y="179"/>
                    <a:pt x="24489" y="2884"/>
                    <a:pt x="24489" y="6207"/>
                  </a:cubicBezTo>
                  <a:lnTo>
                    <a:pt x="24489" y="6087"/>
                  </a:lnTo>
                  <a:cubicBezTo>
                    <a:pt x="2448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6"/>
            <p:cNvSpPr/>
            <p:nvPr/>
          </p:nvSpPr>
          <p:spPr>
            <a:xfrm>
              <a:off x="4241650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6"/>
            <p:cNvSpPr/>
            <p:nvPr/>
          </p:nvSpPr>
          <p:spPr>
            <a:xfrm>
              <a:off x="42784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6"/>
            <p:cNvSpPr/>
            <p:nvPr/>
          </p:nvSpPr>
          <p:spPr>
            <a:xfrm>
              <a:off x="424165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6"/>
            <p:cNvSpPr/>
            <p:nvPr/>
          </p:nvSpPr>
          <p:spPr>
            <a:xfrm>
              <a:off x="427895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451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6"/>
            <p:cNvSpPr/>
            <p:nvPr/>
          </p:nvSpPr>
          <p:spPr>
            <a:xfrm>
              <a:off x="427895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7" y="0"/>
                  </a:moveTo>
                  <a:cubicBezTo>
                    <a:pt x="274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4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6"/>
            <p:cNvSpPr/>
            <p:nvPr/>
          </p:nvSpPr>
          <p:spPr>
            <a:xfrm>
              <a:off x="810650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6"/>
            <p:cNvSpPr/>
            <p:nvPr/>
          </p:nvSpPr>
          <p:spPr>
            <a:xfrm>
              <a:off x="81065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08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6"/>
            <p:cNvSpPr/>
            <p:nvPr/>
          </p:nvSpPr>
          <p:spPr>
            <a:xfrm>
              <a:off x="1325875" y="5265000"/>
              <a:ext cx="135300" cy="319300"/>
            </a:xfrm>
            <a:custGeom>
              <a:avLst/>
              <a:gdLst/>
              <a:ahLst/>
              <a:cxnLst/>
              <a:rect l="l" t="t" r="r" b="b"/>
              <a:pathLst>
                <a:path w="5412" h="12772" extrusionOk="0">
                  <a:moveTo>
                    <a:pt x="5411" y="1"/>
                  </a:moveTo>
                  <a:cubicBezTo>
                    <a:pt x="5116" y="1009"/>
                    <a:pt x="4929" y="1390"/>
                    <a:pt x="4575" y="1390"/>
                  </a:cubicBezTo>
                  <a:cubicBezTo>
                    <a:pt x="4405" y="1390"/>
                    <a:pt x="4197" y="1303"/>
                    <a:pt x="3919" y="1154"/>
                  </a:cubicBezTo>
                  <a:lnTo>
                    <a:pt x="1" y="12772"/>
                  </a:lnTo>
                  <a:lnTo>
                    <a:pt x="5411" y="12772"/>
                  </a:lnTo>
                  <a:lnTo>
                    <a:pt x="541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6"/>
            <p:cNvSpPr/>
            <p:nvPr/>
          </p:nvSpPr>
          <p:spPr>
            <a:xfrm>
              <a:off x="8106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010" y="0"/>
                  </a:moveTo>
                  <a:cubicBezTo>
                    <a:pt x="777" y="1114"/>
                    <a:pt x="1" y="2705"/>
                    <a:pt x="1" y="4516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7659"/>
                  </a:lnTo>
                  <a:cubicBezTo>
                    <a:pt x="20053" y="5689"/>
                    <a:pt x="14880" y="5570"/>
                    <a:pt x="10166" y="4138"/>
                  </a:cubicBezTo>
                  <a:cubicBezTo>
                    <a:pt x="7242" y="3243"/>
                    <a:pt x="4477" y="183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6"/>
            <p:cNvSpPr/>
            <p:nvPr/>
          </p:nvSpPr>
          <p:spPr>
            <a:xfrm>
              <a:off x="811150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26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6"/>
            <p:cNvSpPr/>
            <p:nvPr/>
          </p:nvSpPr>
          <p:spPr>
            <a:xfrm>
              <a:off x="1573050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6"/>
            <p:cNvSpPr/>
            <p:nvPr/>
          </p:nvSpPr>
          <p:spPr>
            <a:xfrm>
              <a:off x="157355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6"/>
            <p:cNvSpPr/>
            <p:nvPr/>
          </p:nvSpPr>
          <p:spPr>
            <a:xfrm>
              <a:off x="208875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90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6"/>
            <p:cNvSpPr/>
            <p:nvPr/>
          </p:nvSpPr>
          <p:spPr>
            <a:xfrm>
              <a:off x="1573550" y="51023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2" y="5710"/>
                    <a:pt x="14860" y="5571"/>
                    <a:pt x="10165" y="4158"/>
                  </a:cubicBezTo>
                  <a:cubicBezTo>
                    <a:pt x="7241" y="3263"/>
                    <a:pt x="4476" y="185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6"/>
            <p:cNvSpPr/>
            <p:nvPr/>
          </p:nvSpPr>
          <p:spPr>
            <a:xfrm>
              <a:off x="1573550" y="5063600"/>
              <a:ext cx="612200" cy="520700"/>
            </a:xfrm>
            <a:custGeom>
              <a:avLst/>
              <a:gdLst/>
              <a:ahLst/>
              <a:cxnLst/>
              <a:rect l="l" t="t" r="r" b="b"/>
              <a:pathLst>
                <a:path w="24488" h="20828" extrusionOk="0">
                  <a:moveTo>
                    <a:pt x="6067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06" y="159"/>
                    <a:pt x="600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6"/>
            <p:cNvSpPr/>
            <p:nvPr/>
          </p:nvSpPr>
          <p:spPr>
            <a:xfrm>
              <a:off x="2335925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6"/>
            <p:cNvSpPr/>
            <p:nvPr/>
          </p:nvSpPr>
          <p:spPr>
            <a:xfrm>
              <a:off x="233592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6"/>
            <p:cNvSpPr/>
            <p:nvPr/>
          </p:nvSpPr>
          <p:spPr>
            <a:xfrm>
              <a:off x="2851150" y="5265000"/>
              <a:ext cx="134800" cy="319300"/>
            </a:xfrm>
            <a:custGeom>
              <a:avLst/>
              <a:gdLst/>
              <a:ahLst/>
              <a:cxnLst/>
              <a:rect l="l" t="t" r="r" b="b"/>
              <a:pathLst>
                <a:path w="5392" h="12772" extrusionOk="0">
                  <a:moveTo>
                    <a:pt x="5391" y="1"/>
                  </a:moveTo>
                  <a:cubicBezTo>
                    <a:pt x="5109" y="1009"/>
                    <a:pt x="4927" y="1390"/>
                    <a:pt x="4568" y="1390"/>
                  </a:cubicBezTo>
                  <a:cubicBezTo>
                    <a:pt x="4396" y="1390"/>
                    <a:pt x="4183" y="1303"/>
                    <a:pt x="3899" y="1154"/>
                  </a:cubicBezTo>
                  <a:lnTo>
                    <a:pt x="0" y="12772"/>
                  </a:lnTo>
                  <a:lnTo>
                    <a:pt x="5391" y="12772"/>
                  </a:lnTo>
                  <a:lnTo>
                    <a:pt x="539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6"/>
            <p:cNvSpPr/>
            <p:nvPr/>
          </p:nvSpPr>
          <p:spPr>
            <a:xfrm>
              <a:off x="233592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36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3" y="5710"/>
                    <a:pt x="14860" y="5571"/>
                    <a:pt x="10166" y="4158"/>
                  </a:cubicBezTo>
                  <a:cubicBezTo>
                    <a:pt x="7222" y="3263"/>
                    <a:pt x="4476" y="185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6"/>
            <p:cNvSpPr/>
            <p:nvPr/>
          </p:nvSpPr>
          <p:spPr>
            <a:xfrm>
              <a:off x="2335925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06" y="159"/>
                    <a:pt x="6008" y="159"/>
                  </a:cubicBezTo>
                  <a:lnTo>
                    <a:pt x="1824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6"/>
            <p:cNvSpPr/>
            <p:nvPr/>
          </p:nvSpPr>
          <p:spPr>
            <a:xfrm>
              <a:off x="3097825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6"/>
            <p:cNvSpPr/>
            <p:nvPr/>
          </p:nvSpPr>
          <p:spPr>
            <a:xfrm>
              <a:off x="309782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6"/>
            <p:cNvSpPr/>
            <p:nvPr/>
          </p:nvSpPr>
          <p:spPr>
            <a:xfrm>
              <a:off x="361402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6"/>
            <p:cNvSpPr/>
            <p:nvPr/>
          </p:nvSpPr>
          <p:spPr>
            <a:xfrm>
              <a:off x="3098325" y="51023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59"/>
                  </a:lnTo>
                  <a:cubicBezTo>
                    <a:pt x="20052" y="5710"/>
                    <a:pt x="14880" y="5571"/>
                    <a:pt x="10185" y="4158"/>
                  </a:cubicBezTo>
                  <a:cubicBezTo>
                    <a:pt x="7241" y="3263"/>
                    <a:pt x="4476" y="185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6"/>
            <p:cNvSpPr/>
            <p:nvPr/>
          </p:nvSpPr>
          <p:spPr>
            <a:xfrm>
              <a:off x="309832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06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25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50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6"/>
            <p:cNvSpPr/>
            <p:nvPr/>
          </p:nvSpPr>
          <p:spPr>
            <a:xfrm>
              <a:off x="6147875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6"/>
            <p:cNvSpPr/>
            <p:nvPr/>
          </p:nvSpPr>
          <p:spPr>
            <a:xfrm>
              <a:off x="618417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10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6"/>
            <p:cNvSpPr/>
            <p:nvPr/>
          </p:nvSpPr>
          <p:spPr>
            <a:xfrm>
              <a:off x="61478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08" y="1303"/>
                    <a:pt x="996" y="1390"/>
                    <a:pt x="824" y="1390"/>
                  </a:cubicBezTo>
                  <a:cubicBezTo>
                    <a:pt x="465" y="1390"/>
                    <a:pt x="282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6"/>
            <p:cNvSpPr/>
            <p:nvPr/>
          </p:nvSpPr>
          <p:spPr>
            <a:xfrm>
              <a:off x="61851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2480" y="0"/>
                  </a:moveTo>
                  <a:cubicBezTo>
                    <a:pt x="20013" y="1830"/>
                    <a:pt x="17248" y="3243"/>
                    <a:pt x="14324" y="4138"/>
                  </a:cubicBezTo>
                  <a:cubicBezTo>
                    <a:pt x="9609" y="5570"/>
                    <a:pt x="4437" y="5689"/>
                    <a:pt x="1" y="7659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4516"/>
                  </a:lnTo>
                  <a:cubicBezTo>
                    <a:pt x="24489" y="2705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6"/>
            <p:cNvSpPr/>
            <p:nvPr/>
          </p:nvSpPr>
          <p:spPr>
            <a:xfrm>
              <a:off x="618467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2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802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6"/>
            <p:cNvSpPr/>
            <p:nvPr/>
          </p:nvSpPr>
          <p:spPr>
            <a:xfrm>
              <a:off x="5385475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6"/>
            <p:cNvSpPr/>
            <p:nvPr/>
          </p:nvSpPr>
          <p:spPr>
            <a:xfrm>
              <a:off x="542227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6"/>
            <p:cNvSpPr/>
            <p:nvPr/>
          </p:nvSpPr>
          <p:spPr>
            <a:xfrm>
              <a:off x="53854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6"/>
            <p:cNvSpPr/>
            <p:nvPr/>
          </p:nvSpPr>
          <p:spPr>
            <a:xfrm>
              <a:off x="54227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67" y="3263"/>
                    <a:pt x="14323" y="4158"/>
                  </a:cubicBezTo>
                  <a:cubicBezTo>
                    <a:pt x="9629" y="5571"/>
                    <a:pt x="4456" y="5710"/>
                    <a:pt x="0" y="7659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6"/>
            <p:cNvSpPr/>
            <p:nvPr/>
          </p:nvSpPr>
          <p:spPr>
            <a:xfrm>
              <a:off x="5422775" y="5063600"/>
              <a:ext cx="611725" cy="520700"/>
            </a:xfrm>
            <a:custGeom>
              <a:avLst/>
              <a:gdLst/>
              <a:ahLst/>
              <a:cxnLst/>
              <a:rect l="l" t="t" r="r" b="b"/>
              <a:pathLst>
                <a:path w="24469" h="20828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199" y="20828"/>
                  </a:lnTo>
                  <a:lnTo>
                    <a:pt x="199" y="6207"/>
                  </a:lnTo>
                  <a:cubicBezTo>
                    <a:pt x="199" y="2885"/>
                    <a:pt x="2885" y="159"/>
                    <a:pt x="6207" y="159"/>
                  </a:cubicBezTo>
                  <a:lnTo>
                    <a:pt x="18441" y="159"/>
                  </a:lnTo>
                  <a:cubicBezTo>
                    <a:pt x="21763" y="159"/>
                    <a:pt x="24468" y="2885"/>
                    <a:pt x="24468" y="6207"/>
                  </a:cubicBezTo>
                  <a:lnTo>
                    <a:pt x="2446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6"/>
            <p:cNvSpPr/>
            <p:nvPr/>
          </p:nvSpPr>
          <p:spPr>
            <a:xfrm>
              <a:off x="4622600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6"/>
            <p:cNvSpPr/>
            <p:nvPr/>
          </p:nvSpPr>
          <p:spPr>
            <a:xfrm>
              <a:off x="465990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6"/>
            <p:cNvSpPr/>
            <p:nvPr/>
          </p:nvSpPr>
          <p:spPr>
            <a:xfrm>
              <a:off x="46226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15" y="1303"/>
                    <a:pt x="1007" y="1390"/>
                    <a:pt x="837" y="1390"/>
                  </a:cubicBezTo>
                  <a:cubicBezTo>
                    <a:pt x="483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6"/>
            <p:cNvSpPr/>
            <p:nvPr/>
          </p:nvSpPr>
          <p:spPr>
            <a:xfrm>
              <a:off x="46608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51"/>
                    <a:pt x="17248" y="3263"/>
                    <a:pt x="14324" y="4158"/>
                  </a:cubicBezTo>
                  <a:cubicBezTo>
                    <a:pt x="9609" y="5571"/>
                    <a:pt x="4437" y="5710"/>
                    <a:pt x="1" y="7659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36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6"/>
            <p:cNvSpPr/>
            <p:nvPr/>
          </p:nvSpPr>
          <p:spPr>
            <a:xfrm>
              <a:off x="4659900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4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783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6"/>
            <p:cNvSpPr/>
            <p:nvPr/>
          </p:nvSpPr>
          <p:spPr>
            <a:xfrm>
              <a:off x="3860700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6"/>
            <p:cNvSpPr/>
            <p:nvPr/>
          </p:nvSpPr>
          <p:spPr>
            <a:xfrm>
              <a:off x="389700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6"/>
            <p:cNvSpPr/>
            <p:nvPr/>
          </p:nvSpPr>
          <p:spPr>
            <a:xfrm>
              <a:off x="38607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6"/>
            <p:cNvSpPr/>
            <p:nvPr/>
          </p:nvSpPr>
          <p:spPr>
            <a:xfrm>
              <a:off x="3898000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47" y="3263"/>
                    <a:pt x="14323" y="4158"/>
                  </a:cubicBezTo>
                  <a:cubicBezTo>
                    <a:pt x="9629" y="5571"/>
                    <a:pt x="4456" y="5710"/>
                    <a:pt x="1" y="7659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6"/>
            <p:cNvSpPr/>
            <p:nvPr/>
          </p:nvSpPr>
          <p:spPr>
            <a:xfrm>
              <a:off x="3898000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59"/>
                    <a:pt x="6247" y="159"/>
                  </a:cubicBezTo>
                  <a:lnTo>
                    <a:pt x="18481" y="159"/>
                  </a:lnTo>
                  <a:cubicBezTo>
                    <a:pt x="21783" y="159"/>
                    <a:pt x="24488" y="2885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6" name="Google Shape;1206;p6"/>
          <p:cNvSpPr txBox="1">
            <a:spLocks noGrp="1"/>
          </p:cNvSpPr>
          <p:nvPr>
            <p:ph type="title"/>
          </p:nvPr>
        </p:nvSpPr>
        <p:spPr>
          <a:xfrm>
            <a:off x="720000" y="6048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p12"/>
          <p:cNvSpPr/>
          <p:nvPr/>
        </p:nvSpPr>
        <p:spPr>
          <a:xfrm>
            <a:off x="0" y="-7175"/>
            <a:ext cx="9144000" cy="518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1"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13"/>
          <p:cNvSpPr txBox="1">
            <a:spLocks noGrp="1"/>
          </p:cNvSpPr>
          <p:nvPr>
            <p:ph type="subTitle" idx="1"/>
          </p:nvPr>
        </p:nvSpPr>
        <p:spPr>
          <a:xfrm>
            <a:off x="2093388" y="1517190"/>
            <a:ext cx="2434200" cy="40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6" name="Google Shape;1736;p13"/>
          <p:cNvSpPr txBox="1">
            <a:spLocks noGrp="1"/>
          </p:cNvSpPr>
          <p:nvPr>
            <p:ph type="subTitle" idx="2"/>
          </p:nvPr>
        </p:nvSpPr>
        <p:spPr>
          <a:xfrm>
            <a:off x="2092005" y="1859415"/>
            <a:ext cx="2434200" cy="62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7" name="Google Shape;1737;p13"/>
          <p:cNvSpPr txBox="1">
            <a:spLocks noGrp="1"/>
          </p:cNvSpPr>
          <p:nvPr>
            <p:ph type="title" hasCustomPrompt="1"/>
          </p:nvPr>
        </p:nvSpPr>
        <p:spPr>
          <a:xfrm>
            <a:off x="962900" y="1689016"/>
            <a:ext cx="969300" cy="62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1738" name="Google Shape;1738;p13"/>
          <p:cNvSpPr txBox="1">
            <a:spLocks noGrp="1"/>
          </p:cNvSpPr>
          <p:nvPr>
            <p:ph type="subTitle" idx="3"/>
          </p:nvPr>
        </p:nvSpPr>
        <p:spPr>
          <a:xfrm>
            <a:off x="2092006" y="3021217"/>
            <a:ext cx="2434200" cy="40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9" name="Google Shape;1739;p13"/>
          <p:cNvSpPr txBox="1">
            <a:spLocks noGrp="1"/>
          </p:cNvSpPr>
          <p:nvPr>
            <p:ph type="subTitle" idx="4"/>
          </p:nvPr>
        </p:nvSpPr>
        <p:spPr>
          <a:xfrm>
            <a:off x="2092005" y="3361839"/>
            <a:ext cx="2432400" cy="6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0" name="Google Shape;1740;p13"/>
          <p:cNvSpPr txBox="1">
            <a:spLocks noGrp="1"/>
          </p:cNvSpPr>
          <p:nvPr>
            <p:ph type="title" idx="5" hasCustomPrompt="1"/>
          </p:nvPr>
        </p:nvSpPr>
        <p:spPr>
          <a:xfrm>
            <a:off x="962900" y="3202477"/>
            <a:ext cx="969300" cy="62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1741" name="Google Shape;1741;p13"/>
          <p:cNvSpPr txBox="1">
            <a:spLocks noGrp="1"/>
          </p:cNvSpPr>
          <p:nvPr>
            <p:ph type="subTitle" idx="6"/>
          </p:nvPr>
        </p:nvSpPr>
        <p:spPr>
          <a:xfrm>
            <a:off x="5906943" y="1517190"/>
            <a:ext cx="2433900" cy="40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2" name="Google Shape;1742;p13"/>
          <p:cNvSpPr txBox="1">
            <a:spLocks noGrp="1"/>
          </p:cNvSpPr>
          <p:nvPr>
            <p:ph type="subTitle" idx="7"/>
          </p:nvPr>
        </p:nvSpPr>
        <p:spPr>
          <a:xfrm>
            <a:off x="5905570" y="1859415"/>
            <a:ext cx="2422500" cy="6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3" name="Google Shape;1743;p13"/>
          <p:cNvSpPr txBox="1">
            <a:spLocks noGrp="1"/>
          </p:cNvSpPr>
          <p:nvPr>
            <p:ph type="title" idx="8" hasCustomPrompt="1"/>
          </p:nvPr>
        </p:nvSpPr>
        <p:spPr>
          <a:xfrm>
            <a:off x="4859950" y="1688000"/>
            <a:ext cx="969300" cy="62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1744" name="Google Shape;1744;p13"/>
          <p:cNvSpPr txBox="1">
            <a:spLocks noGrp="1"/>
          </p:cNvSpPr>
          <p:nvPr>
            <p:ph type="subTitle" idx="9"/>
          </p:nvPr>
        </p:nvSpPr>
        <p:spPr>
          <a:xfrm>
            <a:off x="5906946" y="3021216"/>
            <a:ext cx="2422500" cy="40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sz="18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5" name="Google Shape;1745;p13"/>
          <p:cNvSpPr txBox="1">
            <a:spLocks noGrp="1"/>
          </p:cNvSpPr>
          <p:nvPr>
            <p:ph type="subTitle" idx="13"/>
          </p:nvPr>
        </p:nvSpPr>
        <p:spPr>
          <a:xfrm>
            <a:off x="5906998" y="3361840"/>
            <a:ext cx="2433900" cy="6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6" name="Google Shape;1746;p13"/>
          <p:cNvSpPr txBox="1">
            <a:spLocks noGrp="1"/>
          </p:cNvSpPr>
          <p:nvPr>
            <p:ph type="title" idx="14" hasCustomPrompt="1"/>
          </p:nvPr>
        </p:nvSpPr>
        <p:spPr>
          <a:xfrm>
            <a:off x="4859950" y="3202477"/>
            <a:ext cx="969300" cy="62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8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oppins"/>
              <a:buNone/>
              <a:defRPr sz="3600" b="1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1747" name="Google Shape;1747;p13"/>
          <p:cNvSpPr/>
          <p:nvPr/>
        </p:nvSpPr>
        <p:spPr>
          <a:xfrm>
            <a:off x="-7175" y="4400950"/>
            <a:ext cx="9158700" cy="89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8" name="Google Shape;1748;p13"/>
          <p:cNvGrpSpPr/>
          <p:nvPr/>
        </p:nvGrpSpPr>
        <p:grpSpPr>
          <a:xfrm>
            <a:off x="-1700930" y="-1087059"/>
            <a:ext cx="12551594" cy="3254063"/>
            <a:chOff x="-1700930" y="-1087059"/>
            <a:chExt cx="12551594" cy="3254063"/>
          </a:xfrm>
        </p:grpSpPr>
        <p:grpSp>
          <p:nvGrpSpPr>
            <p:cNvPr id="1749" name="Google Shape;1749;p13"/>
            <p:cNvGrpSpPr/>
            <p:nvPr/>
          </p:nvGrpSpPr>
          <p:grpSpPr>
            <a:xfrm rot="-2336481">
              <a:off x="-1326197" y="-511440"/>
              <a:ext cx="2575089" cy="2102826"/>
              <a:chOff x="-580150" y="114125"/>
              <a:chExt cx="2183925" cy="1783400"/>
            </a:xfrm>
          </p:grpSpPr>
          <p:sp>
            <p:nvSpPr>
              <p:cNvPr id="1750" name="Google Shape;1750;p13"/>
              <p:cNvSpPr/>
              <p:nvPr/>
            </p:nvSpPr>
            <p:spPr>
              <a:xfrm>
                <a:off x="-580150" y="114125"/>
                <a:ext cx="2183925" cy="1783400"/>
              </a:xfrm>
              <a:custGeom>
                <a:avLst/>
                <a:gdLst/>
                <a:ahLst/>
                <a:cxnLst/>
                <a:rect l="l" t="t" r="r" b="b"/>
                <a:pathLst>
                  <a:path w="87357" h="71336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60" y="65914"/>
                      <a:pt x="120" y="65973"/>
                      <a:pt x="179" y="66021"/>
                    </a:cubicBezTo>
                    <a:cubicBezTo>
                      <a:pt x="4680" y="69627"/>
                      <a:pt x="10371" y="71335"/>
                      <a:pt x="16844" y="71335"/>
                    </a:cubicBezTo>
                    <a:cubicBezTo>
                      <a:pt x="36916" y="71335"/>
                      <a:pt x="64499" y="54907"/>
                      <a:pt x="87357" y="27683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13"/>
              <p:cNvSpPr/>
              <p:nvPr/>
            </p:nvSpPr>
            <p:spPr>
              <a:xfrm>
                <a:off x="-580150" y="114125"/>
                <a:ext cx="2069325" cy="1751300"/>
              </a:xfrm>
              <a:custGeom>
                <a:avLst/>
                <a:gdLst/>
                <a:ahLst/>
                <a:cxnLst/>
                <a:rect l="l" t="t" r="r" b="b"/>
                <a:pathLst>
                  <a:path w="82773" h="70052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48" y="65914"/>
                      <a:pt x="108" y="65961"/>
                      <a:pt x="156" y="66009"/>
                    </a:cubicBezTo>
                    <a:cubicBezTo>
                      <a:pt x="3571" y="68750"/>
                      <a:pt x="7922" y="70052"/>
                      <a:pt x="12947" y="70052"/>
                    </a:cubicBezTo>
                    <a:cubicBezTo>
                      <a:pt x="31451" y="70052"/>
                      <a:pt x="59093" y="52405"/>
                      <a:pt x="82773" y="24016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13"/>
              <p:cNvSpPr/>
              <p:nvPr/>
            </p:nvSpPr>
            <p:spPr>
              <a:xfrm>
                <a:off x="-580150" y="114125"/>
                <a:ext cx="1882700" cy="1706800"/>
              </a:xfrm>
              <a:custGeom>
                <a:avLst/>
                <a:gdLst/>
                <a:ahLst/>
                <a:cxnLst/>
                <a:rect l="l" t="t" r="r" b="b"/>
                <a:pathLst>
                  <a:path w="75308" h="68272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48" y="65902"/>
                      <a:pt x="72" y="65926"/>
                      <a:pt x="120" y="65961"/>
                    </a:cubicBezTo>
                    <a:cubicBezTo>
                      <a:pt x="2070" y="67525"/>
                      <a:pt x="4578" y="68272"/>
                      <a:pt x="7541" y="68272"/>
                    </a:cubicBezTo>
                    <a:cubicBezTo>
                      <a:pt x="22833" y="68272"/>
                      <a:pt x="50223" y="48364"/>
                      <a:pt x="75308" y="18003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13"/>
              <p:cNvSpPr/>
              <p:nvPr/>
            </p:nvSpPr>
            <p:spPr>
              <a:xfrm>
                <a:off x="-414050" y="216825"/>
                <a:ext cx="1452275" cy="1601400"/>
              </a:xfrm>
              <a:custGeom>
                <a:avLst/>
                <a:gdLst/>
                <a:ahLst/>
                <a:cxnLst/>
                <a:rect l="l" t="t" r="r" b="b"/>
                <a:pathLst>
                  <a:path w="58091" h="64056" extrusionOk="0">
                    <a:moveTo>
                      <a:pt x="51328" y="0"/>
                    </a:moveTo>
                    <a:cubicBezTo>
                      <a:pt x="51328" y="0"/>
                      <a:pt x="31056" y="40912"/>
                      <a:pt x="8447" y="58662"/>
                    </a:cubicBezTo>
                    <a:lnTo>
                      <a:pt x="8447" y="58662"/>
                    </a:lnTo>
                    <a:cubicBezTo>
                      <a:pt x="36360" y="38972"/>
                      <a:pt x="58091" y="5596"/>
                      <a:pt x="58091" y="5596"/>
                    </a:cubicBezTo>
                    <a:lnTo>
                      <a:pt x="51328" y="0"/>
                    </a:lnTo>
                    <a:close/>
                    <a:moveTo>
                      <a:pt x="8447" y="58662"/>
                    </a:moveTo>
                    <a:cubicBezTo>
                      <a:pt x="5687" y="60609"/>
                      <a:pt x="2866" y="62422"/>
                      <a:pt x="0" y="64056"/>
                    </a:cubicBezTo>
                    <a:cubicBezTo>
                      <a:pt x="2829" y="62691"/>
                      <a:pt x="5656" y="60853"/>
                      <a:pt x="8447" y="58662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54" name="Google Shape;1754;p13"/>
            <p:cNvGrpSpPr/>
            <p:nvPr/>
          </p:nvGrpSpPr>
          <p:grpSpPr>
            <a:xfrm rot="2336481" flipH="1">
              <a:off x="7900841" y="-511440"/>
              <a:ext cx="2575089" cy="2102826"/>
              <a:chOff x="-580150" y="114125"/>
              <a:chExt cx="2183925" cy="1783400"/>
            </a:xfrm>
          </p:grpSpPr>
          <p:sp>
            <p:nvSpPr>
              <p:cNvPr id="1755" name="Google Shape;1755;p13"/>
              <p:cNvSpPr/>
              <p:nvPr/>
            </p:nvSpPr>
            <p:spPr>
              <a:xfrm>
                <a:off x="-580150" y="114125"/>
                <a:ext cx="2183925" cy="1783400"/>
              </a:xfrm>
              <a:custGeom>
                <a:avLst/>
                <a:gdLst/>
                <a:ahLst/>
                <a:cxnLst/>
                <a:rect l="l" t="t" r="r" b="b"/>
                <a:pathLst>
                  <a:path w="87357" h="71336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60" y="65914"/>
                      <a:pt x="120" y="65973"/>
                      <a:pt x="179" y="66021"/>
                    </a:cubicBezTo>
                    <a:cubicBezTo>
                      <a:pt x="4680" y="69627"/>
                      <a:pt x="10371" y="71335"/>
                      <a:pt x="16844" y="71335"/>
                    </a:cubicBezTo>
                    <a:cubicBezTo>
                      <a:pt x="36916" y="71335"/>
                      <a:pt x="64499" y="54907"/>
                      <a:pt x="87357" y="27683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13"/>
              <p:cNvSpPr/>
              <p:nvPr/>
            </p:nvSpPr>
            <p:spPr>
              <a:xfrm>
                <a:off x="-580150" y="114125"/>
                <a:ext cx="2069325" cy="1751300"/>
              </a:xfrm>
              <a:custGeom>
                <a:avLst/>
                <a:gdLst/>
                <a:ahLst/>
                <a:cxnLst/>
                <a:rect l="l" t="t" r="r" b="b"/>
                <a:pathLst>
                  <a:path w="82773" h="70052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48" y="65914"/>
                      <a:pt x="108" y="65961"/>
                      <a:pt x="156" y="66009"/>
                    </a:cubicBezTo>
                    <a:cubicBezTo>
                      <a:pt x="3571" y="68750"/>
                      <a:pt x="7922" y="70052"/>
                      <a:pt x="12947" y="70052"/>
                    </a:cubicBezTo>
                    <a:cubicBezTo>
                      <a:pt x="31451" y="70052"/>
                      <a:pt x="59093" y="52405"/>
                      <a:pt x="82773" y="24016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13"/>
              <p:cNvSpPr/>
              <p:nvPr/>
            </p:nvSpPr>
            <p:spPr>
              <a:xfrm>
                <a:off x="-580150" y="114125"/>
                <a:ext cx="1882700" cy="1706800"/>
              </a:xfrm>
              <a:custGeom>
                <a:avLst/>
                <a:gdLst/>
                <a:ahLst/>
                <a:cxnLst/>
                <a:rect l="l" t="t" r="r" b="b"/>
                <a:pathLst>
                  <a:path w="75308" h="68272" extrusionOk="0">
                    <a:moveTo>
                      <a:pt x="52853" y="1"/>
                    </a:moveTo>
                    <a:lnTo>
                      <a:pt x="1" y="65866"/>
                    </a:lnTo>
                    <a:cubicBezTo>
                      <a:pt x="48" y="65902"/>
                      <a:pt x="72" y="65926"/>
                      <a:pt x="120" y="65961"/>
                    </a:cubicBezTo>
                    <a:cubicBezTo>
                      <a:pt x="2070" y="67525"/>
                      <a:pt x="4578" y="68272"/>
                      <a:pt x="7541" y="68272"/>
                    </a:cubicBezTo>
                    <a:cubicBezTo>
                      <a:pt x="22833" y="68272"/>
                      <a:pt x="50223" y="48364"/>
                      <a:pt x="75308" y="18003"/>
                    </a:cubicBezTo>
                    <a:lnTo>
                      <a:pt x="52853" y="1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13"/>
              <p:cNvSpPr/>
              <p:nvPr/>
            </p:nvSpPr>
            <p:spPr>
              <a:xfrm>
                <a:off x="-414050" y="216825"/>
                <a:ext cx="1452275" cy="1601400"/>
              </a:xfrm>
              <a:custGeom>
                <a:avLst/>
                <a:gdLst/>
                <a:ahLst/>
                <a:cxnLst/>
                <a:rect l="l" t="t" r="r" b="b"/>
                <a:pathLst>
                  <a:path w="58091" h="64056" extrusionOk="0">
                    <a:moveTo>
                      <a:pt x="51328" y="0"/>
                    </a:moveTo>
                    <a:cubicBezTo>
                      <a:pt x="51328" y="0"/>
                      <a:pt x="31056" y="40912"/>
                      <a:pt x="8447" y="58662"/>
                    </a:cubicBezTo>
                    <a:lnTo>
                      <a:pt x="8447" y="58662"/>
                    </a:lnTo>
                    <a:cubicBezTo>
                      <a:pt x="36360" y="38972"/>
                      <a:pt x="58091" y="5596"/>
                      <a:pt x="58091" y="5596"/>
                    </a:cubicBezTo>
                    <a:lnTo>
                      <a:pt x="51328" y="0"/>
                    </a:lnTo>
                    <a:close/>
                    <a:moveTo>
                      <a:pt x="8447" y="58662"/>
                    </a:moveTo>
                    <a:cubicBezTo>
                      <a:pt x="5687" y="60609"/>
                      <a:pt x="2866" y="62422"/>
                      <a:pt x="0" y="64056"/>
                    </a:cubicBezTo>
                    <a:cubicBezTo>
                      <a:pt x="2829" y="62691"/>
                      <a:pt x="5656" y="60853"/>
                      <a:pt x="8447" y="58662"/>
                    </a:cubicBez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59" name="Google Shape;1759;p13"/>
          <p:cNvGrpSpPr/>
          <p:nvPr/>
        </p:nvGrpSpPr>
        <p:grpSpPr>
          <a:xfrm>
            <a:off x="-417858" y="-823150"/>
            <a:ext cx="9978772" cy="1382075"/>
            <a:chOff x="193475" y="-693375"/>
            <a:chExt cx="7221575" cy="1382075"/>
          </a:xfrm>
        </p:grpSpPr>
        <p:sp>
          <p:nvSpPr>
            <p:cNvPr id="1760" name="Google Shape;1760;p13"/>
            <p:cNvSpPr/>
            <p:nvPr/>
          </p:nvSpPr>
          <p:spPr>
            <a:xfrm>
              <a:off x="363575" y="384325"/>
              <a:ext cx="6883875" cy="304375"/>
            </a:xfrm>
            <a:custGeom>
              <a:avLst/>
              <a:gdLst/>
              <a:ahLst/>
              <a:cxnLst/>
              <a:rect l="l" t="t" r="r" b="b"/>
              <a:pathLst>
                <a:path w="275355" h="12175" extrusionOk="0">
                  <a:moveTo>
                    <a:pt x="0" y="0"/>
                  </a:moveTo>
                  <a:lnTo>
                    <a:pt x="0" y="9390"/>
                  </a:lnTo>
                  <a:lnTo>
                    <a:pt x="0" y="10782"/>
                  </a:lnTo>
                  <a:lnTo>
                    <a:pt x="14522" y="10782"/>
                  </a:lnTo>
                  <a:lnTo>
                    <a:pt x="14522" y="9370"/>
                  </a:lnTo>
                  <a:lnTo>
                    <a:pt x="16869" y="9370"/>
                  </a:lnTo>
                  <a:lnTo>
                    <a:pt x="16869" y="12175"/>
                  </a:lnTo>
                  <a:lnTo>
                    <a:pt x="30913" y="12175"/>
                  </a:lnTo>
                  <a:lnTo>
                    <a:pt x="30913" y="9370"/>
                  </a:lnTo>
                  <a:lnTo>
                    <a:pt x="33261" y="9370"/>
                  </a:lnTo>
                  <a:lnTo>
                    <a:pt x="33261" y="10782"/>
                  </a:lnTo>
                  <a:lnTo>
                    <a:pt x="47782" y="10782"/>
                  </a:lnTo>
                  <a:lnTo>
                    <a:pt x="47782" y="9370"/>
                  </a:lnTo>
                  <a:lnTo>
                    <a:pt x="50110" y="9370"/>
                  </a:lnTo>
                  <a:lnTo>
                    <a:pt x="50110" y="12175"/>
                  </a:lnTo>
                  <a:lnTo>
                    <a:pt x="64632" y="12175"/>
                  </a:lnTo>
                  <a:lnTo>
                    <a:pt x="64632" y="9370"/>
                  </a:lnTo>
                  <a:lnTo>
                    <a:pt x="66979" y="9370"/>
                  </a:lnTo>
                  <a:lnTo>
                    <a:pt x="66979" y="10782"/>
                  </a:lnTo>
                  <a:lnTo>
                    <a:pt x="81023" y="10782"/>
                  </a:lnTo>
                  <a:lnTo>
                    <a:pt x="81023" y="9370"/>
                  </a:lnTo>
                  <a:lnTo>
                    <a:pt x="83370" y="9370"/>
                  </a:lnTo>
                  <a:lnTo>
                    <a:pt x="83370" y="12175"/>
                  </a:lnTo>
                  <a:lnTo>
                    <a:pt x="97892" y="12175"/>
                  </a:lnTo>
                  <a:lnTo>
                    <a:pt x="97892" y="9370"/>
                  </a:lnTo>
                  <a:lnTo>
                    <a:pt x="101174" y="9370"/>
                  </a:lnTo>
                  <a:lnTo>
                    <a:pt x="101174" y="10782"/>
                  </a:lnTo>
                  <a:lnTo>
                    <a:pt x="115656" y="10782"/>
                  </a:lnTo>
                  <a:lnTo>
                    <a:pt x="115656" y="9370"/>
                  </a:lnTo>
                  <a:lnTo>
                    <a:pt x="118481" y="9370"/>
                  </a:lnTo>
                  <a:lnTo>
                    <a:pt x="118481" y="12175"/>
                  </a:lnTo>
                  <a:lnTo>
                    <a:pt x="133460" y="12175"/>
                  </a:lnTo>
                  <a:lnTo>
                    <a:pt x="133460" y="9370"/>
                  </a:lnTo>
                  <a:lnTo>
                    <a:pt x="136285" y="9370"/>
                  </a:lnTo>
                  <a:lnTo>
                    <a:pt x="136285" y="10782"/>
                  </a:lnTo>
                  <a:lnTo>
                    <a:pt x="151722" y="10782"/>
                  </a:lnTo>
                  <a:lnTo>
                    <a:pt x="151722" y="9370"/>
                  </a:lnTo>
                  <a:lnTo>
                    <a:pt x="154527" y="9370"/>
                  </a:lnTo>
                  <a:lnTo>
                    <a:pt x="154527" y="12175"/>
                  </a:lnTo>
                  <a:lnTo>
                    <a:pt x="169048" y="12175"/>
                  </a:lnTo>
                  <a:lnTo>
                    <a:pt x="169048" y="9370"/>
                  </a:lnTo>
                  <a:lnTo>
                    <a:pt x="172331" y="9370"/>
                  </a:lnTo>
                  <a:lnTo>
                    <a:pt x="172331" y="10782"/>
                  </a:lnTo>
                  <a:lnTo>
                    <a:pt x="186852" y="10782"/>
                  </a:lnTo>
                  <a:lnTo>
                    <a:pt x="186852" y="9370"/>
                  </a:lnTo>
                  <a:lnTo>
                    <a:pt x="190115" y="9370"/>
                  </a:lnTo>
                  <a:lnTo>
                    <a:pt x="190115" y="12175"/>
                  </a:lnTo>
                  <a:lnTo>
                    <a:pt x="204636" y="12175"/>
                  </a:lnTo>
                  <a:lnTo>
                    <a:pt x="204636" y="9370"/>
                  </a:lnTo>
                  <a:lnTo>
                    <a:pt x="207441" y="9370"/>
                  </a:lnTo>
                  <a:lnTo>
                    <a:pt x="207441" y="12175"/>
                  </a:lnTo>
                  <a:lnTo>
                    <a:pt x="222440" y="12175"/>
                  </a:lnTo>
                  <a:lnTo>
                    <a:pt x="222440" y="9370"/>
                  </a:lnTo>
                  <a:lnTo>
                    <a:pt x="225722" y="9370"/>
                  </a:lnTo>
                  <a:lnTo>
                    <a:pt x="225722" y="10782"/>
                  </a:lnTo>
                  <a:lnTo>
                    <a:pt x="240224" y="10782"/>
                  </a:lnTo>
                  <a:lnTo>
                    <a:pt x="240224" y="9370"/>
                  </a:lnTo>
                  <a:lnTo>
                    <a:pt x="243507" y="9370"/>
                  </a:lnTo>
                  <a:lnTo>
                    <a:pt x="243507" y="12175"/>
                  </a:lnTo>
                  <a:lnTo>
                    <a:pt x="257551" y="12175"/>
                  </a:lnTo>
                  <a:lnTo>
                    <a:pt x="257551" y="9370"/>
                  </a:lnTo>
                  <a:lnTo>
                    <a:pt x="260833" y="9370"/>
                  </a:lnTo>
                  <a:lnTo>
                    <a:pt x="260833" y="10782"/>
                  </a:lnTo>
                  <a:lnTo>
                    <a:pt x="275355" y="10782"/>
                  </a:lnTo>
                  <a:lnTo>
                    <a:pt x="2753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13"/>
            <p:cNvSpPr/>
            <p:nvPr/>
          </p:nvSpPr>
          <p:spPr>
            <a:xfrm>
              <a:off x="363575" y="-634175"/>
              <a:ext cx="6695900" cy="1158775"/>
            </a:xfrm>
            <a:custGeom>
              <a:avLst/>
              <a:gdLst/>
              <a:ahLst/>
              <a:cxnLst/>
              <a:rect l="l" t="t" r="r" b="b"/>
              <a:pathLst>
                <a:path w="267836" h="46351" extrusionOk="0">
                  <a:moveTo>
                    <a:pt x="0" y="0"/>
                  </a:moveTo>
                  <a:lnTo>
                    <a:pt x="0" y="46350"/>
                  </a:lnTo>
                  <a:lnTo>
                    <a:pt x="267835" y="46350"/>
                  </a:lnTo>
                  <a:lnTo>
                    <a:pt x="26783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13"/>
            <p:cNvSpPr/>
            <p:nvPr/>
          </p:nvSpPr>
          <p:spPr>
            <a:xfrm>
              <a:off x="363575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13"/>
            <p:cNvSpPr/>
            <p:nvPr/>
          </p:nvSpPr>
          <p:spPr>
            <a:xfrm>
              <a:off x="4341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13"/>
            <p:cNvSpPr/>
            <p:nvPr/>
          </p:nvSpPr>
          <p:spPr>
            <a:xfrm>
              <a:off x="785300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044" y="49155"/>
                  </a:lnTo>
                  <a:lnTo>
                    <a:pt x="14044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13"/>
            <p:cNvSpPr/>
            <p:nvPr/>
          </p:nvSpPr>
          <p:spPr>
            <a:xfrm>
              <a:off x="867350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480" y="49155"/>
                  </a:lnTo>
                  <a:lnTo>
                    <a:pt x="7480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13"/>
            <p:cNvSpPr/>
            <p:nvPr/>
          </p:nvSpPr>
          <p:spPr>
            <a:xfrm>
              <a:off x="119507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13"/>
            <p:cNvSpPr/>
            <p:nvPr/>
          </p:nvSpPr>
          <p:spPr>
            <a:xfrm>
              <a:off x="1277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7957" y="47782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13"/>
            <p:cNvSpPr/>
            <p:nvPr/>
          </p:nvSpPr>
          <p:spPr>
            <a:xfrm>
              <a:off x="1616300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3" y="49155"/>
                  </a:lnTo>
                  <a:lnTo>
                    <a:pt x="14523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13"/>
            <p:cNvSpPr/>
            <p:nvPr/>
          </p:nvSpPr>
          <p:spPr>
            <a:xfrm>
              <a:off x="1698375" y="-634175"/>
              <a:ext cx="210875" cy="1228900"/>
            </a:xfrm>
            <a:custGeom>
              <a:avLst/>
              <a:gdLst/>
              <a:ahLst/>
              <a:cxnLst/>
              <a:rect l="l" t="t" r="r" b="b"/>
              <a:pathLst>
                <a:path w="843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35" y="49155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13"/>
            <p:cNvSpPr/>
            <p:nvPr/>
          </p:nvSpPr>
          <p:spPr>
            <a:xfrm>
              <a:off x="2038025" y="-634175"/>
              <a:ext cx="351150" cy="1194575"/>
            </a:xfrm>
            <a:custGeom>
              <a:avLst/>
              <a:gdLst/>
              <a:ahLst/>
              <a:cxnLst/>
              <a:rect l="l" t="t" r="r" b="b"/>
              <a:pathLst>
                <a:path w="1404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045" y="47782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13"/>
            <p:cNvSpPr/>
            <p:nvPr/>
          </p:nvSpPr>
          <p:spPr>
            <a:xfrm>
              <a:off x="2108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13"/>
            <p:cNvSpPr/>
            <p:nvPr/>
          </p:nvSpPr>
          <p:spPr>
            <a:xfrm>
              <a:off x="24478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13"/>
            <p:cNvSpPr/>
            <p:nvPr/>
          </p:nvSpPr>
          <p:spPr>
            <a:xfrm>
              <a:off x="25293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13"/>
            <p:cNvSpPr/>
            <p:nvPr/>
          </p:nvSpPr>
          <p:spPr>
            <a:xfrm>
              <a:off x="28929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13"/>
            <p:cNvSpPr/>
            <p:nvPr/>
          </p:nvSpPr>
          <p:spPr>
            <a:xfrm>
              <a:off x="29739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13"/>
            <p:cNvSpPr/>
            <p:nvPr/>
          </p:nvSpPr>
          <p:spPr>
            <a:xfrm>
              <a:off x="3325600" y="-634175"/>
              <a:ext cx="374500" cy="1228900"/>
            </a:xfrm>
            <a:custGeom>
              <a:avLst/>
              <a:gdLst/>
              <a:ahLst/>
              <a:cxnLst/>
              <a:rect l="l" t="t" r="r" b="b"/>
              <a:pathLst>
                <a:path w="1498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79" y="49155"/>
                  </a:lnTo>
                  <a:lnTo>
                    <a:pt x="1497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13"/>
            <p:cNvSpPr/>
            <p:nvPr/>
          </p:nvSpPr>
          <p:spPr>
            <a:xfrm>
              <a:off x="3407650" y="-634175"/>
              <a:ext cx="210375" cy="1228900"/>
            </a:xfrm>
            <a:custGeom>
              <a:avLst/>
              <a:gdLst/>
              <a:ahLst/>
              <a:cxnLst/>
              <a:rect l="l" t="t" r="r" b="b"/>
              <a:pathLst>
                <a:path w="841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15" y="49155"/>
                  </a:lnTo>
                  <a:lnTo>
                    <a:pt x="841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13"/>
            <p:cNvSpPr/>
            <p:nvPr/>
          </p:nvSpPr>
          <p:spPr>
            <a:xfrm>
              <a:off x="3770675" y="-634175"/>
              <a:ext cx="385950" cy="1194575"/>
            </a:xfrm>
            <a:custGeom>
              <a:avLst/>
              <a:gdLst/>
              <a:ahLst/>
              <a:cxnLst/>
              <a:rect l="l" t="t" r="r" b="b"/>
              <a:pathLst>
                <a:path w="1543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5438" y="47782"/>
                  </a:lnTo>
                  <a:lnTo>
                    <a:pt x="15438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13"/>
            <p:cNvSpPr/>
            <p:nvPr/>
          </p:nvSpPr>
          <p:spPr>
            <a:xfrm>
              <a:off x="38641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13"/>
            <p:cNvSpPr/>
            <p:nvPr/>
          </p:nvSpPr>
          <p:spPr>
            <a:xfrm>
              <a:off x="42267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13"/>
            <p:cNvSpPr/>
            <p:nvPr/>
          </p:nvSpPr>
          <p:spPr>
            <a:xfrm>
              <a:off x="4308775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481" y="49155"/>
                  </a:lnTo>
                  <a:lnTo>
                    <a:pt x="748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13"/>
            <p:cNvSpPr/>
            <p:nvPr/>
          </p:nvSpPr>
          <p:spPr>
            <a:xfrm>
              <a:off x="46718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13"/>
            <p:cNvSpPr/>
            <p:nvPr/>
          </p:nvSpPr>
          <p:spPr>
            <a:xfrm>
              <a:off x="47419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13"/>
            <p:cNvSpPr/>
            <p:nvPr/>
          </p:nvSpPr>
          <p:spPr>
            <a:xfrm>
              <a:off x="51164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13"/>
            <p:cNvSpPr/>
            <p:nvPr/>
          </p:nvSpPr>
          <p:spPr>
            <a:xfrm>
              <a:off x="51984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13"/>
            <p:cNvSpPr/>
            <p:nvPr/>
          </p:nvSpPr>
          <p:spPr>
            <a:xfrm>
              <a:off x="5549600" y="-634175"/>
              <a:ext cx="375000" cy="1228900"/>
            </a:xfrm>
            <a:custGeom>
              <a:avLst/>
              <a:gdLst/>
              <a:ahLst/>
              <a:cxnLst/>
              <a:rect l="l" t="t" r="r" b="b"/>
              <a:pathLst>
                <a:path w="1500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99" y="49155"/>
                  </a:lnTo>
                  <a:lnTo>
                    <a:pt x="1499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13"/>
            <p:cNvSpPr/>
            <p:nvPr/>
          </p:nvSpPr>
          <p:spPr>
            <a:xfrm>
              <a:off x="5631650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957" y="49155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13"/>
            <p:cNvSpPr/>
            <p:nvPr/>
          </p:nvSpPr>
          <p:spPr>
            <a:xfrm>
              <a:off x="60066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13"/>
            <p:cNvSpPr/>
            <p:nvPr/>
          </p:nvSpPr>
          <p:spPr>
            <a:xfrm>
              <a:off x="60767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3"/>
            <p:cNvSpPr/>
            <p:nvPr/>
          </p:nvSpPr>
          <p:spPr>
            <a:xfrm>
              <a:off x="6451225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045" y="49155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13"/>
            <p:cNvSpPr/>
            <p:nvPr/>
          </p:nvSpPr>
          <p:spPr>
            <a:xfrm>
              <a:off x="6532775" y="-634175"/>
              <a:ext cx="187525" cy="1228900"/>
            </a:xfrm>
            <a:custGeom>
              <a:avLst/>
              <a:gdLst/>
              <a:ahLst/>
              <a:cxnLst/>
              <a:rect l="l" t="t" r="r" b="b"/>
              <a:pathLst>
                <a:path w="750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501" y="49155"/>
                  </a:lnTo>
                  <a:lnTo>
                    <a:pt x="750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13"/>
            <p:cNvSpPr/>
            <p:nvPr/>
          </p:nvSpPr>
          <p:spPr>
            <a:xfrm>
              <a:off x="6884400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3"/>
            <p:cNvSpPr/>
            <p:nvPr/>
          </p:nvSpPr>
          <p:spPr>
            <a:xfrm>
              <a:off x="69783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13"/>
            <p:cNvSpPr/>
            <p:nvPr/>
          </p:nvSpPr>
          <p:spPr>
            <a:xfrm>
              <a:off x="211400" y="-634175"/>
              <a:ext cx="7094250" cy="25"/>
            </a:xfrm>
            <a:custGeom>
              <a:avLst/>
              <a:gdLst/>
              <a:ahLst/>
              <a:cxnLst/>
              <a:rect l="l" t="t" r="r" b="b"/>
              <a:pathLst>
                <a:path w="283770" h="1" fill="none" extrusionOk="0">
                  <a:moveTo>
                    <a:pt x="0" y="0"/>
                  </a:moveTo>
                  <a:lnTo>
                    <a:pt x="283769" y="0"/>
                  </a:lnTo>
                </a:path>
              </a:pathLst>
            </a:custGeom>
            <a:noFill/>
            <a:ln w="46750" cap="flat" cmpd="sng">
              <a:solidFill>
                <a:srgbClr val="FFB726"/>
              </a:solidFill>
              <a:prstDash val="solid"/>
              <a:miter lim="198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13"/>
            <p:cNvSpPr/>
            <p:nvPr/>
          </p:nvSpPr>
          <p:spPr>
            <a:xfrm>
              <a:off x="7287225" y="-693375"/>
              <a:ext cx="127825" cy="128350"/>
            </a:xfrm>
            <a:custGeom>
              <a:avLst/>
              <a:gdLst/>
              <a:ahLst/>
              <a:cxnLst/>
              <a:rect l="l" t="t" r="r" b="b"/>
              <a:pathLst>
                <a:path w="5113" h="5134" extrusionOk="0">
                  <a:moveTo>
                    <a:pt x="2566" y="1"/>
                  </a:moveTo>
                  <a:cubicBezTo>
                    <a:pt x="1134" y="1"/>
                    <a:pt x="0" y="1155"/>
                    <a:pt x="0" y="2567"/>
                  </a:cubicBezTo>
                  <a:cubicBezTo>
                    <a:pt x="0" y="3979"/>
                    <a:pt x="1134" y="5133"/>
                    <a:pt x="2566" y="5133"/>
                  </a:cubicBezTo>
                  <a:cubicBezTo>
                    <a:pt x="3979" y="5133"/>
                    <a:pt x="5113" y="3979"/>
                    <a:pt x="5113" y="2567"/>
                  </a:cubicBezTo>
                  <a:cubicBezTo>
                    <a:pt x="5113" y="1155"/>
                    <a:pt x="3979" y="1"/>
                    <a:pt x="2566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13"/>
            <p:cNvSpPr/>
            <p:nvPr/>
          </p:nvSpPr>
          <p:spPr>
            <a:xfrm>
              <a:off x="193475" y="-693375"/>
              <a:ext cx="128350" cy="128350"/>
            </a:xfrm>
            <a:custGeom>
              <a:avLst/>
              <a:gdLst/>
              <a:ahLst/>
              <a:cxnLst/>
              <a:rect l="l" t="t" r="r" b="b"/>
              <a:pathLst>
                <a:path w="5134" h="5134" extrusionOk="0">
                  <a:moveTo>
                    <a:pt x="2567" y="1"/>
                  </a:moveTo>
                  <a:cubicBezTo>
                    <a:pt x="1155" y="1"/>
                    <a:pt x="1" y="1155"/>
                    <a:pt x="1" y="2567"/>
                  </a:cubicBezTo>
                  <a:cubicBezTo>
                    <a:pt x="1" y="3979"/>
                    <a:pt x="1155" y="5133"/>
                    <a:pt x="2567" y="5133"/>
                  </a:cubicBezTo>
                  <a:cubicBezTo>
                    <a:pt x="3979" y="5133"/>
                    <a:pt x="5133" y="3979"/>
                    <a:pt x="5133" y="2567"/>
                  </a:cubicBezTo>
                  <a:cubicBezTo>
                    <a:pt x="5133" y="1155"/>
                    <a:pt x="3979" y="1"/>
                    <a:pt x="2567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7" name="Google Shape;1797;p13"/>
          <p:cNvGrpSpPr/>
          <p:nvPr/>
        </p:nvGrpSpPr>
        <p:grpSpPr>
          <a:xfrm>
            <a:off x="-20" y="4613271"/>
            <a:ext cx="9143683" cy="1629094"/>
            <a:chOff x="429225" y="4417075"/>
            <a:chExt cx="6749600" cy="1202550"/>
          </a:xfrm>
        </p:grpSpPr>
        <p:sp>
          <p:nvSpPr>
            <p:cNvPr id="1798" name="Google Shape;1798;p13"/>
            <p:cNvSpPr/>
            <p:nvPr/>
          </p:nvSpPr>
          <p:spPr>
            <a:xfrm>
              <a:off x="1901275" y="5022325"/>
              <a:ext cx="3806000" cy="502300"/>
            </a:xfrm>
            <a:custGeom>
              <a:avLst/>
              <a:gdLst/>
              <a:ahLst/>
              <a:cxnLst/>
              <a:rect l="l" t="t" r="r" b="b"/>
              <a:pathLst>
                <a:path w="152240" h="20092" extrusionOk="0">
                  <a:moveTo>
                    <a:pt x="0" y="0"/>
                  </a:moveTo>
                  <a:lnTo>
                    <a:pt x="0" y="20092"/>
                  </a:lnTo>
                  <a:lnTo>
                    <a:pt x="152239" y="20092"/>
                  </a:lnTo>
                  <a:lnTo>
                    <a:pt x="152239" y="0"/>
                  </a:lnTo>
                  <a:close/>
                </a:path>
              </a:pathLst>
            </a:custGeom>
            <a:solidFill>
              <a:srgbClr val="C3C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13"/>
            <p:cNvSpPr/>
            <p:nvPr/>
          </p:nvSpPr>
          <p:spPr>
            <a:xfrm>
              <a:off x="429225" y="4417075"/>
              <a:ext cx="650000" cy="553050"/>
            </a:xfrm>
            <a:custGeom>
              <a:avLst/>
              <a:gdLst/>
              <a:ahLst/>
              <a:cxnLst/>
              <a:rect l="l" t="t" r="r" b="b"/>
              <a:pathLst>
                <a:path w="26000" h="22122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13"/>
            <p:cNvSpPr/>
            <p:nvPr/>
          </p:nvSpPr>
          <p:spPr>
            <a:xfrm>
              <a:off x="4297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2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13"/>
            <p:cNvSpPr/>
            <p:nvPr/>
          </p:nvSpPr>
          <p:spPr>
            <a:xfrm>
              <a:off x="9449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13"/>
            <p:cNvSpPr/>
            <p:nvPr/>
          </p:nvSpPr>
          <p:spPr>
            <a:xfrm>
              <a:off x="4297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3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13"/>
            <p:cNvSpPr/>
            <p:nvPr/>
          </p:nvSpPr>
          <p:spPr>
            <a:xfrm>
              <a:off x="4302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9" y="20828"/>
                  </a:lnTo>
                  <a:lnTo>
                    <a:pt x="24489" y="6088"/>
                  </a:lnTo>
                  <a:cubicBezTo>
                    <a:pt x="2446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13"/>
            <p:cNvSpPr/>
            <p:nvPr/>
          </p:nvSpPr>
          <p:spPr>
            <a:xfrm>
              <a:off x="1191600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13"/>
            <p:cNvSpPr/>
            <p:nvPr/>
          </p:nvSpPr>
          <p:spPr>
            <a:xfrm>
              <a:off x="11926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13"/>
            <p:cNvSpPr/>
            <p:nvPr/>
          </p:nvSpPr>
          <p:spPr>
            <a:xfrm>
              <a:off x="17078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13"/>
            <p:cNvSpPr/>
            <p:nvPr/>
          </p:nvSpPr>
          <p:spPr>
            <a:xfrm>
              <a:off x="1192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09" y="0"/>
                  </a:moveTo>
                  <a:cubicBezTo>
                    <a:pt x="75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5" y="4158"/>
                  </a:cubicBezTo>
                  <a:cubicBezTo>
                    <a:pt x="7221" y="3263"/>
                    <a:pt x="4476" y="1850"/>
                    <a:pt x="200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13"/>
            <p:cNvSpPr/>
            <p:nvPr/>
          </p:nvSpPr>
          <p:spPr>
            <a:xfrm>
              <a:off x="11926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08" y="160"/>
                  </a:cubicBezTo>
                  <a:lnTo>
                    <a:pt x="1824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88" y="2726"/>
                    <a:pt x="2174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13"/>
            <p:cNvSpPr/>
            <p:nvPr/>
          </p:nvSpPr>
          <p:spPr>
            <a:xfrm>
              <a:off x="1954475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1" y="22121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13"/>
            <p:cNvSpPr/>
            <p:nvPr/>
          </p:nvSpPr>
          <p:spPr>
            <a:xfrm>
              <a:off x="195447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13"/>
            <p:cNvSpPr/>
            <p:nvPr/>
          </p:nvSpPr>
          <p:spPr>
            <a:xfrm>
              <a:off x="24702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13"/>
            <p:cNvSpPr/>
            <p:nvPr/>
          </p:nvSpPr>
          <p:spPr>
            <a:xfrm>
              <a:off x="195447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13"/>
            <p:cNvSpPr/>
            <p:nvPr/>
          </p:nvSpPr>
          <p:spPr>
            <a:xfrm>
              <a:off x="19544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13"/>
            <p:cNvSpPr/>
            <p:nvPr/>
          </p:nvSpPr>
          <p:spPr>
            <a:xfrm>
              <a:off x="271687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13"/>
            <p:cNvSpPr/>
            <p:nvPr/>
          </p:nvSpPr>
          <p:spPr>
            <a:xfrm>
              <a:off x="27168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13"/>
            <p:cNvSpPr/>
            <p:nvPr/>
          </p:nvSpPr>
          <p:spPr>
            <a:xfrm>
              <a:off x="32326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13"/>
            <p:cNvSpPr/>
            <p:nvPr/>
          </p:nvSpPr>
          <p:spPr>
            <a:xfrm>
              <a:off x="271687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6" y="4158"/>
                  </a:cubicBezTo>
                  <a:cubicBezTo>
                    <a:pt x="7221" y="3263"/>
                    <a:pt x="4476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13"/>
            <p:cNvSpPr/>
            <p:nvPr/>
          </p:nvSpPr>
          <p:spPr>
            <a:xfrm>
              <a:off x="271737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68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13"/>
            <p:cNvSpPr/>
            <p:nvPr/>
          </p:nvSpPr>
          <p:spPr>
            <a:xfrm>
              <a:off x="347975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13"/>
            <p:cNvSpPr/>
            <p:nvPr/>
          </p:nvSpPr>
          <p:spPr>
            <a:xfrm>
              <a:off x="3479250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80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13"/>
            <p:cNvSpPr/>
            <p:nvPr/>
          </p:nvSpPr>
          <p:spPr>
            <a:xfrm>
              <a:off x="399497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13"/>
            <p:cNvSpPr/>
            <p:nvPr/>
          </p:nvSpPr>
          <p:spPr>
            <a:xfrm>
              <a:off x="3479250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3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86" y="4158"/>
                  </a:cubicBezTo>
                  <a:cubicBezTo>
                    <a:pt x="7242" y="3263"/>
                    <a:pt x="4477" y="1850"/>
                    <a:pt x="203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13"/>
            <p:cNvSpPr/>
            <p:nvPr/>
          </p:nvSpPr>
          <p:spPr>
            <a:xfrm>
              <a:off x="34792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13"/>
            <p:cNvSpPr/>
            <p:nvPr/>
          </p:nvSpPr>
          <p:spPr>
            <a:xfrm>
              <a:off x="652880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13"/>
            <p:cNvSpPr/>
            <p:nvPr/>
          </p:nvSpPr>
          <p:spPr>
            <a:xfrm>
              <a:off x="65661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13"/>
            <p:cNvSpPr/>
            <p:nvPr/>
          </p:nvSpPr>
          <p:spPr>
            <a:xfrm>
              <a:off x="65288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13"/>
            <p:cNvSpPr/>
            <p:nvPr/>
          </p:nvSpPr>
          <p:spPr>
            <a:xfrm>
              <a:off x="6566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6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33" y="1134"/>
                    <a:pt x="22479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13"/>
            <p:cNvSpPr/>
            <p:nvPr/>
          </p:nvSpPr>
          <p:spPr>
            <a:xfrm>
              <a:off x="6566600" y="4449400"/>
              <a:ext cx="611725" cy="520725"/>
            </a:xfrm>
            <a:custGeom>
              <a:avLst/>
              <a:gdLst/>
              <a:ahLst/>
              <a:cxnLst/>
              <a:rect l="l" t="t" r="r" b="b"/>
              <a:pathLst>
                <a:path w="2446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00" y="20828"/>
                  </a:lnTo>
                  <a:lnTo>
                    <a:pt x="200" y="6207"/>
                  </a:lnTo>
                  <a:cubicBezTo>
                    <a:pt x="200" y="2885"/>
                    <a:pt x="2885" y="160"/>
                    <a:pt x="6207" y="160"/>
                  </a:cubicBezTo>
                  <a:lnTo>
                    <a:pt x="18461" y="160"/>
                  </a:lnTo>
                  <a:cubicBezTo>
                    <a:pt x="21763" y="160"/>
                    <a:pt x="24469" y="2885"/>
                    <a:pt x="24469" y="6207"/>
                  </a:cubicBezTo>
                  <a:lnTo>
                    <a:pt x="24469" y="6088"/>
                  </a:lnTo>
                  <a:cubicBezTo>
                    <a:pt x="24469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13"/>
            <p:cNvSpPr/>
            <p:nvPr/>
          </p:nvSpPr>
          <p:spPr>
            <a:xfrm>
              <a:off x="5766425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13"/>
            <p:cNvSpPr/>
            <p:nvPr/>
          </p:nvSpPr>
          <p:spPr>
            <a:xfrm>
              <a:off x="580322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8"/>
                  </a:lnTo>
                  <a:cubicBezTo>
                    <a:pt x="2452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13"/>
            <p:cNvSpPr/>
            <p:nvPr/>
          </p:nvSpPr>
          <p:spPr>
            <a:xfrm>
              <a:off x="57664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13"/>
            <p:cNvSpPr/>
            <p:nvPr/>
          </p:nvSpPr>
          <p:spPr>
            <a:xfrm>
              <a:off x="580372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2479" y="0"/>
                  </a:moveTo>
                  <a:cubicBezTo>
                    <a:pt x="2003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508" y="19276"/>
                  </a:lnTo>
                  <a:lnTo>
                    <a:pt x="24508" y="4536"/>
                  </a:lnTo>
                  <a:cubicBezTo>
                    <a:pt x="2450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13"/>
            <p:cNvSpPr/>
            <p:nvPr/>
          </p:nvSpPr>
          <p:spPr>
            <a:xfrm>
              <a:off x="58037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45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508" y="2885"/>
                    <a:pt x="24508" y="6207"/>
                  </a:cubicBezTo>
                  <a:lnTo>
                    <a:pt x="24508" y="6088"/>
                  </a:lnTo>
                  <a:cubicBezTo>
                    <a:pt x="24508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13"/>
            <p:cNvSpPr/>
            <p:nvPr/>
          </p:nvSpPr>
          <p:spPr>
            <a:xfrm>
              <a:off x="500402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13"/>
            <p:cNvSpPr/>
            <p:nvPr/>
          </p:nvSpPr>
          <p:spPr>
            <a:xfrm>
              <a:off x="50413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13"/>
            <p:cNvSpPr/>
            <p:nvPr/>
          </p:nvSpPr>
          <p:spPr>
            <a:xfrm>
              <a:off x="50040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13"/>
            <p:cNvSpPr/>
            <p:nvPr/>
          </p:nvSpPr>
          <p:spPr>
            <a:xfrm>
              <a:off x="504182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4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13"/>
            <p:cNvSpPr/>
            <p:nvPr/>
          </p:nvSpPr>
          <p:spPr>
            <a:xfrm>
              <a:off x="504132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8" y="1"/>
                  </a:moveTo>
                  <a:cubicBezTo>
                    <a:pt x="2726" y="1"/>
                    <a:pt x="21" y="2726"/>
                    <a:pt x="1" y="6088"/>
                  </a:cubicBezTo>
                  <a:lnTo>
                    <a:pt x="1" y="20828"/>
                  </a:lnTo>
                  <a:lnTo>
                    <a:pt x="220" y="20828"/>
                  </a:lnTo>
                  <a:lnTo>
                    <a:pt x="220" y="6207"/>
                  </a:lnTo>
                  <a:cubicBezTo>
                    <a:pt x="220" y="2885"/>
                    <a:pt x="2905" y="160"/>
                    <a:pt x="6227" y="160"/>
                  </a:cubicBezTo>
                  <a:lnTo>
                    <a:pt x="18461" y="160"/>
                  </a:lnTo>
                  <a:cubicBezTo>
                    <a:pt x="21783" y="160"/>
                    <a:pt x="24489" y="2885"/>
                    <a:pt x="24489" y="6207"/>
                  </a:cubicBezTo>
                  <a:lnTo>
                    <a:pt x="24489" y="6088"/>
                  </a:lnTo>
                  <a:cubicBezTo>
                    <a:pt x="2448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13"/>
            <p:cNvSpPr/>
            <p:nvPr/>
          </p:nvSpPr>
          <p:spPr>
            <a:xfrm>
              <a:off x="4241650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13"/>
            <p:cNvSpPr/>
            <p:nvPr/>
          </p:nvSpPr>
          <p:spPr>
            <a:xfrm>
              <a:off x="42784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13"/>
            <p:cNvSpPr/>
            <p:nvPr/>
          </p:nvSpPr>
          <p:spPr>
            <a:xfrm>
              <a:off x="424165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13"/>
            <p:cNvSpPr/>
            <p:nvPr/>
          </p:nvSpPr>
          <p:spPr>
            <a:xfrm>
              <a:off x="427895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4536"/>
                  </a:lnTo>
                  <a:cubicBezTo>
                    <a:pt x="2448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13"/>
            <p:cNvSpPr/>
            <p:nvPr/>
          </p:nvSpPr>
          <p:spPr>
            <a:xfrm>
              <a:off x="427895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7" y="1"/>
                  </a:moveTo>
                  <a:cubicBezTo>
                    <a:pt x="274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488" y="2885"/>
                    <a:pt x="24488" y="6207"/>
                  </a:cubicBezTo>
                  <a:lnTo>
                    <a:pt x="24488" y="6088"/>
                  </a:lnTo>
                  <a:cubicBezTo>
                    <a:pt x="2448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13"/>
            <p:cNvSpPr/>
            <p:nvPr/>
          </p:nvSpPr>
          <p:spPr>
            <a:xfrm>
              <a:off x="810650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13"/>
            <p:cNvSpPr/>
            <p:nvPr/>
          </p:nvSpPr>
          <p:spPr>
            <a:xfrm>
              <a:off x="81065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08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13"/>
            <p:cNvSpPr/>
            <p:nvPr/>
          </p:nvSpPr>
          <p:spPr>
            <a:xfrm>
              <a:off x="1326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73" y="1017"/>
                    <a:pt x="4886" y="1406"/>
                    <a:pt x="4527" y="1406"/>
                  </a:cubicBezTo>
                  <a:cubicBezTo>
                    <a:pt x="4358" y="1406"/>
                    <a:pt x="4152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13"/>
            <p:cNvSpPr/>
            <p:nvPr/>
          </p:nvSpPr>
          <p:spPr>
            <a:xfrm>
              <a:off x="8106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1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53" y="5709"/>
                    <a:pt x="14880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13"/>
            <p:cNvSpPr/>
            <p:nvPr/>
          </p:nvSpPr>
          <p:spPr>
            <a:xfrm>
              <a:off x="811150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6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469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13"/>
            <p:cNvSpPr/>
            <p:nvPr/>
          </p:nvSpPr>
          <p:spPr>
            <a:xfrm>
              <a:off x="1573050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13"/>
            <p:cNvSpPr/>
            <p:nvPr/>
          </p:nvSpPr>
          <p:spPr>
            <a:xfrm>
              <a:off x="157355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13"/>
            <p:cNvSpPr/>
            <p:nvPr/>
          </p:nvSpPr>
          <p:spPr>
            <a:xfrm>
              <a:off x="20887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87" y="1017"/>
                    <a:pt x="4904" y="1406"/>
                    <a:pt x="4540" y="1406"/>
                  </a:cubicBezTo>
                  <a:cubicBezTo>
                    <a:pt x="4369" y="1406"/>
                    <a:pt x="4159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13"/>
            <p:cNvSpPr/>
            <p:nvPr/>
          </p:nvSpPr>
          <p:spPr>
            <a:xfrm>
              <a:off x="1573550" y="46935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2" y="5690"/>
                    <a:pt x="14860" y="5571"/>
                    <a:pt x="10165" y="4159"/>
                  </a:cubicBezTo>
                  <a:cubicBezTo>
                    <a:pt x="7241" y="326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13"/>
            <p:cNvSpPr/>
            <p:nvPr/>
          </p:nvSpPr>
          <p:spPr>
            <a:xfrm>
              <a:off x="1573550" y="4654800"/>
              <a:ext cx="612200" cy="521200"/>
            </a:xfrm>
            <a:custGeom>
              <a:avLst/>
              <a:gdLst/>
              <a:ahLst/>
              <a:cxnLst/>
              <a:rect l="l" t="t" r="r" b="b"/>
              <a:pathLst>
                <a:path w="24488" h="20848" extrusionOk="0">
                  <a:moveTo>
                    <a:pt x="6067" y="0"/>
                  </a:moveTo>
                  <a:cubicBezTo>
                    <a:pt x="2706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06" y="179"/>
                    <a:pt x="600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13"/>
            <p:cNvSpPr/>
            <p:nvPr/>
          </p:nvSpPr>
          <p:spPr>
            <a:xfrm>
              <a:off x="2335925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13"/>
            <p:cNvSpPr/>
            <p:nvPr/>
          </p:nvSpPr>
          <p:spPr>
            <a:xfrm>
              <a:off x="233592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13"/>
            <p:cNvSpPr/>
            <p:nvPr/>
          </p:nvSpPr>
          <p:spPr>
            <a:xfrm>
              <a:off x="28516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87" y="1017"/>
                    <a:pt x="4904" y="1406"/>
                    <a:pt x="4539" y="1406"/>
                  </a:cubicBezTo>
                  <a:cubicBezTo>
                    <a:pt x="4369" y="1406"/>
                    <a:pt x="4159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13"/>
            <p:cNvSpPr/>
            <p:nvPr/>
          </p:nvSpPr>
          <p:spPr>
            <a:xfrm>
              <a:off x="233592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17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3" y="5690"/>
                    <a:pt x="14860" y="5571"/>
                    <a:pt x="10166" y="4159"/>
                  </a:cubicBezTo>
                  <a:cubicBezTo>
                    <a:pt x="7222" y="326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13"/>
            <p:cNvSpPr/>
            <p:nvPr/>
          </p:nvSpPr>
          <p:spPr>
            <a:xfrm>
              <a:off x="2335925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68" y="0"/>
                  </a:moveTo>
                  <a:cubicBezTo>
                    <a:pt x="270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13"/>
            <p:cNvSpPr/>
            <p:nvPr/>
          </p:nvSpPr>
          <p:spPr>
            <a:xfrm>
              <a:off x="3097825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13"/>
            <p:cNvSpPr/>
            <p:nvPr/>
          </p:nvSpPr>
          <p:spPr>
            <a:xfrm>
              <a:off x="309782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13"/>
            <p:cNvSpPr/>
            <p:nvPr/>
          </p:nvSpPr>
          <p:spPr>
            <a:xfrm>
              <a:off x="361402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74" y="1017"/>
                    <a:pt x="4886" y="1406"/>
                    <a:pt x="4527" y="1406"/>
                  </a:cubicBezTo>
                  <a:cubicBezTo>
                    <a:pt x="4359" y="1406"/>
                    <a:pt x="4153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13"/>
            <p:cNvSpPr/>
            <p:nvPr/>
          </p:nvSpPr>
          <p:spPr>
            <a:xfrm>
              <a:off x="3098325" y="46935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60"/>
                  </a:lnTo>
                  <a:cubicBezTo>
                    <a:pt x="20052" y="5690"/>
                    <a:pt x="14880" y="5571"/>
                    <a:pt x="10185" y="4159"/>
                  </a:cubicBezTo>
                  <a:cubicBezTo>
                    <a:pt x="7241" y="3263"/>
                    <a:pt x="4476" y="183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13"/>
            <p:cNvSpPr/>
            <p:nvPr/>
          </p:nvSpPr>
          <p:spPr>
            <a:xfrm>
              <a:off x="309832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06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25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50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13"/>
            <p:cNvSpPr/>
            <p:nvPr/>
          </p:nvSpPr>
          <p:spPr>
            <a:xfrm>
              <a:off x="6147875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13"/>
            <p:cNvSpPr/>
            <p:nvPr/>
          </p:nvSpPr>
          <p:spPr>
            <a:xfrm>
              <a:off x="618417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10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13"/>
            <p:cNvSpPr/>
            <p:nvPr/>
          </p:nvSpPr>
          <p:spPr>
            <a:xfrm>
              <a:off x="6147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3" y="1320"/>
                    <a:pt x="1002" y="1406"/>
                    <a:pt x="832" y="1406"/>
                  </a:cubicBezTo>
                  <a:cubicBezTo>
                    <a:pt x="468" y="1406"/>
                    <a:pt x="285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13"/>
            <p:cNvSpPr/>
            <p:nvPr/>
          </p:nvSpPr>
          <p:spPr>
            <a:xfrm>
              <a:off x="61851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80" y="0"/>
                  </a:moveTo>
                  <a:cubicBezTo>
                    <a:pt x="20013" y="1850"/>
                    <a:pt x="17248" y="3263"/>
                    <a:pt x="14324" y="4158"/>
                  </a:cubicBezTo>
                  <a:cubicBezTo>
                    <a:pt x="9609" y="5570"/>
                    <a:pt x="443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13"/>
            <p:cNvSpPr/>
            <p:nvPr/>
          </p:nvSpPr>
          <p:spPr>
            <a:xfrm>
              <a:off x="618467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2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802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13"/>
            <p:cNvSpPr/>
            <p:nvPr/>
          </p:nvSpPr>
          <p:spPr>
            <a:xfrm>
              <a:off x="5385475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13"/>
            <p:cNvSpPr/>
            <p:nvPr/>
          </p:nvSpPr>
          <p:spPr>
            <a:xfrm>
              <a:off x="542227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13"/>
            <p:cNvSpPr/>
            <p:nvPr/>
          </p:nvSpPr>
          <p:spPr>
            <a:xfrm>
              <a:off x="53854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2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13"/>
            <p:cNvSpPr/>
            <p:nvPr/>
          </p:nvSpPr>
          <p:spPr>
            <a:xfrm>
              <a:off x="54227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67" y="3263"/>
                    <a:pt x="14323" y="4159"/>
                  </a:cubicBezTo>
                  <a:cubicBezTo>
                    <a:pt x="9629" y="5571"/>
                    <a:pt x="4456" y="5690"/>
                    <a:pt x="0" y="7660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13"/>
            <p:cNvSpPr/>
            <p:nvPr/>
          </p:nvSpPr>
          <p:spPr>
            <a:xfrm>
              <a:off x="5422775" y="4654800"/>
              <a:ext cx="611725" cy="521200"/>
            </a:xfrm>
            <a:custGeom>
              <a:avLst/>
              <a:gdLst/>
              <a:ahLst/>
              <a:cxnLst/>
              <a:rect l="l" t="t" r="r" b="b"/>
              <a:pathLst>
                <a:path w="24469" h="20848" extrusionOk="0">
                  <a:moveTo>
                    <a:pt x="6068" y="0"/>
                  </a:moveTo>
                  <a:cubicBezTo>
                    <a:pt x="2706" y="0"/>
                    <a:pt x="0" y="2726"/>
                    <a:pt x="0" y="6107"/>
                  </a:cubicBezTo>
                  <a:lnTo>
                    <a:pt x="0" y="20848"/>
                  </a:lnTo>
                  <a:lnTo>
                    <a:pt x="199" y="20848"/>
                  </a:lnTo>
                  <a:lnTo>
                    <a:pt x="199" y="6227"/>
                  </a:lnTo>
                  <a:cubicBezTo>
                    <a:pt x="199" y="2885"/>
                    <a:pt x="2885" y="179"/>
                    <a:pt x="6207" y="179"/>
                  </a:cubicBezTo>
                  <a:lnTo>
                    <a:pt x="18441" y="179"/>
                  </a:lnTo>
                  <a:cubicBezTo>
                    <a:pt x="21763" y="179"/>
                    <a:pt x="24468" y="2885"/>
                    <a:pt x="24468" y="6227"/>
                  </a:cubicBezTo>
                  <a:lnTo>
                    <a:pt x="24468" y="6107"/>
                  </a:lnTo>
                  <a:cubicBezTo>
                    <a:pt x="24468" y="274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13"/>
            <p:cNvSpPr/>
            <p:nvPr/>
          </p:nvSpPr>
          <p:spPr>
            <a:xfrm>
              <a:off x="4622600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13"/>
            <p:cNvSpPr/>
            <p:nvPr/>
          </p:nvSpPr>
          <p:spPr>
            <a:xfrm>
              <a:off x="465990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13"/>
            <p:cNvSpPr/>
            <p:nvPr/>
          </p:nvSpPr>
          <p:spPr>
            <a:xfrm>
              <a:off x="46226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9" y="1320"/>
                    <a:pt x="1013" y="1406"/>
                    <a:pt x="845" y="1406"/>
                  </a:cubicBezTo>
                  <a:cubicBezTo>
                    <a:pt x="486" y="1406"/>
                    <a:pt x="298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13"/>
            <p:cNvSpPr/>
            <p:nvPr/>
          </p:nvSpPr>
          <p:spPr>
            <a:xfrm>
              <a:off x="46608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31"/>
                    <a:pt x="17248" y="3263"/>
                    <a:pt x="14324" y="4159"/>
                  </a:cubicBezTo>
                  <a:cubicBezTo>
                    <a:pt x="9609" y="5571"/>
                    <a:pt x="4437" y="5690"/>
                    <a:pt x="1" y="7660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17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13"/>
            <p:cNvSpPr/>
            <p:nvPr/>
          </p:nvSpPr>
          <p:spPr>
            <a:xfrm>
              <a:off x="4659900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4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783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13"/>
            <p:cNvSpPr/>
            <p:nvPr/>
          </p:nvSpPr>
          <p:spPr>
            <a:xfrm>
              <a:off x="3860700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13"/>
            <p:cNvSpPr/>
            <p:nvPr/>
          </p:nvSpPr>
          <p:spPr>
            <a:xfrm>
              <a:off x="389700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10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13"/>
            <p:cNvSpPr/>
            <p:nvPr/>
          </p:nvSpPr>
          <p:spPr>
            <a:xfrm>
              <a:off x="38607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3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13"/>
            <p:cNvSpPr/>
            <p:nvPr/>
          </p:nvSpPr>
          <p:spPr>
            <a:xfrm>
              <a:off x="3898000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47" y="3263"/>
                    <a:pt x="14323" y="4159"/>
                  </a:cubicBezTo>
                  <a:cubicBezTo>
                    <a:pt x="9629" y="5571"/>
                    <a:pt x="4456" y="5690"/>
                    <a:pt x="1" y="7660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13"/>
            <p:cNvSpPr/>
            <p:nvPr/>
          </p:nvSpPr>
          <p:spPr>
            <a:xfrm>
              <a:off x="3898000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88" y="0"/>
                  </a:moveTo>
                  <a:cubicBezTo>
                    <a:pt x="2726" y="0"/>
                    <a:pt x="1" y="2726"/>
                    <a:pt x="1" y="6107"/>
                  </a:cubicBezTo>
                  <a:lnTo>
                    <a:pt x="1" y="20848"/>
                  </a:lnTo>
                  <a:lnTo>
                    <a:pt x="219" y="20848"/>
                  </a:lnTo>
                  <a:lnTo>
                    <a:pt x="219" y="6227"/>
                  </a:lnTo>
                  <a:cubicBezTo>
                    <a:pt x="219" y="2885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5"/>
                    <a:pt x="24488" y="6227"/>
                  </a:cubicBezTo>
                  <a:lnTo>
                    <a:pt x="24488" y="6107"/>
                  </a:lnTo>
                  <a:cubicBezTo>
                    <a:pt x="2448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13"/>
            <p:cNvSpPr/>
            <p:nvPr/>
          </p:nvSpPr>
          <p:spPr>
            <a:xfrm>
              <a:off x="429225" y="4827850"/>
              <a:ext cx="650000" cy="758450"/>
            </a:xfrm>
            <a:custGeom>
              <a:avLst/>
              <a:gdLst/>
              <a:ahLst/>
              <a:cxnLst/>
              <a:rect l="l" t="t" r="r" b="b"/>
              <a:pathLst>
                <a:path w="26000" h="30338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13"/>
            <p:cNvSpPr/>
            <p:nvPr/>
          </p:nvSpPr>
          <p:spPr>
            <a:xfrm>
              <a:off x="4297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2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13"/>
            <p:cNvSpPr/>
            <p:nvPr/>
          </p:nvSpPr>
          <p:spPr>
            <a:xfrm>
              <a:off x="9449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13"/>
            <p:cNvSpPr/>
            <p:nvPr/>
          </p:nvSpPr>
          <p:spPr>
            <a:xfrm>
              <a:off x="4297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7659"/>
                  </a:lnTo>
                  <a:cubicBezTo>
                    <a:pt x="2003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13"/>
            <p:cNvSpPr/>
            <p:nvPr/>
          </p:nvSpPr>
          <p:spPr>
            <a:xfrm>
              <a:off x="4302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489" y="29043"/>
                  </a:lnTo>
                  <a:lnTo>
                    <a:pt x="24489" y="6087"/>
                  </a:lnTo>
                  <a:cubicBezTo>
                    <a:pt x="2446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13"/>
            <p:cNvSpPr/>
            <p:nvPr/>
          </p:nvSpPr>
          <p:spPr>
            <a:xfrm>
              <a:off x="1191600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13"/>
            <p:cNvSpPr/>
            <p:nvPr/>
          </p:nvSpPr>
          <p:spPr>
            <a:xfrm>
              <a:off x="11926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13"/>
            <p:cNvSpPr/>
            <p:nvPr/>
          </p:nvSpPr>
          <p:spPr>
            <a:xfrm>
              <a:off x="17078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13"/>
            <p:cNvSpPr/>
            <p:nvPr/>
          </p:nvSpPr>
          <p:spPr>
            <a:xfrm>
              <a:off x="1192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09" y="1"/>
                  </a:moveTo>
                  <a:cubicBezTo>
                    <a:pt x="75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5" y="4138"/>
                  </a:cubicBezTo>
                  <a:cubicBezTo>
                    <a:pt x="7221" y="324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13"/>
            <p:cNvSpPr/>
            <p:nvPr/>
          </p:nvSpPr>
          <p:spPr>
            <a:xfrm>
              <a:off x="11926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88" y="2725"/>
                    <a:pt x="2174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13"/>
            <p:cNvSpPr/>
            <p:nvPr/>
          </p:nvSpPr>
          <p:spPr>
            <a:xfrm>
              <a:off x="1954475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1" y="30337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13"/>
            <p:cNvSpPr/>
            <p:nvPr/>
          </p:nvSpPr>
          <p:spPr>
            <a:xfrm>
              <a:off x="195447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13"/>
            <p:cNvSpPr/>
            <p:nvPr/>
          </p:nvSpPr>
          <p:spPr>
            <a:xfrm>
              <a:off x="24702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13"/>
            <p:cNvSpPr/>
            <p:nvPr/>
          </p:nvSpPr>
          <p:spPr>
            <a:xfrm>
              <a:off x="195447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13"/>
            <p:cNvSpPr/>
            <p:nvPr/>
          </p:nvSpPr>
          <p:spPr>
            <a:xfrm>
              <a:off x="19544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13"/>
            <p:cNvSpPr/>
            <p:nvPr/>
          </p:nvSpPr>
          <p:spPr>
            <a:xfrm>
              <a:off x="271687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13"/>
            <p:cNvSpPr/>
            <p:nvPr/>
          </p:nvSpPr>
          <p:spPr>
            <a:xfrm>
              <a:off x="27168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13"/>
            <p:cNvSpPr/>
            <p:nvPr/>
          </p:nvSpPr>
          <p:spPr>
            <a:xfrm>
              <a:off x="32326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13"/>
            <p:cNvSpPr/>
            <p:nvPr/>
          </p:nvSpPr>
          <p:spPr>
            <a:xfrm>
              <a:off x="271687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6" y="4138"/>
                  </a:cubicBezTo>
                  <a:cubicBezTo>
                    <a:pt x="7221" y="324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13"/>
            <p:cNvSpPr/>
            <p:nvPr/>
          </p:nvSpPr>
          <p:spPr>
            <a:xfrm>
              <a:off x="271737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13"/>
            <p:cNvSpPr/>
            <p:nvPr/>
          </p:nvSpPr>
          <p:spPr>
            <a:xfrm>
              <a:off x="347975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13"/>
            <p:cNvSpPr/>
            <p:nvPr/>
          </p:nvSpPr>
          <p:spPr>
            <a:xfrm>
              <a:off x="3479250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13"/>
            <p:cNvSpPr/>
            <p:nvPr/>
          </p:nvSpPr>
          <p:spPr>
            <a:xfrm>
              <a:off x="399497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13"/>
            <p:cNvSpPr/>
            <p:nvPr/>
          </p:nvSpPr>
          <p:spPr>
            <a:xfrm>
              <a:off x="3479250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3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86" y="4138"/>
                  </a:cubicBezTo>
                  <a:cubicBezTo>
                    <a:pt x="7242" y="3243"/>
                    <a:pt x="4477" y="1831"/>
                    <a:pt x="203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13"/>
            <p:cNvSpPr/>
            <p:nvPr/>
          </p:nvSpPr>
          <p:spPr>
            <a:xfrm>
              <a:off x="34792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13"/>
            <p:cNvSpPr/>
            <p:nvPr/>
          </p:nvSpPr>
          <p:spPr>
            <a:xfrm>
              <a:off x="652880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13"/>
            <p:cNvSpPr/>
            <p:nvPr/>
          </p:nvSpPr>
          <p:spPr>
            <a:xfrm>
              <a:off x="65661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13"/>
            <p:cNvSpPr/>
            <p:nvPr/>
          </p:nvSpPr>
          <p:spPr>
            <a:xfrm>
              <a:off x="65288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13"/>
            <p:cNvSpPr/>
            <p:nvPr/>
          </p:nvSpPr>
          <p:spPr>
            <a:xfrm>
              <a:off x="6566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6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33" y="1115"/>
                    <a:pt x="22479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13"/>
            <p:cNvSpPr/>
            <p:nvPr/>
          </p:nvSpPr>
          <p:spPr>
            <a:xfrm>
              <a:off x="6566600" y="4860200"/>
              <a:ext cx="611725" cy="726100"/>
            </a:xfrm>
            <a:custGeom>
              <a:avLst/>
              <a:gdLst/>
              <a:ahLst/>
              <a:cxnLst/>
              <a:rect l="l" t="t" r="r" b="b"/>
              <a:pathLst>
                <a:path w="2446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00" y="29043"/>
                  </a:lnTo>
                  <a:lnTo>
                    <a:pt x="200" y="6207"/>
                  </a:lnTo>
                  <a:cubicBezTo>
                    <a:pt x="200" y="2884"/>
                    <a:pt x="2885" y="179"/>
                    <a:pt x="6207" y="179"/>
                  </a:cubicBezTo>
                  <a:lnTo>
                    <a:pt x="18461" y="179"/>
                  </a:lnTo>
                  <a:cubicBezTo>
                    <a:pt x="21763" y="179"/>
                    <a:pt x="24469" y="2884"/>
                    <a:pt x="24469" y="6207"/>
                  </a:cubicBezTo>
                  <a:lnTo>
                    <a:pt x="24469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13"/>
            <p:cNvSpPr/>
            <p:nvPr/>
          </p:nvSpPr>
          <p:spPr>
            <a:xfrm>
              <a:off x="5766425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13"/>
            <p:cNvSpPr/>
            <p:nvPr/>
          </p:nvSpPr>
          <p:spPr>
            <a:xfrm>
              <a:off x="580322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28" y="29043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13"/>
            <p:cNvSpPr/>
            <p:nvPr/>
          </p:nvSpPr>
          <p:spPr>
            <a:xfrm>
              <a:off x="57664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13"/>
            <p:cNvSpPr/>
            <p:nvPr/>
          </p:nvSpPr>
          <p:spPr>
            <a:xfrm>
              <a:off x="580372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2479" y="1"/>
                  </a:moveTo>
                  <a:cubicBezTo>
                    <a:pt x="2003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508" y="27492"/>
                  </a:lnTo>
                  <a:lnTo>
                    <a:pt x="24508" y="4516"/>
                  </a:lnTo>
                  <a:cubicBezTo>
                    <a:pt x="2450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13"/>
            <p:cNvSpPr/>
            <p:nvPr/>
          </p:nvSpPr>
          <p:spPr>
            <a:xfrm>
              <a:off x="58037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508" y="2884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13"/>
            <p:cNvSpPr/>
            <p:nvPr/>
          </p:nvSpPr>
          <p:spPr>
            <a:xfrm>
              <a:off x="500402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13"/>
            <p:cNvSpPr/>
            <p:nvPr/>
          </p:nvSpPr>
          <p:spPr>
            <a:xfrm>
              <a:off x="50413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13"/>
            <p:cNvSpPr/>
            <p:nvPr/>
          </p:nvSpPr>
          <p:spPr>
            <a:xfrm>
              <a:off x="50040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13"/>
            <p:cNvSpPr/>
            <p:nvPr/>
          </p:nvSpPr>
          <p:spPr>
            <a:xfrm>
              <a:off x="504182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4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13"/>
            <p:cNvSpPr/>
            <p:nvPr/>
          </p:nvSpPr>
          <p:spPr>
            <a:xfrm>
              <a:off x="504132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8" y="0"/>
                  </a:moveTo>
                  <a:cubicBezTo>
                    <a:pt x="2726" y="0"/>
                    <a:pt x="21" y="2725"/>
                    <a:pt x="1" y="6087"/>
                  </a:cubicBezTo>
                  <a:lnTo>
                    <a:pt x="1" y="29043"/>
                  </a:lnTo>
                  <a:lnTo>
                    <a:pt x="220" y="29043"/>
                  </a:lnTo>
                  <a:lnTo>
                    <a:pt x="220" y="6207"/>
                  </a:lnTo>
                  <a:cubicBezTo>
                    <a:pt x="220" y="2884"/>
                    <a:pt x="2905" y="179"/>
                    <a:pt x="6227" y="179"/>
                  </a:cubicBezTo>
                  <a:lnTo>
                    <a:pt x="18461" y="179"/>
                  </a:lnTo>
                  <a:cubicBezTo>
                    <a:pt x="21783" y="179"/>
                    <a:pt x="24489" y="2884"/>
                    <a:pt x="24489" y="6207"/>
                  </a:cubicBezTo>
                  <a:lnTo>
                    <a:pt x="24489" y="6087"/>
                  </a:lnTo>
                  <a:cubicBezTo>
                    <a:pt x="2448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13"/>
            <p:cNvSpPr/>
            <p:nvPr/>
          </p:nvSpPr>
          <p:spPr>
            <a:xfrm>
              <a:off x="4241650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13"/>
            <p:cNvSpPr/>
            <p:nvPr/>
          </p:nvSpPr>
          <p:spPr>
            <a:xfrm>
              <a:off x="42784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13"/>
            <p:cNvSpPr/>
            <p:nvPr/>
          </p:nvSpPr>
          <p:spPr>
            <a:xfrm>
              <a:off x="424165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13"/>
            <p:cNvSpPr/>
            <p:nvPr/>
          </p:nvSpPr>
          <p:spPr>
            <a:xfrm>
              <a:off x="427895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451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13"/>
            <p:cNvSpPr/>
            <p:nvPr/>
          </p:nvSpPr>
          <p:spPr>
            <a:xfrm>
              <a:off x="427895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7" y="0"/>
                  </a:moveTo>
                  <a:cubicBezTo>
                    <a:pt x="274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4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13"/>
            <p:cNvSpPr/>
            <p:nvPr/>
          </p:nvSpPr>
          <p:spPr>
            <a:xfrm>
              <a:off x="810650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13"/>
            <p:cNvSpPr/>
            <p:nvPr/>
          </p:nvSpPr>
          <p:spPr>
            <a:xfrm>
              <a:off x="81065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08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13"/>
            <p:cNvSpPr/>
            <p:nvPr/>
          </p:nvSpPr>
          <p:spPr>
            <a:xfrm>
              <a:off x="1325875" y="5265000"/>
              <a:ext cx="135300" cy="319300"/>
            </a:xfrm>
            <a:custGeom>
              <a:avLst/>
              <a:gdLst/>
              <a:ahLst/>
              <a:cxnLst/>
              <a:rect l="l" t="t" r="r" b="b"/>
              <a:pathLst>
                <a:path w="5412" h="12772" extrusionOk="0">
                  <a:moveTo>
                    <a:pt x="5411" y="1"/>
                  </a:moveTo>
                  <a:cubicBezTo>
                    <a:pt x="5116" y="1009"/>
                    <a:pt x="4929" y="1390"/>
                    <a:pt x="4575" y="1390"/>
                  </a:cubicBezTo>
                  <a:cubicBezTo>
                    <a:pt x="4405" y="1390"/>
                    <a:pt x="4197" y="1303"/>
                    <a:pt x="3919" y="1154"/>
                  </a:cubicBezTo>
                  <a:lnTo>
                    <a:pt x="1" y="12772"/>
                  </a:lnTo>
                  <a:lnTo>
                    <a:pt x="5411" y="12772"/>
                  </a:lnTo>
                  <a:lnTo>
                    <a:pt x="541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13"/>
            <p:cNvSpPr/>
            <p:nvPr/>
          </p:nvSpPr>
          <p:spPr>
            <a:xfrm>
              <a:off x="8106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010" y="0"/>
                  </a:moveTo>
                  <a:cubicBezTo>
                    <a:pt x="777" y="1114"/>
                    <a:pt x="1" y="2705"/>
                    <a:pt x="1" y="4516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7659"/>
                  </a:lnTo>
                  <a:cubicBezTo>
                    <a:pt x="20053" y="5689"/>
                    <a:pt x="14880" y="5570"/>
                    <a:pt x="10166" y="4138"/>
                  </a:cubicBezTo>
                  <a:cubicBezTo>
                    <a:pt x="7242" y="3243"/>
                    <a:pt x="4477" y="183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13"/>
            <p:cNvSpPr/>
            <p:nvPr/>
          </p:nvSpPr>
          <p:spPr>
            <a:xfrm>
              <a:off x="811150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26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13"/>
            <p:cNvSpPr/>
            <p:nvPr/>
          </p:nvSpPr>
          <p:spPr>
            <a:xfrm>
              <a:off x="1573050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13"/>
            <p:cNvSpPr/>
            <p:nvPr/>
          </p:nvSpPr>
          <p:spPr>
            <a:xfrm>
              <a:off x="157355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13"/>
            <p:cNvSpPr/>
            <p:nvPr/>
          </p:nvSpPr>
          <p:spPr>
            <a:xfrm>
              <a:off x="208875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90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13"/>
            <p:cNvSpPr/>
            <p:nvPr/>
          </p:nvSpPr>
          <p:spPr>
            <a:xfrm>
              <a:off x="1573550" y="51023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2" y="5710"/>
                    <a:pt x="14860" y="5571"/>
                    <a:pt x="10165" y="4158"/>
                  </a:cubicBezTo>
                  <a:cubicBezTo>
                    <a:pt x="7241" y="3263"/>
                    <a:pt x="4476" y="185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13"/>
            <p:cNvSpPr/>
            <p:nvPr/>
          </p:nvSpPr>
          <p:spPr>
            <a:xfrm>
              <a:off x="1573550" y="5063600"/>
              <a:ext cx="612200" cy="520700"/>
            </a:xfrm>
            <a:custGeom>
              <a:avLst/>
              <a:gdLst/>
              <a:ahLst/>
              <a:cxnLst/>
              <a:rect l="l" t="t" r="r" b="b"/>
              <a:pathLst>
                <a:path w="24488" h="20828" extrusionOk="0">
                  <a:moveTo>
                    <a:pt x="6067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06" y="159"/>
                    <a:pt x="600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13"/>
            <p:cNvSpPr/>
            <p:nvPr/>
          </p:nvSpPr>
          <p:spPr>
            <a:xfrm>
              <a:off x="2335925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13"/>
            <p:cNvSpPr/>
            <p:nvPr/>
          </p:nvSpPr>
          <p:spPr>
            <a:xfrm>
              <a:off x="233592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13"/>
            <p:cNvSpPr/>
            <p:nvPr/>
          </p:nvSpPr>
          <p:spPr>
            <a:xfrm>
              <a:off x="2851150" y="5265000"/>
              <a:ext cx="134800" cy="319300"/>
            </a:xfrm>
            <a:custGeom>
              <a:avLst/>
              <a:gdLst/>
              <a:ahLst/>
              <a:cxnLst/>
              <a:rect l="l" t="t" r="r" b="b"/>
              <a:pathLst>
                <a:path w="5392" h="12772" extrusionOk="0">
                  <a:moveTo>
                    <a:pt x="5391" y="1"/>
                  </a:moveTo>
                  <a:cubicBezTo>
                    <a:pt x="5109" y="1009"/>
                    <a:pt x="4927" y="1390"/>
                    <a:pt x="4568" y="1390"/>
                  </a:cubicBezTo>
                  <a:cubicBezTo>
                    <a:pt x="4396" y="1390"/>
                    <a:pt x="4183" y="1303"/>
                    <a:pt x="3899" y="1154"/>
                  </a:cubicBezTo>
                  <a:lnTo>
                    <a:pt x="0" y="12772"/>
                  </a:lnTo>
                  <a:lnTo>
                    <a:pt x="5391" y="12772"/>
                  </a:lnTo>
                  <a:lnTo>
                    <a:pt x="539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13"/>
            <p:cNvSpPr/>
            <p:nvPr/>
          </p:nvSpPr>
          <p:spPr>
            <a:xfrm>
              <a:off x="233592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36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3" y="5710"/>
                    <a:pt x="14860" y="5571"/>
                    <a:pt x="10166" y="4158"/>
                  </a:cubicBezTo>
                  <a:cubicBezTo>
                    <a:pt x="7222" y="3263"/>
                    <a:pt x="4476" y="185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13"/>
            <p:cNvSpPr/>
            <p:nvPr/>
          </p:nvSpPr>
          <p:spPr>
            <a:xfrm>
              <a:off x="2335925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06" y="159"/>
                    <a:pt x="6008" y="159"/>
                  </a:cubicBezTo>
                  <a:lnTo>
                    <a:pt x="1824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13"/>
            <p:cNvSpPr/>
            <p:nvPr/>
          </p:nvSpPr>
          <p:spPr>
            <a:xfrm>
              <a:off x="3097825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13"/>
            <p:cNvSpPr/>
            <p:nvPr/>
          </p:nvSpPr>
          <p:spPr>
            <a:xfrm>
              <a:off x="309782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13"/>
            <p:cNvSpPr/>
            <p:nvPr/>
          </p:nvSpPr>
          <p:spPr>
            <a:xfrm>
              <a:off x="361402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13"/>
            <p:cNvSpPr/>
            <p:nvPr/>
          </p:nvSpPr>
          <p:spPr>
            <a:xfrm>
              <a:off x="3098325" y="51023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59"/>
                  </a:lnTo>
                  <a:cubicBezTo>
                    <a:pt x="20052" y="5710"/>
                    <a:pt x="14880" y="5571"/>
                    <a:pt x="10185" y="4158"/>
                  </a:cubicBezTo>
                  <a:cubicBezTo>
                    <a:pt x="7241" y="3263"/>
                    <a:pt x="4476" y="185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13"/>
            <p:cNvSpPr/>
            <p:nvPr/>
          </p:nvSpPr>
          <p:spPr>
            <a:xfrm>
              <a:off x="309832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06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25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50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3"/>
            <p:cNvSpPr/>
            <p:nvPr/>
          </p:nvSpPr>
          <p:spPr>
            <a:xfrm>
              <a:off x="6147875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13"/>
            <p:cNvSpPr/>
            <p:nvPr/>
          </p:nvSpPr>
          <p:spPr>
            <a:xfrm>
              <a:off x="618417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10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13"/>
            <p:cNvSpPr/>
            <p:nvPr/>
          </p:nvSpPr>
          <p:spPr>
            <a:xfrm>
              <a:off x="61478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08" y="1303"/>
                    <a:pt x="996" y="1390"/>
                    <a:pt x="824" y="1390"/>
                  </a:cubicBezTo>
                  <a:cubicBezTo>
                    <a:pt x="465" y="1390"/>
                    <a:pt x="282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13"/>
            <p:cNvSpPr/>
            <p:nvPr/>
          </p:nvSpPr>
          <p:spPr>
            <a:xfrm>
              <a:off x="61851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2480" y="0"/>
                  </a:moveTo>
                  <a:cubicBezTo>
                    <a:pt x="20013" y="1830"/>
                    <a:pt x="17248" y="3243"/>
                    <a:pt x="14324" y="4138"/>
                  </a:cubicBezTo>
                  <a:cubicBezTo>
                    <a:pt x="9609" y="5570"/>
                    <a:pt x="4437" y="5689"/>
                    <a:pt x="1" y="7659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4516"/>
                  </a:lnTo>
                  <a:cubicBezTo>
                    <a:pt x="24489" y="2705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13"/>
            <p:cNvSpPr/>
            <p:nvPr/>
          </p:nvSpPr>
          <p:spPr>
            <a:xfrm>
              <a:off x="618467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2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802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13"/>
            <p:cNvSpPr/>
            <p:nvPr/>
          </p:nvSpPr>
          <p:spPr>
            <a:xfrm>
              <a:off x="5385475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13"/>
            <p:cNvSpPr/>
            <p:nvPr/>
          </p:nvSpPr>
          <p:spPr>
            <a:xfrm>
              <a:off x="542227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13"/>
            <p:cNvSpPr/>
            <p:nvPr/>
          </p:nvSpPr>
          <p:spPr>
            <a:xfrm>
              <a:off x="53854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13"/>
            <p:cNvSpPr/>
            <p:nvPr/>
          </p:nvSpPr>
          <p:spPr>
            <a:xfrm>
              <a:off x="54227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67" y="3263"/>
                    <a:pt x="14323" y="4158"/>
                  </a:cubicBezTo>
                  <a:cubicBezTo>
                    <a:pt x="9629" y="5571"/>
                    <a:pt x="4456" y="5710"/>
                    <a:pt x="0" y="7659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13"/>
            <p:cNvSpPr/>
            <p:nvPr/>
          </p:nvSpPr>
          <p:spPr>
            <a:xfrm>
              <a:off x="5422775" y="5063600"/>
              <a:ext cx="611725" cy="520700"/>
            </a:xfrm>
            <a:custGeom>
              <a:avLst/>
              <a:gdLst/>
              <a:ahLst/>
              <a:cxnLst/>
              <a:rect l="l" t="t" r="r" b="b"/>
              <a:pathLst>
                <a:path w="24469" h="20828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199" y="20828"/>
                  </a:lnTo>
                  <a:lnTo>
                    <a:pt x="199" y="6207"/>
                  </a:lnTo>
                  <a:cubicBezTo>
                    <a:pt x="199" y="2885"/>
                    <a:pt x="2885" y="159"/>
                    <a:pt x="6207" y="159"/>
                  </a:cubicBezTo>
                  <a:lnTo>
                    <a:pt x="18441" y="159"/>
                  </a:lnTo>
                  <a:cubicBezTo>
                    <a:pt x="21763" y="159"/>
                    <a:pt x="24468" y="2885"/>
                    <a:pt x="24468" y="6207"/>
                  </a:cubicBezTo>
                  <a:lnTo>
                    <a:pt x="2446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13"/>
            <p:cNvSpPr/>
            <p:nvPr/>
          </p:nvSpPr>
          <p:spPr>
            <a:xfrm>
              <a:off x="4622600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13"/>
            <p:cNvSpPr/>
            <p:nvPr/>
          </p:nvSpPr>
          <p:spPr>
            <a:xfrm>
              <a:off x="465990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13"/>
            <p:cNvSpPr/>
            <p:nvPr/>
          </p:nvSpPr>
          <p:spPr>
            <a:xfrm>
              <a:off x="46226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15" y="1303"/>
                    <a:pt x="1007" y="1390"/>
                    <a:pt x="837" y="1390"/>
                  </a:cubicBezTo>
                  <a:cubicBezTo>
                    <a:pt x="483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13"/>
            <p:cNvSpPr/>
            <p:nvPr/>
          </p:nvSpPr>
          <p:spPr>
            <a:xfrm>
              <a:off x="46608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51"/>
                    <a:pt x="17248" y="3263"/>
                    <a:pt x="14324" y="4158"/>
                  </a:cubicBezTo>
                  <a:cubicBezTo>
                    <a:pt x="9609" y="5571"/>
                    <a:pt x="4437" y="5710"/>
                    <a:pt x="1" y="7659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36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13"/>
            <p:cNvSpPr/>
            <p:nvPr/>
          </p:nvSpPr>
          <p:spPr>
            <a:xfrm>
              <a:off x="4659900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4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783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13"/>
            <p:cNvSpPr/>
            <p:nvPr/>
          </p:nvSpPr>
          <p:spPr>
            <a:xfrm>
              <a:off x="3860700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13"/>
            <p:cNvSpPr/>
            <p:nvPr/>
          </p:nvSpPr>
          <p:spPr>
            <a:xfrm>
              <a:off x="389700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13"/>
            <p:cNvSpPr/>
            <p:nvPr/>
          </p:nvSpPr>
          <p:spPr>
            <a:xfrm>
              <a:off x="38607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13"/>
            <p:cNvSpPr/>
            <p:nvPr/>
          </p:nvSpPr>
          <p:spPr>
            <a:xfrm>
              <a:off x="3898000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47" y="3263"/>
                    <a:pt x="14323" y="4158"/>
                  </a:cubicBezTo>
                  <a:cubicBezTo>
                    <a:pt x="9629" y="5571"/>
                    <a:pt x="4456" y="5710"/>
                    <a:pt x="1" y="7659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13"/>
            <p:cNvSpPr/>
            <p:nvPr/>
          </p:nvSpPr>
          <p:spPr>
            <a:xfrm>
              <a:off x="3898000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59"/>
                    <a:pt x="6247" y="159"/>
                  </a:cubicBezTo>
                  <a:lnTo>
                    <a:pt x="18481" y="159"/>
                  </a:lnTo>
                  <a:cubicBezTo>
                    <a:pt x="21783" y="159"/>
                    <a:pt x="24488" y="2885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9" name="Google Shape;1969;p13"/>
          <p:cNvSpPr txBox="1">
            <a:spLocks noGrp="1"/>
          </p:cNvSpPr>
          <p:nvPr>
            <p:ph type="title" idx="15"/>
          </p:nvPr>
        </p:nvSpPr>
        <p:spPr>
          <a:xfrm>
            <a:off x="720000" y="6048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">
    <p:spTree>
      <p:nvGrpSpPr>
        <p:cNvPr id="1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0" name="Google Shape;2090;p15"/>
          <p:cNvGrpSpPr/>
          <p:nvPr/>
        </p:nvGrpSpPr>
        <p:grpSpPr>
          <a:xfrm flipH="1">
            <a:off x="1066800" y="347143"/>
            <a:ext cx="8524350" cy="4373107"/>
            <a:chOff x="219690" y="347143"/>
            <a:chExt cx="8524350" cy="4373107"/>
          </a:xfrm>
        </p:grpSpPr>
        <p:sp>
          <p:nvSpPr>
            <p:cNvPr id="2091" name="Google Shape;2091;p15"/>
            <p:cNvSpPr/>
            <p:nvPr/>
          </p:nvSpPr>
          <p:spPr>
            <a:xfrm>
              <a:off x="219690" y="683150"/>
              <a:ext cx="8254275" cy="4037100"/>
            </a:xfrm>
            <a:custGeom>
              <a:avLst/>
              <a:gdLst/>
              <a:ahLst/>
              <a:cxnLst/>
              <a:rect l="l" t="t" r="r" b="b"/>
              <a:pathLst>
                <a:path w="330171" h="161484" extrusionOk="0">
                  <a:moveTo>
                    <a:pt x="317123" y="0"/>
                  </a:moveTo>
                  <a:lnTo>
                    <a:pt x="0" y="161484"/>
                  </a:lnTo>
                  <a:lnTo>
                    <a:pt x="308269" y="161082"/>
                  </a:lnTo>
                  <a:lnTo>
                    <a:pt x="330171" y="10525"/>
                  </a:lnTo>
                  <a:close/>
                </a:path>
              </a:pathLst>
            </a:custGeom>
            <a:gradFill>
              <a:gsLst>
                <a:gs pos="0">
                  <a:srgbClr val="FFF6DB">
                    <a:alpha val="1960"/>
                  </a:srgbClr>
                </a:gs>
                <a:gs pos="100000">
                  <a:srgbClr val="FAD25C">
                    <a:alpha val="29411"/>
                  </a:srgbClr>
                </a:gs>
              </a:gsLst>
              <a:lin ang="18900044" scaled="0"/>
            </a:gradFill>
            <a:ln>
              <a:noFill/>
            </a:ln>
          </p:spPr>
        </p:sp>
        <p:grpSp>
          <p:nvGrpSpPr>
            <p:cNvPr id="2092" name="Google Shape;2092;p15"/>
            <p:cNvGrpSpPr/>
            <p:nvPr/>
          </p:nvGrpSpPr>
          <p:grpSpPr>
            <a:xfrm>
              <a:off x="8076260" y="347143"/>
              <a:ext cx="667780" cy="667824"/>
              <a:chOff x="8304860" y="-186257"/>
              <a:chExt cx="667780" cy="667824"/>
            </a:xfrm>
          </p:grpSpPr>
          <p:sp>
            <p:nvSpPr>
              <p:cNvPr id="2093" name="Google Shape;2093;p15"/>
              <p:cNvSpPr/>
              <p:nvPr/>
            </p:nvSpPr>
            <p:spPr>
              <a:xfrm rot="2373635">
                <a:off x="8691939" y="-98328"/>
                <a:ext cx="154012" cy="122309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1929" extrusionOk="0">
                    <a:moveTo>
                      <a:pt x="250" y="1929"/>
                    </a:moveTo>
                    <a:lnTo>
                      <a:pt x="0" y="464"/>
                    </a:lnTo>
                    <a:cubicBezTo>
                      <a:pt x="0" y="464"/>
                      <a:pt x="1215" y="0"/>
                      <a:pt x="2429" y="464"/>
                    </a:cubicBezTo>
                    <a:lnTo>
                      <a:pt x="2179" y="192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15"/>
              <p:cNvSpPr/>
              <p:nvPr/>
            </p:nvSpPr>
            <p:spPr>
              <a:xfrm rot="2373635">
                <a:off x="8393925" y="-72211"/>
                <a:ext cx="505848" cy="410740"/>
              </a:xfrm>
              <a:custGeom>
                <a:avLst/>
                <a:gdLst/>
                <a:ahLst/>
                <a:cxnLst/>
                <a:rect l="l" t="t" r="r" b="b"/>
                <a:pathLst>
                  <a:path w="7978" h="6478" extrusionOk="0">
                    <a:moveTo>
                      <a:pt x="0" y="834"/>
                    </a:moveTo>
                    <a:lnTo>
                      <a:pt x="476" y="6478"/>
                    </a:lnTo>
                    <a:cubicBezTo>
                      <a:pt x="2703" y="5787"/>
                      <a:pt x="4977" y="5811"/>
                      <a:pt x="7513" y="6478"/>
                    </a:cubicBezTo>
                    <a:lnTo>
                      <a:pt x="7977" y="834"/>
                    </a:lnTo>
                    <a:cubicBezTo>
                      <a:pt x="5703" y="1"/>
                      <a:pt x="2429" y="1"/>
                      <a:pt x="0" y="8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15"/>
              <p:cNvSpPr/>
              <p:nvPr/>
            </p:nvSpPr>
            <p:spPr>
              <a:xfrm rot="2373635">
                <a:off x="8289601" y="239826"/>
                <a:ext cx="446184" cy="112545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1775" extrusionOk="0">
                    <a:moveTo>
                      <a:pt x="0" y="798"/>
                    </a:moveTo>
                    <a:lnTo>
                      <a:pt x="1048" y="1655"/>
                    </a:lnTo>
                    <a:lnTo>
                      <a:pt x="5692" y="1774"/>
                    </a:lnTo>
                    <a:lnTo>
                      <a:pt x="7037" y="798"/>
                    </a:lnTo>
                    <a:cubicBezTo>
                      <a:pt x="4656" y="84"/>
                      <a:pt x="2513" y="0"/>
                      <a:pt x="0" y="7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Google Shape;2096;p15"/>
              <p:cNvSpPr/>
              <p:nvPr/>
            </p:nvSpPr>
            <p:spPr>
              <a:xfrm rot="2373635">
                <a:off x="8345212" y="270738"/>
                <a:ext cx="319373" cy="67210"/>
              </a:xfrm>
              <a:custGeom>
                <a:avLst/>
                <a:gdLst/>
                <a:ahLst/>
                <a:cxnLst/>
                <a:rect l="l" t="t" r="r" b="b"/>
                <a:pathLst>
                  <a:path w="5037" h="1060" extrusionOk="0">
                    <a:moveTo>
                      <a:pt x="5037" y="524"/>
                    </a:moveTo>
                    <a:cubicBezTo>
                      <a:pt x="5037" y="822"/>
                      <a:pt x="3906" y="1060"/>
                      <a:pt x="2525" y="1060"/>
                    </a:cubicBezTo>
                    <a:cubicBezTo>
                      <a:pt x="1132" y="1060"/>
                      <a:pt x="1" y="822"/>
                      <a:pt x="1" y="524"/>
                    </a:cubicBezTo>
                    <a:cubicBezTo>
                      <a:pt x="1" y="238"/>
                      <a:pt x="1132" y="0"/>
                      <a:pt x="2525" y="0"/>
                    </a:cubicBezTo>
                    <a:cubicBezTo>
                      <a:pt x="3906" y="0"/>
                      <a:pt x="5037" y="238"/>
                      <a:pt x="5037" y="5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97" name="Google Shape;2097;p15"/>
          <p:cNvSpPr/>
          <p:nvPr/>
        </p:nvSpPr>
        <p:spPr>
          <a:xfrm>
            <a:off x="-7175" y="3791350"/>
            <a:ext cx="9158700" cy="89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8" name="Google Shape;2098;p15"/>
          <p:cNvGrpSpPr/>
          <p:nvPr/>
        </p:nvGrpSpPr>
        <p:grpSpPr>
          <a:xfrm>
            <a:off x="33" y="-132178"/>
            <a:ext cx="1291188" cy="4951353"/>
            <a:chOff x="1440600" y="197825"/>
            <a:chExt cx="990175" cy="3797050"/>
          </a:xfrm>
        </p:grpSpPr>
        <p:sp>
          <p:nvSpPr>
            <p:cNvPr id="2099" name="Google Shape;2099;p15"/>
            <p:cNvSpPr/>
            <p:nvPr/>
          </p:nvSpPr>
          <p:spPr>
            <a:xfrm>
              <a:off x="1440600" y="197825"/>
              <a:ext cx="990175" cy="1889850"/>
            </a:xfrm>
            <a:custGeom>
              <a:avLst/>
              <a:gdLst/>
              <a:ahLst/>
              <a:cxnLst/>
              <a:rect l="l" t="t" r="r" b="b"/>
              <a:pathLst>
                <a:path w="39607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219" y="75593"/>
                  </a:lnTo>
                  <a:cubicBezTo>
                    <a:pt x="21405" y="75593"/>
                    <a:pt x="38652" y="42074"/>
                    <a:pt x="39606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5"/>
            <p:cNvSpPr/>
            <p:nvPr/>
          </p:nvSpPr>
          <p:spPr>
            <a:xfrm>
              <a:off x="1440600" y="2105050"/>
              <a:ext cx="590825" cy="1889825"/>
            </a:xfrm>
            <a:custGeom>
              <a:avLst/>
              <a:gdLst/>
              <a:ahLst/>
              <a:cxnLst/>
              <a:rect l="l" t="t" r="r" b="b"/>
              <a:pathLst>
                <a:path w="23633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3633" y="75593"/>
                  </a:lnTo>
                  <a:cubicBezTo>
                    <a:pt x="23056" y="33659"/>
                    <a:pt x="12712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5"/>
            <p:cNvSpPr/>
            <p:nvPr/>
          </p:nvSpPr>
          <p:spPr>
            <a:xfrm>
              <a:off x="1440600" y="197825"/>
              <a:ext cx="858875" cy="1889850"/>
            </a:xfrm>
            <a:custGeom>
              <a:avLst/>
              <a:gdLst/>
              <a:ahLst/>
              <a:cxnLst/>
              <a:rect l="l" t="t" r="r" b="b"/>
              <a:pathLst>
                <a:path w="34355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79" y="75593"/>
                  </a:lnTo>
                  <a:cubicBezTo>
                    <a:pt x="18560" y="75593"/>
                    <a:pt x="33539" y="42074"/>
                    <a:pt x="34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5"/>
            <p:cNvSpPr/>
            <p:nvPr/>
          </p:nvSpPr>
          <p:spPr>
            <a:xfrm>
              <a:off x="1440600" y="197825"/>
              <a:ext cx="644550" cy="1889850"/>
            </a:xfrm>
            <a:custGeom>
              <a:avLst/>
              <a:gdLst/>
              <a:ahLst/>
              <a:cxnLst/>
              <a:rect l="l" t="t" r="r" b="b"/>
              <a:pathLst>
                <a:path w="25782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39" y="75593"/>
                  </a:lnTo>
                  <a:cubicBezTo>
                    <a:pt x="13905" y="75593"/>
                    <a:pt x="25144" y="42074"/>
                    <a:pt x="2578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5"/>
            <p:cNvSpPr/>
            <p:nvPr/>
          </p:nvSpPr>
          <p:spPr>
            <a:xfrm>
              <a:off x="1526125" y="471350"/>
              <a:ext cx="341675" cy="1616325"/>
            </a:xfrm>
            <a:custGeom>
              <a:avLst/>
              <a:gdLst/>
              <a:ahLst/>
              <a:cxnLst/>
              <a:rect l="l" t="t" r="r" b="b"/>
              <a:pathLst>
                <a:path w="13667" h="64653" extrusionOk="0">
                  <a:moveTo>
                    <a:pt x="5690" y="1"/>
                  </a:moveTo>
                  <a:cubicBezTo>
                    <a:pt x="5690" y="1"/>
                    <a:pt x="8177" y="38215"/>
                    <a:pt x="1" y="64652"/>
                  </a:cubicBezTo>
                  <a:cubicBezTo>
                    <a:pt x="13508" y="46788"/>
                    <a:pt x="13667" y="1"/>
                    <a:pt x="136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5"/>
            <p:cNvSpPr/>
            <p:nvPr/>
          </p:nvSpPr>
          <p:spPr>
            <a:xfrm>
              <a:off x="1440600" y="2105050"/>
              <a:ext cx="512750" cy="1889825"/>
            </a:xfrm>
            <a:custGeom>
              <a:avLst/>
              <a:gdLst/>
              <a:ahLst/>
              <a:cxnLst/>
              <a:rect l="l" t="t" r="r" b="b"/>
              <a:pathLst>
                <a:path w="20510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0509" y="75593"/>
                  </a:lnTo>
                  <a:cubicBezTo>
                    <a:pt x="20012" y="33659"/>
                    <a:pt x="11021" y="23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5"/>
            <p:cNvSpPr/>
            <p:nvPr/>
          </p:nvSpPr>
          <p:spPr>
            <a:xfrm>
              <a:off x="1440600" y="2105050"/>
              <a:ext cx="384450" cy="1889825"/>
            </a:xfrm>
            <a:custGeom>
              <a:avLst/>
              <a:gdLst/>
              <a:ahLst/>
              <a:cxnLst/>
              <a:rect l="l" t="t" r="r" b="b"/>
              <a:pathLst>
                <a:path w="15378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15377" y="75593"/>
                  </a:lnTo>
                  <a:cubicBezTo>
                    <a:pt x="14999" y="33659"/>
                    <a:pt x="8256" y="23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5"/>
            <p:cNvSpPr/>
            <p:nvPr/>
          </p:nvSpPr>
          <p:spPr>
            <a:xfrm>
              <a:off x="1440600" y="2197550"/>
              <a:ext cx="214850" cy="1797325"/>
            </a:xfrm>
            <a:custGeom>
              <a:avLst/>
              <a:gdLst/>
              <a:ahLst/>
              <a:cxnLst/>
              <a:rect l="l" t="t" r="r" b="b"/>
              <a:pathLst>
                <a:path w="8594" h="71893" extrusionOk="0">
                  <a:moveTo>
                    <a:pt x="4317" y="0"/>
                  </a:moveTo>
                  <a:lnTo>
                    <a:pt x="0" y="617"/>
                  </a:lnTo>
                  <a:lnTo>
                    <a:pt x="0" y="71893"/>
                  </a:lnTo>
                  <a:lnTo>
                    <a:pt x="8594" y="71893"/>
                  </a:lnTo>
                  <a:cubicBezTo>
                    <a:pt x="8594" y="21902"/>
                    <a:pt x="4317" y="0"/>
                    <a:pt x="43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5"/>
            <p:cNvSpPr/>
            <p:nvPr/>
          </p:nvSpPr>
          <p:spPr>
            <a:xfrm>
              <a:off x="1440600" y="2035925"/>
              <a:ext cx="214850" cy="206400"/>
            </a:xfrm>
            <a:custGeom>
              <a:avLst/>
              <a:gdLst/>
              <a:ahLst/>
              <a:cxnLst/>
              <a:rect l="l" t="t" r="r" b="b"/>
              <a:pathLst>
                <a:path w="8594" h="8256" extrusionOk="0">
                  <a:moveTo>
                    <a:pt x="0" y="0"/>
                  </a:moveTo>
                  <a:lnTo>
                    <a:pt x="0" y="7082"/>
                  </a:lnTo>
                  <a:lnTo>
                    <a:pt x="8594" y="8256"/>
                  </a:lnTo>
                  <a:lnTo>
                    <a:pt x="8594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8" name="Google Shape;2108;p15"/>
          <p:cNvGrpSpPr/>
          <p:nvPr/>
        </p:nvGrpSpPr>
        <p:grpSpPr>
          <a:xfrm flipH="1">
            <a:off x="7860233" y="-132178"/>
            <a:ext cx="1291188" cy="4951353"/>
            <a:chOff x="1440600" y="197825"/>
            <a:chExt cx="990175" cy="3797050"/>
          </a:xfrm>
        </p:grpSpPr>
        <p:sp>
          <p:nvSpPr>
            <p:cNvPr id="2109" name="Google Shape;2109;p15"/>
            <p:cNvSpPr/>
            <p:nvPr/>
          </p:nvSpPr>
          <p:spPr>
            <a:xfrm>
              <a:off x="1440600" y="197825"/>
              <a:ext cx="990175" cy="1889850"/>
            </a:xfrm>
            <a:custGeom>
              <a:avLst/>
              <a:gdLst/>
              <a:ahLst/>
              <a:cxnLst/>
              <a:rect l="l" t="t" r="r" b="b"/>
              <a:pathLst>
                <a:path w="39607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219" y="75593"/>
                  </a:lnTo>
                  <a:cubicBezTo>
                    <a:pt x="21405" y="75593"/>
                    <a:pt x="38652" y="42074"/>
                    <a:pt x="39606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5"/>
            <p:cNvSpPr/>
            <p:nvPr/>
          </p:nvSpPr>
          <p:spPr>
            <a:xfrm>
              <a:off x="1440600" y="2105050"/>
              <a:ext cx="590825" cy="1889825"/>
            </a:xfrm>
            <a:custGeom>
              <a:avLst/>
              <a:gdLst/>
              <a:ahLst/>
              <a:cxnLst/>
              <a:rect l="l" t="t" r="r" b="b"/>
              <a:pathLst>
                <a:path w="23633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3633" y="75593"/>
                  </a:lnTo>
                  <a:cubicBezTo>
                    <a:pt x="23056" y="33659"/>
                    <a:pt x="12712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5"/>
            <p:cNvSpPr/>
            <p:nvPr/>
          </p:nvSpPr>
          <p:spPr>
            <a:xfrm>
              <a:off x="1440600" y="197825"/>
              <a:ext cx="858875" cy="1889850"/>
            </a:xfrm>
            <a:custGeom>
              <a:avLst/>
              <a:gdLst/>
              <a:ahLst/>
              <a:cxnLst/>
              <a:rect l="l" t="t" r="r" b="b"/>
              <a:pathLst>
                <a:path w="34355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79" y="75593"/>
                  </a:lnTo>
                  <a:cubicBezTo>
                    <a:pt x="18560" y="75593"/>
                    <a:pt x="33539" y="42074"/>
                    <a:pt x="34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15"/>
            <p:cNvSpPr/>
            <p:nvPr/>
          </p:nvSpPr>
          <p:spPr>
            <a:xfrm>
              <a:off x="1440600" y="197825"/>
              <a:ext cx="644550" cy="1889850"/>
            </a:xfrm>
            <a:custGeom>
              <a:avLst/>
              <a:gdLst/>
              <a:ahLst/>
              <a:cxnLst/>
              <a:rect l="l" t="t" r="r" b="b"/>
              <a:pathLst>
                <a:path w="25782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39" y="75593"/>
                  </a:lnTo>
                  <a:cubicBezTo>
                    <a:pt x="13905" y="75593"/>
                    <a:pt x="25144" y="42074"/>
                    <a:pt x="2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15"/>
            <p:cNvSpPr/>
            <p:nvPr/>
          </p:nvSpPr>
          <p:spPr>
            <a:xfrm>
              <a:off x="1526125" y="471350"/>
              <a:ext cx="341675" cy="1616325"/>
            </a:xfrm>
            <a:custGeom>
              <a:avLst/>
              <a:gdLst/>
              <a:ahLst/>
              <a:cxnLst/>
              <a:rect l="l" t="t" r="r" b="b"/>
              <a:pathLst>
                <a:path w="13667" h="64653" extrusionOk="0">
                  <a:moveTo>
                    <a:pt x="5690" y="1"/>
                  </a:moveTo>
                  <a:cubicBezTo>
                    <a:pt x="5690" y="1"/>
                    <a:pt x="8177" y="38215"/>
                    <a:pt x="1" y="64652"/>
                  </a:cubicBezTo>
                  <a:cubicBezTo>
                    <a:pt x="13508" y="46788"/>
                    <a:pt x="13667" y="1"/>
                    <a:pt x="136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5"/>
            <p:cNvSpPr/>
            <p:nvPr/>
          </p:nvSpPr>
          <p:spPr>
            <a:xfrm>
              <a:off x="1440600" y="2105050"/>
              <a:ext cx="512750" cy="1889825"/>
            </a:xfrm>
            <a:custGeom>
              <a:avLst/>
              <a:gdLst/>
              <a:ahLst/>
              <a:cxnLst/>
              <a:rect l="l" t="t" r="r" b="b"/>
              <a:pathLst>
                <a:path w="20510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0509" y="75593"/>
                  </a:lnTo>
                  <a:cubicBezTo>
                    <a:pt x="20012" y="33659"/>
                    <a:pt x="11021" y="23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15"/>
            <p:cNvSpPr/>
            <p:nvPr/>
          </p:nvSpPr>
          <p:spPr>
            <a:xfrm>
              <a:off x="1440600" y="2105050"/>
              <a:ext cx="384450" cy="1889825"/>
            </a:xfrm>
            <a:custGeom>
              <a:avLst/>
              <a:gdLst/>
              <a:ahLst/>
              <a:cxnLst/>
              <a:rect l="l" t="t" r="r" b="b"/>
              <a:pathLst>
                <a:path w="15378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15377" y="75593"/>
                  </a:lnTo>
                  <a:cubicBezTo>
                    <a:pt x="14999" y="33659"/>
                    <a:pt x="8256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15"/>
            <p:cNvSpPr/>
            <p:nvPr/>
          </p:nvSpPr>
          <p:spPr>
            <a:xfrm>
              <a:off x="1440600" y="2197550"/>
              <a:ext cx="214850" cy="1797325"/>
            </a:xfrm>
            <a:custGeom>
              <a:avLst/>
              <a:gdLst/>
              <a:ahLst/>
              <a:cxnLst/>
              <a:rect l="l" t="t" r="r" b="b"/>
              <a:pathLst>
                <a:path w="8594" h="71893" extrusionOk="0">
                  <a:moveTo>
                    <a:pt x="4317" y="0"/>
                  </a:moveTo>
                  <a:lnTo>
                    <a:pt x="0" y="617"/>
                  </a:lnTo>
                  <a:lnTo>
                    <a:pt x="0" y="71893"/>
                  </a:lnTo>
                  <a:lnTo>
                    <a:pt x="8594" y="71893"/>
                  </a:lnTo>
                  <a:cubicBezTo>
                    <a:pt x="8594" y="21902"/>
                    <a:pt x="4317" y="0"/>
                    <a:pt x="43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15"/>
            <p:cNvSpPr/>
            <p:nvPr/>
          </p:nvSpPr>
          <p:spPr>
            <a:xfrm>
              <a:off x="1440600" y="2035925"/>
              <a:ext cx="214850" cy="206400"/>
            </a:xfrm>
            <a:custGeom>
              <a:avLst/>
              <a:gdLst/>
              <a:ahLst/>
              <a:cxnLst/>
              <a:rect l="l" t="t" r="r" b="b"/>
              <a:pathLst>
                <a:path w="8594" h="8256" extrusionOk="0">
                  <a:moveTo>
                    <a:pt x="0" y="0"/>
                  </a:moveTo>
                  <a:lnTo>
                    <a:pt x="0" y="7082"/>
                  </a:lnTo>
                  <a:lnTo>
                    <a:pt x="8594" y="8256"/>
                  </a:lnTo>
                  <a:lnTo>
                    <a:pt x="8594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8" name="Google Shape;2118;p15"/>
          <p:cNvGrpSpPr/>
          <p:nvPr/>
        </p:nvGrpSpPr>
        <p:grpSpPr>
          <a:xfrm>
            <a:off x="-417858" y="-823150"/>
            <a:ext cx="9978772" cy="1382075"/>
            <a:chOff x="193475" y="-693375"/>
            <a:chExt cx="7221575" cy="1382075"/>
          </a:xfrm>
        </p:grpSpPr>
        <p:sp>
          <p:nvSpPr>
            <p:cNvPr id="2119" name="Google Shape;2119;p15"/>
            <p:cNvSpPr/>
            <p:nvPr/>
          </p:nvSpPr>
          <p:spPr>
            <a:xfrm>
              <a:off x="363575" y="384325"/>
              <a:ext cx="6883875" cy="304375"/>
            </a:xfrm>
            <a:custGeom>
              <a:avLst/>
              <a:gdLst/>
              <a:ahLst/>
              <a:cxnLst/>
              <a:rect l="l" t="t" r="r" b="b"/>
              <a:pathLst>
                <a:path w="275355" h="12175" extrusionOk="0">
                  <a:moveTo>
                    <a:pt x="0" y="0"/>
                  </a:moveTo>
                  <a:lnTo>
                    <a:pt x="0" y="9390"/>
                  </a:lnTo>
                  <a:lnTo>
                    <a:pt x="0" y="10782"/>
                  </a:lnTo>
                  <a:lnTo>
                    <a:pt x="14522" y="10782"/>
                  </a:lnTo>
                  <a:lnTo>
                    <a:pt x="14522" y="9370"/>
                  </a:lnTo>
                  <a:lnTo>
                    <a:pt x="16869" y="9370"/>
                  </a:lnTo>
                  <a:lnTo>
                    <a:pt x="16869" y="12175"/>
                  </a:lnTo>
                  <a:lnTo>
                    <a:pt x="30913" y="12175"/>
                  </a:lnTo>
                  <a:lnTo>
                    <a:pt x="30913" y="9370"/>
                  </a:lnTo>
                  <a:lnTo>
                    <a:pt x="33261" y="9370"/>
                  </a:lnTo>
                  <a:lnTo>
                    <a:pt x="33261" y="10782"/>
                  </a:lnTo>
                  <a:lnTo>
                    <a:pt x="47782" y="10782"/>
                  </a:lnTo>
                  <a:lnTo>
                    <a:pt x="47782" y="9370"/>
                  </a:lnTo>
                  <a:lnTo>
                    <a:pt x="50110" y="9370"/>
                  </a:lnTo>
                  <a:lnTo>
                    <a:pt x="50110" y="12175"/>
                  </a:lnTo>
                  <a:lnTo>
                    <a:pt x="64632" y="12175"/>
                  </a:lnTo>
                  <a:lnTo>
                    <a:pt x="64632" y="9370"/>
                  </a:lnTo>
                  <a:lnTo>
                    <a:pt x="66979" y="9370"/>
                  </a:lnTo>
                  <a:lnTo>
                    <a:pt x="66979" y="10782"/>
                  </a:lnTo>
                  <a:lnTo>
                    <a:pt x="81023" y="10782"/>
                  </a:lnTo>
                  <a:lnTo>
                    <a:pt x="81023" y="9370"/>
                  </a:lnTo>
                  <a:lnTo>
                    <a:pt x="83370" y="9370"/>
                  </a:lnTo>
                  <a:lnTo>
                    <a:pt x="83370" y="12175"/>
                  </a:lnTo>
                  <a:lnTo>
                    <a:pt x="97892" y="12175"/>
                  </a:lnTo>
                  <a:lnTo>
                    <a:pt x="97892" y="9370"/>
                  </a:lnTo>
                  <a:lnTo>
                    <a:pt x="101174" y="9370"/>
                  </a:lnTo>
                  <a:lnTo>
                    <a:pt x="101174" y="10782"/>
                  </a:lnTo>
                  <a:lnTo>
                    <a:pt x="115656" y="10782"/>
                  </a:lnTo>
                  <a:lnTo>
                    <a:pt x="115656" y="9370"/>
                  </a:lnTo>
                  <a:lnTo>
                    <a:pt x="118481" y="9370"/>
                  </a:lnTo>
                  <a:lnTo>
                    <a:pt x="118481" y="12175"/>
                  </a:lnTo>
                  <a:lnTo>
                    <a:pt x="133460" y="12175"/>
                  </a:lnTo>
                  <a:lnTo>
                    <a:pt x="133460" y="9370"/>
                  </a:lnTo>
                  <a:lnTo>
                    <a:pt x="136285" y="9370"/>
                  </a:lnTo>
                  <a:lnTo>
                    <a:pt x="136285" y="10782"/>
                  </a:lnTo>
                  <a:lnTo>
                    <a:pt x="151722" y="10782"/>
                  </a:lnTo>
                  <a:lnTo>
                    <a:pt x="151722" y="9370"/>
                  </a:lnTo>
                  <a:lnTo>
                    <a:pt x="154527" y="9370"/>
                  </a:lnTo>
                  <a:lnTo>
                    <a:pt x="154527" y="12175"/>
                  </a:lnTo>
                  <a:lnTo>
                    <a:pt x="169048" y="12175"/>
                  </a:lnTo>
                  <a:lnTo>
                    <a:pt x="169048" y="9370"/>
                  </a:lnTo>
                  <a:lnTo>
                    <a:pt x="172331" y="9370"/>
                  </a:lnTo>
                  <a:lnTo>
                    <a:pt x="172331" y="10782"/>
                  </a:lnTo>
                  <a:lnTo>
                    <a:pt x="186852" y="10782"/>
                  </a:lnTo>
                  <a:lnTo>
                    <a:pt x="186852" y="9370"/>
                  </a:lnTo>
                  <a:lnTo>
                    <a:pt x="190115" y="9370"/>
                  </a:lnTo>
                  <a:lnTo>
                    <a:pt x="190115" y="12175"/>
                  </a:lnTo>
                  <a:lnTo>
                    <a:pt x="204636" y="12175"/>
                  </a:lnTo>
                  <a:lnTo>
                    <a:pt x="204636" y="9370"/>
                  </a:lnTo>
                  <a:lnTo>
                    <a:pt x="207441" y="9370"/>
                  </a:lnTo>
                  <a:lnTo>
                    <a:pt x="207441" y="12175"/>
                  </a:lnTo>
                  <a:lnTo>
                    <a:pt x="222440" y="12175"/>
                  </a:lnTo>
                  <a:lnTo>
                    <a:pt x="222440" y="9370"/>
                  </a:lnTo>
                  <a:lnTo>
                    <a:pt x="225722" y="9370"/>
                  </a:lnTo>
                  <a:lnTo>
                    <a:pt x="225722" y="10782"/>
                  </a:lnTo>
                  <a:lnTo>
                    <a:pt x="240224" y="10782"/>
                  </a:lnTo>
                  <a:lnTo>
                    <a:pt x="240224" y="9370"/>
                  </a:lnTo>
                  <a:lnTo>
                    <a:pt x="243507" y="9370"/>
                  </a:lnTo>
                  <a:lnTo>
                    <a:pt x="243507" y="12175"/>
                  </a:lnTo>
                  <a:lnTo>
                    <a:pt x="257551" y="12175"/>
                  </a:lnTo>
                  <a:lnTo>
                    <a:pt x="257551" y="9370"/>
                  </a:lnTo>
                  <a:lnTo>
                    <a:pt x="260833" y="9370"/>
                  </a:lnTo>
                  <a:lnTo>
                    <a:pt x="260833" y="10782"/>
                  </a:lnTo>
                  <a:lnTo>
                    <a:pt x="275355" y="10782"/>
                  </a:lnTo>
                  <a:lnTo>
                    <a:pt x="2753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5"/>
            <p:cNvSpPr/>
            <p:nvPr/>
          </p:nvSpPr>
          <p:spPr>
            <a:xfrm>
              <a:off x="363575" y="-634175"/>
              <a:ext cx="6695900" cy="1158775"/>
            </a:xfrm>
            <a:custGeom>
              <a:avLst/>
              <a:gdLst/>
              <a:ahLst/>
              <a:cxnLst/>
              <a:rect l="l" t="t" r="r" b="b"/>
              <a:pathLst>
                <a:path w="267836" h="46351" extrusionOk="0">
                  <a:moveTo>
                    <a:pt x="0" y="0"/>
                  </a:moveTo>
                  <a:lnTo>
                    <a:pt x="0" y="46350"/>
                  </a:lnTo>
                  <a:lnTo>
                    <a:pt x="267835" y="46350"/>
                  </a:lnTo>
                  <a:lnTo>
                    <a:pt x="26783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5"/>
            <p:cNvSpPr/>
            <p:nvPr/>
          </p:nvSpPr>
          <p:spPr>
            <a:xfrm>
              <a:off x="363575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5"/>
            <p:cNvSpPr/>
            <p:nvPr/>
          </p:nvSpPr>
          <p:spPr>
            <a:xfrm>
              <a:off x="4341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5"/>
            <p:cNvSpPr/>
            <p:nvPr/>
          </p:nvSpPr>
          <p:spPr>
            <a:xfrm>
              <a:off x="785300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044" y="49155"/>
                  </a:lnTo>
                  <a:lnTo>
                    <a:pt x="14044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5"/>
            <p:cNvSpPr/>
            <p:nvPr/>
          </p:nvSpPr>
          <p:spPr>
            <a:xfrm>
              <a:off x="867350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480" y="49155"/>
                  </a:lnTo>
                  <a:lnTo>
                    <a:pt x="7480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5"/>
            <p:cNvSpPr/>
            <p:nvPr/>
          </p:nvSpPr>
          <p:spPr>
            <a:xfrm>
              <a:off x="119507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5"/>
            <p:cNvSpPr/>
            <p:nvPr/>
          </p:nvSpPr>
          <p:spPr>
            <a:xfrm>
              <a:off x="1277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7957" y="47782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5"/>
            <p:cNvSpPr/>
            <p:nvPr/>
          </p:nvSpPr>
          <p:spPr>
            <a:xfrm>
              <a:off x="1616300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3" y="49155"/>
                  </a:lnTo>
                  <a:lnTo>
                    <a:pt x="14523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5"/>
            <p:cNvSpPr/>
            <p:nvPr/>
          </p:nvSpPr>
          <p:spPr>
            <a:xfrm>
              <a:off x="1698375" y="-634175"/>
              <a:ext cx="210875" cy="1228900"/>
            </a:xfrm>
            <a:custGeom>
              <a:avLst/>
              <a:gdLst/>
              <a:ahLst/>
              <a:cxnLst/>
              <a:rect l="l" t="t" r="r" b="b"/>
              <a:pathLst>
                <a:path w="843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35" y="49155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5"/>
            <p:cNvSpPr/>
            <p:nvPr/>
          </p:nvSpPr>
          <p:spPr>
            <a:xfrm>
              <a:off x="2038025" y="-634175"/>
              <a:ext cx="351150" cy="1194575"/>
            </a:xfrm>
            <a:custGeom>
              <a:avLst/>
              <a:gdLst/>
              <a:ahLst/>
              <a:cxnLst/>
              <a:rect l="l" t="t" r="r" b="b"/>
              <a:pathLst>
                <a:path w="1404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045" y="47782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5"/>
            <p:cNvSpPr/>
            <p:nvPr/>
          </p:nvSpPr>
          <p:spPr>
            <a:xfrm>
              <a:off x="2108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5"/>
            <p:cNvSpPr/>
            <p:nvPr/>
          </p:nvSpPr>
          <p:spPr>
            <a:xfrm>
              <a:off x="24478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5"/>
            <p:cNvSpPr/>
            <p:nvPr/>
          </p:nvSpPr>
          <p:spPr>
            <a:xfrm>
              <a:off x="25293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5"/>
            <p:cNvSpPr/>
            <p:nvPr/>
          </p:nvSpPr>
          <p:spPr>
            <a:xfrm>
              <a:off x="28929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5"/>
            <p:cNvSpPr/>
            <p:nvPr/>
          </p:nvSpPr>
          <p:spPr>
            <a:xfrm>
              <a:off x="29739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5"/>
            <p:cNvSpPr/>
            <p:nvPr/>
          </p:nvSpPr>
          <p:spPr>
            <a:xfrm>
              <a:off x="3325600" y="-634175"/>
              <a:ext cx="374500" cy="1228900"/>
            </a:xfrm>
            <a:custGeom>
              <a:avLst/>
              <a:gdLst/>
              <a:ahLst/>
              <a:cxnLst/>
              <a:rect l="l" t="t" r="r" b="b"/>
              <a:pathLst>
                <a:path w="1498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79" y="49155"/>
                  </a:lnTo>
                  <a:lnTo>
                    <a:pt x="1497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5"/>
            <p:cNvSpPr/>
            <p:nvPr/>
          </p:nvSpPr>
          <p:spPr>
            <a:xfrm>
              <a:off x="3407650" y="-634175"/>
              <a:ext cx="210375" cy="1228900"/>
            </a:xfrm>
            <a:custGeom>
              <a:avLst/>
              <a:gdLst/>
              <a:ahLst/>
              <a:cxnLst/>
              <a:rect l="l" t="t" r="r" b="b"/>
              <a:pathLst>
                <a:path w="841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15" y="49155"/>
                  </a:lnTo>
                  <a:lnTo>
                    <a:pt x="841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5"/>
            <p:cNvSpPr/>
            <p:nvPr/>
          </p:nvSpPr>
          <p:spPr>
            <a:xfrm>
              <a:off x="3770675" y="-634175"/>
              <a:ext cx="385950" cy="1194575"/>
            </a:xfrm>
            <a:custGeom>
              <a:avLst/>
              <a:gdLst/>
              <a:ahLst/>
              <a:cxnLst/>
              <a:rect l="l" t="t" r="r" b="b"/>
              <a:pathLst>
                <a:path w="1543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5438" y="47782"/>
                  </a:lnTo>
                  <a:lnTo>
                    <a:pt x="15438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5"/>
            <p:cNvSpPr/>
            <p:nvPr/>
          </p:nvSpPr>
          <p:spPr>
            <a:xfrm>
              <a:off x="38641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5"/>
            <p:cNvSpPr/>
            <p:nvPr/>
          </p:nvSpPr>
          <p:spPr>
            <a:xfrm>
              <a:off x="42267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5"/>
            <p:cNvSpPr/>
            <p:nvPr/>
          </p:nvSpPr>
          <p:spPr>
            <a:xfrm>
              <a:off x="4308775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481" y="49155"/>
                  </a:lnTo>
                  <a:lnTo>
                    <a:pt x="748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5"/>
            <p:cNvSpPr/>
            <p:nvPr/>
          </p:nvSpPr>
          <p:spPr>
            <a:xfrm>
              <a:off x="46718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5"/>
            <p:cNvSpPr/>
            <p:nvPr/>
          </p:nvSpPr>
          <p:spPr>
            <a:xfrm>
              <a:off x="47419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5"/>
            <p:cNvSpPr/>
            <p:nvPr/>
          </p:nvSpPr>
          <p:spPr>
            <a:xfrm>
              <a:off x="51164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5"/>
            <p:cNvSpPr/>
            <p:nvPr/>
          </p:nvSpPr>
          <p:spPr>
            <a:xfrm>
              <a:off x="51984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5"/>
            <p:cNvSpPr/>
            <p:nvPr/>
          </p:nvSpPr>
          <p:spPr>
            <a:xfrm>
              <a:off x="5549600" y="-634175"/>
              <a:ext cx="375000" cy="1228900"/>
            </a:xfrm>
            <a:custGeom>
              <a:avLst/>
              <a:gdLst/>
              <a:ahLst/>
              <a:cxnLst/>
              <a:rect l="l" t="t" r="r" b="b"/>
              <a:pathLst>
                <a:path w="1500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99" y="49155"/>
                  </a:lnTo>
                  <a:lnTo>
                    <a:pt x="1499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5"/>
            <p:cNvSpPr/>
            <p:nvPr/>
          </p:nvSpPr>
          <p:spPr>
            <a:xfrm>
              <a:off x="5631650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957" y="49155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5"/>
            <p:cNvSpPr/>
            <p:nvPr/>
          </p:nvSpPr>
          <p:spPr>
            <a:xfrm>
              <a:off x="60066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5"/>
            <p:cNvSpPr/>
            <p:nvPr/>
          </p:nvSpPr>
          <p:spPr>
            <a:xfrm>
              <a:off x="60767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5"/>
            <p:cNvSpPr/>
            <p:nvPr/>
          </p:nvSpPr>
          <p:spPr>
            <a:xfrm>
              <a:off x="6451225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045" y="49155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5"/>
            <p:cNvSpPr/>
            <p:nvPr/>
          </p:nvSpPr>
          <p:spPr>
            <a:xfrm>
              <a:off x="6532775" y="-634175"/>
              <a:ext cx="187525" cy="1228900"/>
            </a:xfrm>
            <a:custGeom>
              <a:avLst/>
              <a:gdLst/>
              <a:ahLst/>
              <a:cxnLst/>
              <a:rect l="l" t="t" r="r" b="b"/>
              <a:pathLst>
                <a:path w="750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501" y="49155"/>
                  </a:lnTo>
                  <a:lnTo>
                    <a:pt x="750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5"/>
            <p:cNvSpPr/>
            <p:nvPr/>
          </p:nvSpPr>
          <p:spPr>
            <a:xfrm>
              <a:off x="6884400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15"/>
            <p:cNvSpPr/>
            <p:nvPr/>
          </p:nvSpPr>
          <p:spPr>
            <a:xfrm>
              <a:off x="69783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5"/>
            <p:cNvSpPr/>
            <p:nvPr/>
          </p:nvSpPr>
          <p:spPr>
            <a:xfrm>
              <a:off x="211400" y="-634175"/>
              <a:ext cx="7094250" cy="25"/>
            </a:xfrm>
            <a:custGeom>
              <a:avLst/>
              <a:gdLst/>
              <a:ahLst/>
              <a:cxnLst/>
              <a:rect l="l" t="t" r="r" b="b"/>
              <a:pathLst>
                <a:path w="283770" h="1" fill="none" extrusionOk="0">
                  <a:moveTo>
                    <a:pt x="0" y="0"/>
                  </a:moveTo>
                  <a:lnTo>
                    <a:pt x="283769" y="0"/>
                  </a:lnTo>
                </a:path>
              </a:pathLst>
            </a:custGeom>
            <a:noFill/>
            <a:ln w="46750" cap="flat" cmpd="sng">
              <a:solidFill>
                <a:srgbClr val="FFB726"/>
              </a:solidFill>
              <a:prstDash val="solid"/>
              <a:miter lim="198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5"/>
            <p:cNvSpPr/>
            <p:nvPr/>
          </p:nvSpPr>
          <p:spPr>
            <a:xfrm>
              <a:off x="7287225" y="-693375"/>
              <a:ext cx="127825" cy="128350"/>
            </a:xfrm>
            <a:custGeom>
              <a:avLst/>
              <a:gdLst/>
              <a:ahLst/>
              <a:cxnLst/>
              <a:rect l="l" t="t" r="r" b="b"/>
              <a:pathLst>
                <a:path w="5113" h="5134" extrusionOk="0">
                  <a:moveTo>
                    <a:pt x="2566" y="1"/>
                  </a:moveTo>
                  <a:cubicBezTo>
                    <a:pt x="1134" y="1"/>
                    <a:pt x="0" y="1155"/>
                    <a:pt x="0" y="2567"/>
                  </a:cubicBezTo>
                  <a:cubicBezTo>
                    <a:pt x="0" y="3979"/>
                    <a:pt x="1134" y="5133"/>
                    <a:pt x="2566" y="5133"/>
                  </a:cubicBezTo>
                  <a:cubicBezTo>
                    <a:pt x="3979" y="5133"/>
                    <a:pt x="5113" y="3979"/>
                    <a:pt x="5113" y="2567"/>
                  </a:cubicBezTo>
                  <a:cubicBezTo>
                    <a:pt x="5113" y="1155"/>
                    <a:pt x="3979" y="1"/>
                    <a:pt x="2566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5"/>
            <p:cNvSpPr/>
            <p:nvPr/>
          </p:nvSpPr>
          <p:spPr>
            <a:xfrm>
              <a:off x="193475" y="-693375"/>
              <a:ext cx="128350" cy="128350"/>
            </a:xfrm>
            <a:custGeom>
              <a:avLst/>
              <a:gdLst/>
              <a:ahLst/>
              <a:cxnLst/>
              <a:rect l="l" t="t" r="r" b="b"/>
              <a:pathLst>
                <a:path w="5134" h="5134" extrusionOk="0">
                  <a:moveTo>
                    <a:pt x="2567" y="1"/>
                  </a:moveTo>
                  <a:cubicBezTo>
                    <a:pt x="1155" y="1"/>
                    <a:pt x="1" y="1155"/>
                    <a:pt x="1" y="2567"/>
                  </a:cubicBezTo>
                  <a:cubicBezTo>
                    <a:pt x="1" y="3979"/>
                    <a:pt x="1155" y="5133"/>
                    <a:pt x="2567" y="5133"/>
                  </a:cubicBezTo>
                  <a:cubicBezTo>
                    <a:pt x="3979" y="5133"/>
                    <a:pt x="5133" y="3979"/>
                    <a:pt x="5133" y="2567"/>
                  </a:cubicBezTo>
                  <a:cubicBezTo>
                    <a:pt x="5133" y="1155"/>
                    <a:pt x="3979" y="1"/>
                    <a:pt x="2567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6" name="Google Shape;2156;p15"/>
          <p:cNvGrpSpPr/>
          <p:nvPr/>
        </p:nvGrpSpPr>
        <p:grpSpPr>
          <a:xfrm>
            <a:off x="-20" y="4308471"/>
            <a:ext cx="9143683" cy="1629094"/>
            <a:chOff x="429225" y="4417075"/>
            <a:chExt cx="6749600" cy="1202550"/>
          </a:xfrm>
        </p:grpSpPr>
        <p:sp>
          <p:nvSpPr>
            <p:cNvPr id="2157" name="Google Shape;2157;p15"/>
            <p:cNvSpPr/>
            <p:nvPr/>
          </p:nvSpPr>
          <p:spPr>
            <a:xfrm>
              <a:off x="1901275" y="5022325"/>
              <a:ext cx="3806000" cy="502300"/>
            </a:xfrm>
            <a:custGeom>
              <a:avLst/>
              <a:gdLst/>
              <a:ahLst/>
              <a:cxnLst/>
              <a:rect l="l" t="t" r="r" b="b"/>
              <a:pathLst>
                <a:path w="152240" h="20092" extrusionOk="0">
                  <a:moveTo>
                    <a:pt x="0" y="0"/>
                  </a:moveTo>
                  <a:lnTo>
                    <a:pt x="0" y="20092"/>
                  </a:lnTo>
                  <a:lnTo>
                    <a:pt x="152239" y="20092"/>
                  </a:lnTo>
                  <a:lnTo>
                    <a:pt x="152239" y="0"/>
                  </a:lnTo>
                  <a:close/>
                </a:path>
              </a:pathLst>
            </a:custGeom>
            <a:solidFill>
              <a:srgbClr val="C3C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5"/>
            <p:cNvSpPr/>
            <p:nvPr/>
          </p:nvSpPr>
          <p:spPr>
            <a:xfrm>
              <a:off x="429225" y="4417075"/>
              <a:ext cx="650000" cy="553050"/>
            </a:xfrm>
            <a:custGeom>
              <a:avLst/>
              <a:gdLst/>
              <a:ahLst/>
              <a:cxnLst/>
              <a:rect l="l" t="t" r="r" b="b"/>
              <a:pathLst>
                <a:path w="26000" h="22122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5"/>
            <p:cNvSpPr/>
            <p:nvPr/>
          </p:nvSpPr>
          <p:spPr>
            <a:xfrm>
              <a:off x="4297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2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15"/>
            <p:cNvSpPr/>
            <p:nvPr/>
          </p:nvSpPr>
          <p:spPr>
            <a:xfrm>
              <a:off x="9449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5"/>
            <p:cNvSpPr/>
            <p:nvPr/>
          </p:nvSpPr>
          <p:spPr>
            <a:xfrm>
              <a:off x="4297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3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5"/>
            <p:cNvSpPr/>
            <p:nvPr/>
          </p:nvSpPr>
          <p:spPr>
            <a:xfrm>
              <a:off x="4302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9" y="20828"/>
                  </a:lnTo>
                  <a:lnTo>
                    <a:pt x="24489" y="6088"/>
                  </a:lnTo>
                  <a:cubicBezTo>
                    <a:pt x="2446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5"/>
            <p:cNvSpPr/>
            <p:nvPr/>
          </p:nvSpPr>
          <p:spPr>
            <a:xfrm>
              <a:off x="1191600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5"/>
            <p:cNvSpPr/>
            <p:nvPr/>
          </p:nvSpPr>
          <p:spPr>
            <a:xfrm>
              <a:off x="11926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5"/>
            <p:cNvSpPr/>
            <p:nvPr/>
          </p:nvSpPr>
          <p:spPr>
            <a:xfrm>
              <a:off x="17078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5"/>
            <p:cNvSpPr/>
            <p:nvPr/>
          </p:nvSpPr>
          <p:spPr>
            <a:xfrm>
              <a:off x="1192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09" y="0"/>
                  </a:moveTo>
                  <a:cubicBezTo>
                    <a:pt x="75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5" y="4158"/>
                  </a:cubicBezTo>
                  <a:cubicBezTo>
                    <a:pt x="7221" y="3263"/>
                    <a:pt x="4476" y="1850"/>
                    <a:pt x="200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5"/>
            <p:cNvSpPr/>
            <p:nvPr/>
          </p:nvSpPr>
          <p:spPr>
            <a:xfrm>
              <a:off x="11926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08" y="160"/>
                  </a:cubicBezTo>
                  <a:lnTo>
                    <a:pt x="1824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88" y="2726"/>
                    <a:pt x="2174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5"/>
            <p:cNvSpPr/>
            <p:nvPr/>
          </p:nvSpPr>
          <p:spPr>
            <a:xfrm>
              <a:off x="1954475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1" y="22121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5"/>
            <p:cNvSpPr/>
            <p:nvPr/>
          </p:nvSpPr>
          <p:spPr>
            <a:xfrm>
              <a:off x="195447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5"/>
            <p:cNvSpPr/>
            <p:nvPr/>
          </p:nvSpPr>
          <p:spPr>
            <a:xfrm>
              <a:off x="24702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5"/>
            <p:cNvSpPr/>
            <p:nvPr/>
          </p:nvSpPr>
          <p:spPr>
            <a:xfrm>
              <a:off x="195447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5"/>
            <p:cNvSpPr/>
            <p:nvPr/>
          </p:nvSpPr>
          <p:spPr>
            <a:xfrm>
              <a:off x="19544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5"/>
            <p:cNvSpPr/>
            <p:nvPr/>
          </p:nvSpPr>
          <p:spPr>
            <a:xfrm>
              <a:off x="271687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5"/>
            <p:cNvSpPr/>
            <p:nvPr/>
          </p:nvSpPr>
          <p:spPr>
            <a:xfrm>
              <a:off x="27168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5"/>
            <p:cNvSpPr/>
            <p:nvPr/>
          </p:nvSpPr>
          <p:spPr>
            <a:xfrm>
              <a:off x="32326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5"/>
            <p:cNvSpPr/>
            <p:nvPr/>
          </p:nvSpPr>
          <p:spPr>
            <a:xfrm>
              <a:off x="271687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6" y="4158"/>
                  </a:cubicBezTo>
                  <a:cubicBezTo>
                    <a:pt x="7221" y="3263"/>
                    <a:pt x="4476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5"/>
            <p:cNvSpPr/>
            <p:nvPr/>
          </p:nvSpPr>
          <p:spPr>
            <a:xfrm>
              <a:off x="271737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68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5"/>
            <p:cNvSpPr/>
            <p:nvPr/>
          </p:nvSpPr>
          <p:spPr>
            <a:xfrm>
              <a:off x="347975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5"/>
            <p:cNvSpPr/>
            <p:nvPr/>
          </p:nvSpPr>
          <p:spPr>
            <a:xfrm>
              <a:off x="3479250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80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5"/>
            <p:cNvSpPr/>
            <p:nvPr/>
          </p:nvSpPr>
          <p:spPr>
            <a:xfrm>
              <a:off x="399497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5"/>
            <p:cNvSpPr/>
            <p:nvPr/>
          </p:nvSpPr>
          <p:spPr>
            <a:xfrm>
              <a:off x="3479250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3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86" y="4158"/>
                  </a:cubicBezTo>
                  <a:cubicBezTo>
                    <a:pt x="7242" y="3263"/>
                    <a:pt x="4477" y="1850"/>
                    <a:pt x="203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5"/>
            <p:cNvSpPr/>
            <p:nvPr/>
          </p:nvSpPr>
          <p:spPr>
            <a:xfrm>
              <a:off x="34792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5"/>
            <p:cNvSpPr/>
            <p:nvPr/>
          </p:nvSpPr>
          <p:spPr>
            <a:xfrm>
              <a:off x="652880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5"/>
            <p:cNvSpPr/>
            <p:nvPr/>
          </p:nvSpPr>
          <p:spPr>
            <a:xfrm>
              <a:off x="65661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5"/>
            <p:cNvSpPr/>
            <p:nvPr/>
          </p:nvSpPr>
          <p:spPr>
            <a:xfrm>
              <a:off x="65288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5"/>
            <p:cNvSpPr/>
            <p:nvPr/>
          </p:nvSpPr>
          <p:spPr>
            <a:xfrm>
              <a:off x="6566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6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33" y="1134"/>
                    <a:pt x="22479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5"/>
            <p:cNvSpPr/>
            <p:nvPr/>
          </p:nvSpPr>
          <p:spPr>
            <a:xfrm>
              <a:off x="6566600" y="4449400"/>
              <a:ext cx="611725" cy="520725"/>
            </a:xfrm>
            <a:custGeom>
              <a:avLst/>
              <a:gdLst/>
              <a:ahLst/>
              <a:cxnLst/>
              <a:rect l="l" t="t" r="r" b="b"/>
              <a:pathLst>
                <a:path w="2446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00" y="20828"/>
                  </a:lnTo>
                  <a:lnTo>
                    <a:pt x="200" y="6207"/>
                  </a:lnTo>
                  <a:cubicBezTo>
                    <a:pt x="200" y="2885"/>
                    <a:pt x="2885" y="160"/>
                    <a:pt x="6207" y="160"/>
                  </a:cubicBezTo>
                  <a:lnTo>
                    <a:pt x="18461" y="160"/>
                  </a:lnTo>
                  <a:cubicBezTo>
                    <a:pt x="21763" y="160"/>
                    <a:pt x="24469" y="2885"/>
                    <a:pt x="24469" y="6207"/>
                  </a:cubicBezTo>
                  <a:lnTo>
                    <a:pt x="24469" y="6088"/>
                  </a:lnTo>
                  <a:cubicBezTo>
                    <a:pt x="24469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5"/>
            <p:cNvSpPr/>
            <p:nvPr/>
          </p:nvSpPr>
          <p:spPr>
            <a:xfrm>
              <a:off x="5766425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5"/>
            <p:cNvSpPr/>
            <p:nvPr/>
          </p:nvSpPr>
          <p:spPr>
            <a:xfrm>
              <a:off x="580322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8"/>
                  </a:lnTo>
                  <a:cubicBezTo>
                    <a:pt x="2452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5"/>
            <p:cNvSpPr/>
            <p:nvPr/>
          </p:nvSpPr>
          <p:spPr>
            <a:xfrm>
              <a:off x="57664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5"/>
            <p:cNvSpPr/>
            <p:nvPr/>
          </p:nvSpPr>
          <p:spPr>
            <a:xfrm>
              <a:off x="580372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2479" y="0"/>
                  </a:moveTo>
                  <a:cubicBezTo>
                    <a:pt x="2003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508" y="19276"/>
                  </a:lnTo>
                  <a:lnTo>
                    <a:pt x="24508" y="4536"/>
                  </a:lnTo>
                  <a:cubicBezTo>
                    <a:pt x="2450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5"/>
            <p:cNvSpPr/>
            <p:nvPr/>
          </p:nvSpPr>
          <p:spPr>
            <a:xfrm>
              <a:off x="58037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45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508" y="2885"/>
                    <a:pt x="24508" y="6207"/>
                  </a:cubicBezTo>
                  <a:lnTo>
                    <a:pt x="24508" y="6088"/>
                  </a:lnTo>
                  <a:cubicBezTo>
                    <a:pt x="24508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5"/>
            <p:cNvSpPr/>
            <p:nvPr/>
          </p:nvSpPr>
          <p:spPr>
            <a:xfrm>
              <a:off x="500402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5"/>
            <p:cNvSpPr/>
            <p:nvPr/>
          </p:nvSpPr>
          <p:spPr>
            <a:xfrm>
              <a:off x="50413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5"/>
            <p:cNvSpPr/>
            <p:nvPr/>
          </p:nvSpPr>
          <p:spPr>
            <a:xfrm>
              <a:off x="50040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5"/>
            <p:cNvSpPr/>
            <p:nvPr/>
          </p:nvSpPr>
          <p:spPr>
            <a:xfrm>
              <a:off x="504182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4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5"/>
            <p:cNvSpPr/>
            <p:nvPr/>
          </p:nvSpPr>
          <p:spPr>
            <a:xfrm>
              <a:off x="504132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8" y="1"/>
                  </a:moveTo>
                  <a:cubicBezTo>
                    <a:pt x="2726" y="1"/>
                    <a:pt x="21" y="2726"/>
                    <a:pt x="1" y="6088"/>
                  </a:cubicBezTo>
                  <a:lnTo>
                    <a:pt x="1" y="20828"/>
                  </a:lnTo>
                  <a:lnTo>
                    <a:pt x="220" y="20828"/>
                  </a:lnTo>
                  <a:lnTo>
                    <a:pt x="220" y="6207"/>
                  </a:lnTo>
                  <a:cubicBezTo>
                    <a:pt x="220" y="2885"/>
                    <a:pt x="2905" y="160"/>
                    <a:pt x="6227" y="160"/>
                  </a:cubicBezTo>
                  <a:lnTo>
                    <a:pt x="18461" y="160"/>
                  </a:lnTo>
                  <a:cubicBezTo>
                    <a:pt x="21783" y="160"/>
                    <a:pt x="24489" y="2885"/>
                    <a:pt x="24489" y="6207"/>
                  </a:cubicBezTo>
                  <a:lnTo>
                    <a:pt x="24489" y="6088"/>
                  </a:lnTo>
                  <a:cubicBezTo>
                    <a:pt x="2448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5"/>
            <p:cNvSpPr/>
            <p:nvPr/>
          </p:nvSpPr>
          <p:spPr>
            <a:xfrm>
              <a:off x="4241650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5"/>
            <p:cNvSpPr/>
            <p:nvPr/>
          </p:nvSpPr>
          <p:spPr>
            <a:xfrm>
              <a:off x="42784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5"/>
            <p:cNvSpPr/>
            <p:nvPr/>
          </p:nvSpPr>
          <p:spPr>
            <a:xfrm>
              <a:off x="424165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5"/>
            <p:cNvSpPr/>
            <p:nvPr/>
          </p:nvSpPr>
          <p:spPr>
            <a:xfrm>
              <a:off x="427895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4536"/>
                  </a:lnTo>
                  <a:cubicBezTo>
                    <a:pt x="2448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5"/>
            <p:cNvSpPr/>
            <p:nvPr/>
          </p:nvSpPr>
          <p:spPr>
            <a:xfrm>
              <a:off x="427895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7" y="1"/>
                  </a:moveTo>
                  <a:cubicBezTo>
                    <a:pt x="274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488" y="2885"/>
                    <a:pt x="24488" y="6207"/>
                  </a:cubicBezTo>
                  <a:lnTo>
                    <a:pt x="24488" y="6088"/>
                  </a:lnTo>
                  <a:cubicBezTo>
                    <a:pt x="2448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5"/>
            <p:cNvSpPr/>
            <p:nvPr/>
          </p:nvSpPr>
          <p:spPr>
            <a:xfrm>
              <a:off x="810650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5"/>
            <p:cNvSpPr/>
            <p:nvPr/>
          </p:nvSpPr>
          <p:spPr>
            <a:xfrm>
              <a:off x="81065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08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5"/>
            <p:cNvSpPr/>
            <p:nvPr/>
          </p:nvSpPr>
          <p:spPr>
            <a:xfrm>
              <a:off x="1326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73" y="1017"/>
                    <a:pt x="4886" y="1406"/>
                    <a:pt x="4527" y="1406"/>
                  </a:cubicBezTo>
                  <a:cubicBezTo>
                    <a:pt x="4358" y="1406"/>
                    <a:pt x="4152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5"/>
            <p:cNvSpPr/>
            <p:nvPr/>
          </p:nvSpPr>
          <p:spPr>
            <a:xfrm>
              <a:off x="8106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1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53" y="5709"/>
                    <a:pt x="14880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5"/>
            <p:cNvSpPr/>
            <p:nvPr/>
          </p:nvSpPr>
          <p:spPr>
            <a:xfrm>
              <a:off x="811150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6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469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5"/>
            <p:cNvSpPr/>
            <p:nvPr/>
          </p:nvSpPr>
          <p:spPr>
            <a:xfrm>
              <a:off x="1573050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15"/>
            <p:cNvSpPr/>
            <p:nvPr/>
          </p:nvSpPr>
          <p:spPr>
            <a:xfrm>
              <a:off x="157355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15"/>
            <p:cNvSpPr/>
            <p:nvPr/>
          </p:nvSpPr>
          <p:spPr>
            <a:xfrm>
              <a:off x="20887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87" y="1017"/>
                    <a:pt x="4904" y="1406"/>
                    <a:pt x="4540" y="1406"/>
                  </a:cubicBezTo>
                  <a:cubicBezTo>
                    <a:pt x="4369" y="1406"/>
                    <a:pt x="4159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15"/>
            <p:cNvSpPr/>
            <p:nvPr/>
          </p:nvSpPr>
          <p:spPr>
            <a:xfrm>
              <a:off x="1573550" y="46935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2" y="5690"/>
                    <a:pt x="14860" y="5571"/>
                    <a:pt x="10165" y="4159"/>
                  </a:cubicBezTo>
                  <a:cubicBezTo>
                    <a:pt x="7241" y="326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15"/>
            <p:cNvSpPr/>
            <p:nvPr/>
          </p:nvSpPr>
          <p:spPr>
            <a:xfrm>
              <a:off x="1573550" y="4654800"/>
              <a:ext cx="612200" cy="521200"/>
            </a:xfrm>
            <a:custGeom>
              <a:avLst/>
              <a:gdLst/>
              <a:ahLst/>
              <a:cxnLst/>
              <a:rect l="l" t="t" r="r" b="b"/>
              <a:pathLst>
                <a:path w="24488" h="20848" extrusionOk="0">
                  <a:moveTo>
                    <a:pt x="6067" y="0"/>
                  </a:moveTo>
                  <a:cubicBezTo>
                    <a:pt x="2706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06" y="179"/>
                    <a:pt x="600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15"/>
            <p:cNvSpPr/>
            <p:nvPr/>
          </p:nvSpPr>
          <p:spPr>
            <a:xfrm>
              <a:off x="2335925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15"/>
            <p:cNvSpPr/>
            <p:nvPr/>
          </p:nvSpPr>
          <p:spPr>
            <a:xfrm>
              <a:off x="233592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15"/>
            <p:cNvSpPr/>
            <p:nvPr/>
          </p:nvSpPr>
          <p:spPr>
            <a:xfrm>
              <a:off x="28516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87" y="1017"/>
                    <a:pt x="4904" y="1406"/>
                    <a:pt x="4539" y="1406"/>
                  </a:cubicBezTo>
                  <a:cubicBezTo>
                    <a:pt x="4369" y="1406"/>
                    <a:pt x="4159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15"/>
            <p:cNvSpPr/>
            <p:nvPr/>
          </p:nvSpPr>
          <p:spPr>
            <a:xfrm>
              <a:off x="233592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17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3" y="5690"/>
                    <a:pt x="14860" y="5571"/>
                    <a:pt x="10166" y="4159"/>
                  </a:cubicBezTo>
                  <a:cubicBezTo>
                    <a:pt x="7222" y="326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15"/>
            <p:cNvSpPr/>
            <p:nvPr/>
          </p:nvSpPr>
          <p:spPr>
            <a:xfrm>
              <a:off x="2335925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68" y="0"/>
                  </a:moveTo>
                  <a:cubicBezTo>
                    <a:pt x="270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15"/>
            <p:cNvSpPr/>
            <p:nvPr/>
          </p:nvSpPr>
          <p:spPr>
            <a:xfrm>
              <a:off x="3097825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15"/>
            <p:cNvSpPr/>
            <p:nvPr/>
          </p:nvSpPr>
          <p:spPr>
            <a:xfrm>
              <a:off x="309782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15"/>
            <p:cNvSpPr/>
            <p:nvPr/>
          </p:nvSpPr>
          <p:spPr>
            <a:xfrm>
              <a:off x="361402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74" y="1017"/>
                    <a:pt x="4886" y="1406"/>
                    <a:pt x="4527" y="1406"/>
                  </a:cubicBezTo>
                  <a:cubicBezTo>
                    <a:pt x="4359" y="1406"/>
                    <a:pt x="4153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15"/>
            <p:cNvSpPr/>
            <p:nvPr/>
          </p:nvSpPr>
          <p:spPr>
            <a:xfrm>
              <a:off x="3098325" y="46935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60"/>
                  </a:lnTo>
                  <a:cubicBezTo>
                    <a:pt x="20052" y="5690"/>
                    <a:pt x="14880" y="5571"/>
                    <a:pt x="10185" y="4159"/>
                  </a:cubicBezTo>
                  <a:cubicBezTo>
                    <a:pt x="7241" y="3263"/>
                    <a:pt x="4476" y="183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15"/>
            <p:cNvSpPr/>
            <p:nvPr/>
          </p:nvSpPr>
          <p:spPr>
            <a:xfrm>
              <a:off x="309832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06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25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50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15"/>
            <p:cNvSpPr/>
            <p:nvPr/>
          </p:nvSpPr>
          <p:spPr>
            <a:xfrm>
              <a:off x="6147875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15"/>
            <p:cNvSpPr/>
            <p:nvPr/>
          </p:nvSpPr>
          <p:spPr>
            <a:xfrm>
              <a:off x="618417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10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15"/>
            <p:cNvSpPr/>
            <p:nvPr/>
          </p:nvSpPr>
          <p:spPr>
            <a:xfrm>
              <a:off x="6147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3" y="1320"/>
                    <a:pt x="1002" y="1406"/>
                    <a:pt x="832" y="1406"/>
                  </a:cubicBezTo>
                  <a:cubicBezTo>
                    <a:pt x="468" y="1406"/>
                    <a:pt x="285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15"/>
            <p:cNvSpPr/>
            <p:nvPr/>
          </p:nvSpPr>
          <p:spPr>
            <a:xfrm>
              <a:off x="61851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80" y="0"/>
                  </a:moveTo>
                  <a:cubicBezTo>
                    <a:pt x="20013" y="1850"/>
                    <a:pt x="17248" y="3263"/>
                    <a:pt x="14324" y="4158"/>
                  </a:cubicBezTo>
                  <a:cubicBezTo>
                    <a:pt x="9609" y="5570"/>
                    <a:pt x="443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15"/>
            <p:cNvSpPr/>
            <p:nvPr/>
          </p:nvSpPr>
          <p:spPr>
            <a:xfrm>
              <a:off x="618467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2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802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15"/>
            <p:cNvSpPr/>
            <p:nvPr/>
          </p:nvSpPr>
          <p:spPr>
            <a:xfrm>
              <a:off x="5385475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15"/>
            <p:cNvSpPr/>
            <p:nvPr/>
          </p:nvSpPr>
          <p:spPr>
            <a:xfrm>
              <a:off x="542227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15"/>
            <p:cNvSpPr/>
            <p:nvPr/>
          </p:nvSpPr>
          <p:spPr>
            <a:xfrm>
              <a:off x="53854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2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15"/>
            <p:cNvSpPr/>
            <p:nvPr/>
          </p:nvSpPr>
          <p:spPr>
            <a:xfrm>
              <a:off x="54227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67" y="3263"/>
                    <a:pt x="14323" y="4159"/>
                  </a:cubicBezTo>
                  <a:cubicBezTo>
                    <a:pt x="9629" y="5571"/>
                    <a:pt x="4456" y="5690"/>
                    <a:pt x="0" y="7660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15"/>
            <p:cNvSpPr/>
            <p:nvPr/>
          </p:nvSpPr>
          <p:spPr>
            <a:xfrm>
              <a:off x="5422775" y="4654800"/>
              <a:ext cx="611725" cy="521200"/>
            </a:xfrm>
            <a:custGeom>
              <a:avLst/>
              <a:gdLst/>
              <a:ahLst/>
              <a:cxnLst/>
              <a:rect l="l" t="t" r="r" b="b"/>
              <a:pathLst>
                <a:path w="24469" h="20848" extrusionOk="0">
                  <a:moveTo>
                    <a:pt x="6068" y="0"/>
                  </a:moveTo>
                  <a:cubicBezTo>
                    <a:pt x="2706" y="0"/>
                    <a:pt x="0" y="2726"/>
                    <a:pt x="0" y="6107"/>
                  </a:cubicBezTo>
                  <a:lnTo>
                    <a:pt x="0" y="20848"/>
                  </a:lnTo>
                  <a:lnTo>
                    <a:pt x="199" y="20848"/>
                  </a:lnTo>
                  <a:lnTo>
                    <a:pt x="199" y="6227"/>
                  </a:lnTo>
                  <a:cubicBezTo>
                    <a:pt x="199" y="2885"/>
                    <a:pt x="2885" y="179"/>
                    <a:pt x="6207" y="179"/>
                  </a:cubicBezTo>
                  <a:lnTo>
                    <a:pt x="18441" y="179"/>
                  </a:lnTo>
                  <a:cubicBezTo>
                    <a:pt x="21763" y="179"/>
                    <a:pt x="24468" y="2885"/>
                    <a:pt x="24468" y="6227"/>
                  </a:cubicBezTo>
                  <a:lnTo>
                    <a:pt x="24468" y="6107"/>
                  </a:lnTo>
                  <a:cubicBezTo>
                    <a:pt x="24468" y="274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15"/>
            <p:cNvSpPr/>
            <p:nvPr/>
          </p:nvSpPr>
          <p:spPr>
            <a:xfrm>
              <a:off x="4622600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15"/>
            <p:cNvSpPr/>
            <p:nvPr/>
          </p:nvSpPr>
          <p:spPr>
            <a:xfrm>
              <a:off x="465990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15"/>
            <p:cNvSpPr/>
            <p:nvPr/>
          </p:nvSpPr>
          <p:spPr>
            <a:xfrm>
              <a:off x="46226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9" y="1320"/>
                    <a:pt x="1013" y="1406"/>
                    <a:pt x="845" y="1406"/>
                  </a:cubicBezTo>
                  <a:cubicBezTo>
                    <a:pt x="486" y="1406"/>
                    <a:pt x="298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15"/>
            <p:cNvSpPr/>
            <p:nvPr/>
          </p:nvSpPr>
          <p:spPr>
            <a:xfrm>
              <a:off x="46608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31"/>
                    <a:pt x="17248" y="3263"/>
                    <a:pt x="14324" y="4159"/>
                  </a:cubicBezTo>
                  <a:cubicBezTo>
                    <a:pt x="9609" y="5571"/>
                    <a:pt x="4437" y="5690"/>
                    <a:pt x="1" y="7660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17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15"/>
            <p:cNvSpPr/>
            <p:nvPr/>
          </p:nvSpPr>
          <p:spPr>
            <a:xfrm>
              <a:off x="4659900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4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783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15"/>
            <p:cNvSpPr/>
            <p:nvPr/>
          </p:nvSpPr>
          <p:spPr>
            <a:xfrm>
              <a:off x="3860700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15"/>
            <p:cNvSpPr/>
            <p:nvPr/>
          </p:nvSpPr>
          <p:spPr>
            <a:xfrm>
              <a:off x="389700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10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15"/>
            <p:cNvSpPr/>
            <p:nvPr/>
          </p:nvSpPr>
          <p:spPr>
            <a:xfrm>
              <a:off x="38607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3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15"/>
            <p:cNvSpPr/>
            <p:nvPr/>
          </p:nvSpPr>
          <p:spPr>
            <a:xfrm>
              <a:off x="3898000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47" y="3263"/>
                    <a:pt x="14323" y="4159"/>
                  </a:cubicBezTo>
                  <a:cubicBezTo>
                    <a:pt x="9629" y="5571"/>
                    <a:pt x="4456" y="5690"/>
                    <a:pt x="1" y="7660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15"/>
            <p:cNvSpPr/>
            <p:nvPr/>
          </p:nvSpPr>
          <p:spPr>
            <a:xfrm>
              <a:off x="3898000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88" y="0"/>
                  </a:moveTo>
                  <a:cubicBezTo>
                    <a:pt x="2726" y="0"/>
                    <a:pt x="1" y="2726"/>
                    <a:pt x="1" y="6107"/>
                  </a:cubicBezTo>
                  <a:lnTo>
                    <a:pt x="1" y="20848"/>
                  </a:lnTo>
                  <a:lnTo>
                    <a:pt x="219" y="20848"/>
                  </a:lnTo>
                  <a:lnTo>
                    <a:pt x="219" y="6227"/>
                  </a:lnTo>
                  <a:cubicBezTo>
                    <a:pt x="219" y="2885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5"/>
                    <a:pt x="24488" y="6227"/>
                  </a:cubicBezTo>
                  <a:lnTo>
                    <a:pt x="24488" y="6107"/>
                  </a:lnTo>
                  <a:cubicBezTo>
                    <a:pt x="2448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15"/>
            <p:cNvSpPr/>
            <p:nvPr/>
          </p:nvSpPr>
          <p:spPr>
            <a:xfrm>
              <a:off x="429225" y="4827850"/>
              <a:ext cx="650000" cy="758450"/>
            </a:xfrm>
            <a:custGeom>
              <a:avLst/>
              <a:gdLst/>
              <a:ahLst/>
              <a:cxnLst/>
              <a:rect l="l" t="t" r="r" b="b"/>
              <a:pathLst>
                <a:path w="26000" h="30338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15"/>
            <p:cNvSpPr/>
            <p:nvPr/>
          </p:nvSpPr>
          <p:spPr>
            <a:xfrm>
              <a:off x="4297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2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15"/>
            <p:cNvSpPr/>
            <p:nvPr/>
          </p:nvSpPr>
          <p:spPr>
            <a:xfrm>
              <a:off x="9449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15"/>
            <p:cNvSpPr/>
            <p:nvPr/>
          </p:nvSpPr>
          <p:spPr>
            <a:xfrm>
              <a:off x="4297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7659"/>
                  </a:lnTo>
                  <a:cubicBezTo>
                    <a:pt x="2003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15"/>
            <p:cNvSpPr/>
            <p:nvPr/>
          </p:nvSpPr>
          <p:spPr>
            <a:xfrm>
              <a:off x="4302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489" y="29043"/>
                  </a:lnTo>
                  <a:lnTo>
                    <a:pt x="24489" y="6087"/>
                  </a:lnTo>
                  <a:cubicBezTo>
                    <a:pt x="2446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15"/>
            <p:cNvSpPr/>
            <p:nvPr/>
          </p:nvSpPr>
          <p:spPr>
            <a:xfrm>
              <a:off x="1191600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15"/>
            <p:cNvSpPr/>
            <p:nvPr/>
          </p:nvSpPr>
          <p:spPr>
            <a:xfrm>
              <a:off x="11926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15"/>
            <p:cNvSpPr/>
            <p:nvPr/>
          </p:nvSpPr>
          <p:spPr>
            <a:xfrm>
              <a:off x="17078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15"/>
            <p:cNvSpPr/>
            <p:nvPr/>
          </p:nvSpPr>
          <p:spPr>
            <a:xfrm>
              <a:off x="1192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09" y="1"/>
                  </a:moveTo>
                  <a:cubicBezTo>
                    <a:pt x="75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5" y="4138"/>
                  </a:cubicBezTo>
                  <a:cubicBezTo>
                    <a:pt x="7221" y="324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15"/>
            <p:cNvSpPr/>
            <p:nvPr/>
          </p:nvSpPr>
          <p:spPr>
            <a:xfrm>
              <a:off x="11926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88" y="2725"/>
                    <a:pt x="2174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15"/>
            <p:cNvSpPr/>
            <p:nvPr/>
          </p:nvSpPr>
          <p:spPr>
            <a:xfrm>
              <a:off x="1954475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1" y="30337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15"/>
            <p:cNvSpPr/>
            <p:nvPr/>
          </p:nvSpPr>
          <p:spPr>
            <a:xfrm>
              <a:off x="195447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15"/>
            <p:cNvSpPr/>
            <p:nvPr/>
          </p:nvSpPr>
          <p:spPr>
            <a:xfrm>
              <a:off x="24702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15"/>
            <p:cNvSpPr/>
            <p:nvPr/>
          </p:nvSpPr>
          <p:spPr>
            <a:xfrm>
              <a:off x="195447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15"/>
            <p:cNvSpPr/>
            <p:nvPr/>
          </p:nvSpPr>
          <p:spPr>
            <a:xfrm>
              <a:off x="19544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15"/>
            <p:cNvSpPr/>
            <p:nvPr/>
          </p:nvSpPr>
          <p:spPr>
            <a:xfrm>
              <a:off x="271687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15"/>
            <p:cNvSpPr/>
            <p:nvPr/>
          </p:nvSpPr>
          <p:spPr>
            <a:xfrm>
              <a:off x="27168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15"/>
            <p:cNvSpPr/>
            <p:nvPr/>
          </p:nvSpPr>
          <p:spPr>
            <a:xfrm>
              <a:off x="32326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15"/>
            <p:cNvSpPr/>
            <p:nvPr/>
          </p:nvSpPr>
          <p:spPr>
            <a:xfrm>
              <a:off x="271687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6" y="4138"/>
                  </a:cubicBezTo>
                  <a:cubicBezTo>
                    <a:pt x="7221" y="324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15"/>
            <p:cNvSpPr/>
            <p:nvPr/>
          </p:nvSpPr>
          <p:spPr>
            <a:xfrm>
              <a:off x="271737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15"/>
            <p:cNvSpPr/>
            <p:nvPr/>
          </p:nvSpPr>
          <p:spPr>
            <a:xfrm>
              <a:off x="347975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15"/>
            <p:cNvSpPr/>
            <p:nvPr/>
          </p:nvSpPr>
          <p:spPr>
            <a:xfrm>
              <a:off x="3479250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15"/>
            <p:cNvSpPr/>
            <p:nvPr/>
          </p:nvSpPr>
          <p:spPr>
            <a:xfrm>
              <a:off x="399497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15"/>
            <p:cNvSpPr/>
            <p:nvPr/>
          </p:nvSpPr>
          <p:spPr>
            <a:xfrm>
              <a:off x="3479250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3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86" y="4138"/>
                  </a:cubicBezTo>
                  <a:cubicBezTo>
                    <a:pt x="7242" y="3243"/>
                    <a:pt x="4477" y="1831"/>
                    <a:pt x="203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15"/>
            <p:cNvSpPr/>
            <p:nvPr/>
          </p:nvSpPr>
          <p:spPr>
            <a:xfrm>
              <a:off x="34792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15"/>
            <p:cNvSpPr/>
            <p:nvPr/>
          </p:nvSpPr>
          <p:spPr>
            <a:xfrm>
              <a:off x="652880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15"/>
            <p:cNvSpPr/>
            <p:nvPr/>
          </p:nvSpPr>
          <p:spPr>
            <a:xfrm>
              <a:off x="65661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15"/>
            <p:cNvSpPr/>
            <p:nvPr/>
          </p:nvSpPr>
          <p:spPr>
            <a:xfrm>
              <a:off x="65288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15"/>
            <p:cNvSpPr/>
            <p:nvPr/>
          </p:nvSpPr>
          <p:spPr>
            <a:xfrm>
              <a:off x="6566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6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33" y="1115"/>
                    <a:pt x="22479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15"/>
            <p:cNvSpPr/>
            <p:nvPr/>
          </p:nvSpPr>
          <p:spPr>
            <a:xfrm>
              <a:off x="6566600" y="4860200"/>
              <a:ext cx="611725" cy="726100"/>
            </a:xfrm>
            <a:custGeom>
              <a:avLst/>
              <a:gdLst/>
              <a:ahLst/>
              <a:cxnLst/>
              <a:rect l="l" t="t" r="r" b="b"/>
              <a:pathLst>
                <a:path w="2446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00" y="29043"/>
                  </a:lnTo>
                  <a:lnTo>
                    <a:pt x="200" y="6207"/>
                  </a:lnTo>
                  <a:cubicBezTo>
                    <a:pt x="200" y="2884"/>
                    <a:pt x="2885" y="179"/>
                    <a:pt x="6207" y="179"/>
                  </a:cubicBezTo>
                  <a:lnTo>
                    <a:pt x="18461" y="179"/>
                  </a:lnTo>
                  <a:cubicBezTo>
                    <a:pt x="21763" y="179"/>
                    <a:pt x="24469" y="2884"/>
                    <a:pt x="24469" y="6207"/>
                  </a:cubicBezTo>
                  <a:lnTo>
                    <a:pt x="24469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15"/>
            <p:cNvSpPr/>
            <p:nvPr/>
          </p:nvSpPr>
          <p:spPr>
            <a:xfrm>
              <a:off x="5766425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15"/>
            <p:cNvSpPr/>
            <p:nvPr/>
          </p:nvSpPr>
          <p:spPr>
            <a:xfrm>
              <a:off x="580322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28" y="29043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15"/>
            <p:cNvSpPr/>
            <p:nvPr/>
          </p:nvSpPr>
          <p:spPr>
            <a:xfrm>
              <a:off x="57664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15"/>
            <p:cNvSpPr/>
            <p:nvPr/>
          </p:nvSpPr>
          <p:spPr>
            <a:xfrm>
              <a:off x="580372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2479" y="1"/>
                  </a:moveTo>
                  <a:cubicBezTo>
                    <a:pt x="2003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508" y="27492"/>
                  </a:lnTo>
                  <a:lnTo>
                    <a:pt x="24508" y="4516"/>
                  </a:lnTo>
                  <a:cubicBezTo>
                    <a:pt x="2450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15"/>
            <p:cNvSpPr/>
            <p:nvPr/>
          </p:nvSpPr>
          <p:spPr>
            <a:xfrm>
              <a:off x="58037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508" y="2884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15"/>
            <p:cNvSpPr/>
            <p:nvPr/>
          </p:nvSpPr>
          <p:spPr>
            <a:xfrm>
              <a:off x="500402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15"/>
            <p:cNvSpPr/>
            <p:nvPr/>
          </p:nvSpPr>
          <p:spPr>
            <a:xfrm>
              <a:off x="50413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0" name="Google Shape;2280;p15"/>
            <p:cNvSpPr/>
            <p:nvPr/>
          </p:nvSpPr>
          <p:spPr>
            <a:xfrm>
              <a:off x="50040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15"/>
            <p:cNvSpPr/>
            <p:nvPr/>
          </p:nvSpPr>
          <p:spPr>
            <a:xfrm>
              <a:off x="504182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4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15"/>
            <p:cNvSpPr/>
            <p:nvPr/>
          </p:nvSpPr>
          <p:spPr>
            <a:xfrm>
              <a:off x="504132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8" y="0"/>
                  </a:moveTo>
                  <a:cubicBezTo>
                    <a:pt x="2726" y="0"/>
                    <a:pt x="21" y="2725"/>
                    <a:pt x="1" y="6087"/>
                  </a:cubicBezTo>
                  <a:lnTo>
                    <a:pt x="1" y="29043"/>
                  </a:lnTo>
                  <a:lnTo>
                    <a:pt x="220" y="29043"/>
                  </a:lnTo>
                  <a:lnTo>
                    <a:pt x="220" y="6207"/>
                  </a:lnTo>
                  <a:cubicBezTo>
                    <a:pt x="220" y="2884"/>
                    <a:pt x="2905" y="179"/>
                    <a:pt x="6227" y="179"/>
                  </a:cubicBezTo>
                  <a:lnTo>
                    <a:pt x="18461" y="179"/>
                  </a:lnTo>
                  <a:cubicBezTo>
                    <a:pt x="21783" y="179"/>
                    <a:pt x="24489" y="2884"/>
                    <a:pt x="24489" y="6207"/>
                  </a:cubicBezTo>
                  <a:lnTo>
                    <a:pt x="24489" y="6087"/>
                  </a:lnTo>
                  <a:cubicBezTo>
                    <a:pt x="2448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15"/>
            <p:cNvSpPr/>
            <p:nvPr/>
          </p:nvSpPr>
          <p:spPr>
            <a:xfrm>
              <a:off x="4241650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15"/>
            <p:cNvSpPr/>
            <p:nvPr/>
          </p:nvSpPr>
          <p:spPr>
            <a:xfrm>
              <a:off x="42784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5" name="Google Shape;2285;p15"/>
            <p:cNvSpPr/>
            <p:nvPr/>
          </p:nvSpPr>
          <p:spPr>
            <a:xfrm>
              <a:off x="424165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6" name="Google Shape;2286;p15"/>
            <p:cNvSpPr/>
            <p:nvPr/>
          </p:nvSpPr>
          <p:spPr>
            <a:xfrm>
              <a:off x="427895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451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15"/>
            <p:cNvSpPr/>
            <p:nvPr/>
          </p:nvSpPr>
          <p:spPr>
            <a:xfrm>
              <a:off x="427895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7" y="0"/>
                  </a:moveTo>
                  <a:cubicBezTo>
                    <a:pt x="274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4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15"/>
            <p:cNvSpPr/>
            <p:nvPr/>
          </p:nvSpPr>
          <p:spPr>
            <a:xfrm>
              <a:off x="810650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15"/>
            <p:cNvSpPr/>
            <p:nvPr/>
          </p:nvSpPr>
          <p:spPr>
            <a:xfrm>
              <a:off x="81065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08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15"/>
            <p:cNvSpPr/>
            <p:nvPr/>
          </p:nvSpPr>
          <p:spPr>
            <a:xfrm>
              <a:off x="1325875" y="5265000"/>
              <a:ext cx="135300" cy="319300"/>
            </a:xfrm>
            <a:custGeom>
              <a:avLst/>
              <a:gdLst/>
              <a:ahLst/>
              <a:cxnLst/>
              <a:rect l="l" t="t" r="r" b="b"/>
              <a:pathLst>
                <a:path w="5412" h="12772" extrusionOk="0">
                  <a:moveTo>
                    <a:pt x="5411" y="1"/>
                  </a:moveTo>
                  <a:cubicBezTo>
                    <a:pt x="5116" y="1009"/>
                    <a:pt x="4929" y="1390"/>
                    <a:pt x="4575" y="1390"/>
                  </a:cubicBezTo>
                  <a:cubicBezTo>
                    <a:pt x="4405" y="1390"/>
                    <a:pt x="4197" y="1303"/>
                    <a:pt x="3919" y="1154"/>
                  </a:cubicBezTo>
                  <a:lnTo>
                    <a:pt x="1" y="12772"/>
                  </a:lnTo>
                  <a:lnTo>
                    <a:pt x="5411" y="12772"/>
                  </a:lnTo>
                  <a:lnTo>
                    <a:pt x="541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1" name="Google Shape;2291;p15"/>
            <p:cNvSpPr/>
            <p:nvPr/>
          </p:nvSpPr>
          <p:spPr>
            <a:xfrm>
              <a:off x="8106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010" y="0"/>
                  </a:moveTo>
                  <a:cubicBezTo>
                    <a:pt x="777" y="1114"/>
                    <a:pt x="1" y="2705"/>
                    <a:pt x="1" y="4516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7659"/>
                  </a:lnTo>
                  <a:cubicBezTo>
                    <a:pt x="20053" y="5689"/>
                    <a:pt x="14880" y="5570"/>
                    <a:pt x="10166" y="4138"/>
                  </a:cubicBezTo>
                  <a:cubicBezTo>
                    <a:pt x="7242" y="3243"/>
                    <a:pt x="4477" y="183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15"/>
            <p:cNvSpPr/>
            <p:nvPr/>
          </p:nvSpPr>
          <p:spPr>
            <a:xfrm>
              <a:off x="811150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26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15"/>
            <p:cNvSpPr/>
            <p:nvPr/>
          </p:nvSpPr>
          <p:spPr>
            <a:xfrm>
              <a:off x="1573050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15"/>
            <p:cNvSpPr/>
            <p:nvPr/>
          </p:nvSpPr>
          <p:spPr>
            <a:xfrm>
              <a:off x="157355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5" name="Google Shape;2295;p15"/>
            <p:cNvSpPr/>
            <p:nvPr/>
          </p:nvSpPr>
          <p:spPr>
            <a:xfrm>
              <a:off x="208875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90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6" name="Google Shape;2296;p15"/>
            <p:cNvSpPr/>
            <p:nvPr/>
          </p:nvSpPr>
          <p:spPr>
            <a:xfrm>
              <a:off x="1573550" y="51023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2" y="5710"/>
                    <a:pt x="14860" y="5571"/>
                    <a:pt x="10165" y="4158"/>
                  </a:cubicBezTo>
                  <a:cubicBezTo>
                    <a:pt x="7241" y="3263"/>
                    <a:pt x="4476" y="185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15"/>
            <p:cNvSpPr/>
            <p:nvPr/>
          </p:nvSpPr>
          <p:spPr>
            <a:xfrm>
              <a:off x="1573550" y="5063600"/>
              <a:ext cx="612200" cy="520700"/>
            </a:xfrm>
            <a:custGeom>
              <a:avLst/>
              <a:gdLst/>
              <a:ahLst/>
              <a:cxnLst/>
              <a:rect l="l" t="t" r="r" b="b"/>
              <a:pathLst>
                <a:path w="24488" h="20828" extrusionOk="0">
                  <a:moveTo>
                    <a:pt x="6067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06" y="159"/>
                    <a:pt x="600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15"/>
            <p:cNvSpPr/>
            <p:nvPr/>
          </p:nvSpPr>
          <p:spPr>
            <a:xfrm>
              <a:off x="2335925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15"/>
            <p:cNvSpPr/>
            <p:nvPr/>
          </p:nvSpPr>
          <p:spPr>
            <a:xfrm>
              <a:off x="233592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15"/>
            <p:cNvSpPr/>
            <p:nvPr/>
          </p:nvSpPr>
          <p:spPr>
            <a:xfrm>
              <a:off x="2851150" y="5265000"/>
              <a:ext cx="134800" cy="319300"/>
            </a:xfrm>
            <a:custGeom>
              <a:avLst/>
              <a:gdLst/>
              <a:ahLst/>
              <a:cxnLst/>
              <a:rect l="l" t="t" r="r" b="b"/>
              <a:pathLst>
                <a:path w="5392" h="12772" extrusionOk="0">
                  <a:moveTo>
                    <a:pt x="5391" y="1"/>
                  </a:moveTo>
                  <a:cubicBezTo>
                    <a:pt x="5109" y="1009"/>
                    <a:pt x="4927" y="1390"/>
                    <a:pt x="4568" y="1390"/>
                  </a:cubicBezTo>
                  <a:cubicBezTo>
                    <a:pt x="4396" y="1390"/>
                    <a:pt x="4183" y="1303"/>
                    <a:pt x="3899" y="1154"/>
                  </a:cubicBezTo>
                  <a:lnTo>
                    <a:pt x="0" y="12772"/>
                  </a:lnTo>
                  <a:lnTo>
                    <a:pt x="5391" y="12772"/>
                  </a:lnTo>
                  <a:lnTo>
                    <a:pt x="539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1" name="Google Shape;2301;p15"/>
            <p:cNvSpPr/>
            <p:nvPr/>
          </p:nvSpPr>
          <p:spPr>
            <a:xfrm>
              <a:off x="233592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36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3" y="5710"/>
                    <a:pt x="14860" y="5571"/>
                    <a:pt x="10166" y="4158"/>
                  </a:cubicBezTo>
                  <a:cubicBezTo>
                    <a:pt x="7222" y="3263"/>
                    <a:pt x="4476" y="185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2" name="Google Shape;2302;p15"/>
            <p:cNvSpPr/>
            <p:nvPr/>
          </p:nvSpPr>
          <p:spPr>
            <a:xfrm>
              <a:off x="2335925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06" y="159"/>
                    <a:pt x="6008" y="159"/>
                  </a:cubicBezTo>
                  <a:lnTo>
                    <a:pt x="1824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15"/>
            <p:cNvSpPr/>
            <p:nvPr/>
          </p:nvSpPr>
          <p:spPr>
            <a:xfrm>
              <a:off x="3097825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15"/>
            <p:cNvSpPr/>
            <p:nvPr/>
          </p:nvSpPr>
          <p:spPr>
            <a:xfrm>
              <a:off x="309782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15"/>
            <p:cNvSpPr/>
            <p:nvPr/>
          </p:nvSpPr>
          <p:spPr>
            <a:xfrm>
              <a:off x="361402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15"/>
            <p:cNvSpPr/>
            <p:nvPr/>
          </p:nvSpPr>
          <p:spPr>
            <a:xfrm>
              <a:off x="3098325" y="51023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59"/>
                  </a:lnTo>
                  <a:cubicBezTo>
                    <a:pt x="20052" y="5710"/>
                    <a:pt x="14880" y="5571"/>
                    <a:pt x="10185" y="4158"/>
                  </a:cubicBezTo>
                  <a:cubicBezTo>
                    <a:pt x="7241" y="3263"/>
                    <a:pt x="4476" y="185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7" name="Google Shape;2307;p15"/>
            <p:cNvSpPr/>
            <p:nvPr/>
          </p:nvSpPr>
          <p:spPr>
            <a:xfrm>
              <a:off x="309832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06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25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50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8" name="Google Shape;2308;p15"/>
            <p:cNvSpPr/>
            <p:nvPr/>
          </p:nvSpPr>
          <p:spPr>
            <a:xfrm>
              <a:off x="6147875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9" name="Google Shape;2309;p15"/>
            <p:cNvSpPr/>
            <p:nvPr/>
          </p:nvSpPr>
          <p:spPr>
            <a:xfrm>
              <a:off x="618417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10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15"/>
            <p:cNvSpPr/>
            <p:nvPr/>
          </p:nvSpPr>
          <p:spPr>
            <a:xfrm>
              <a:off x="61478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08" y="1303"/>
                    <a:pt x="996" y="1390"/>
                    <a:pt x="824" y="1390"/>
                  </a:cubicBezTo>
                  <a:cubicBezTo>
                    <a:pt x="465" y="1390"/>
                    <a:pt x="282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15"/>
            <p:cNvSpPr/>
            <p:nvPr/>
          </p:nvSpPr>
          <p:spPr>
            <a:xfrm>
              <a:off x="61851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2480" y="0"/>
                  </a:moveTo>
                  <a:cubicBezTo>
                    <a:pt x="20013" y="1830"/>
                    <a:pt x="17248" y="3243"/>
                    <a:pt x="14324" y="4138"/>
                  </a:cubicBezTo>
                  <a:cubicBezTo>
                    <a:pt x="9609" y="5570"/>
                    <a:pt x="4437" y="5689"/>
                    <a:pt x="1" y="7659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4516"/>
                  </a:lnTo>
                  <a:cubicBezTo>
                    <a:pt x="24489" y="2705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15"/>
            <p:cNvSpPr/>
            <p:nvPr/>
          </p:nvSpPr>
          <p:spPr>
            <a:xfrm>
              <a:off x="618467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2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802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15"/>
            <p:cNvSpPr/>
            <p:nvPr/>
          </p:nvSpPr>
          <p:spPr>
            <a:xfrm>
              <a:off x="5385475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15"/>
            <p:cNvSpPr/>
            <p:nvPr/>
          </p:nvSpPr>
          <p:spPr>
            <a:xfrm>
              <a:off x="542227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15"/>
            <p:cNvSpPr/>
            <p:nvPr/>
          </p:nvSpPr>
          <p:spPr>
            <a:xfrm>
              <a:off x="53854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15"/>
            <p:cNvSpPr/>
            <p:nvPr/>
          </p:nvSpPr>
          <p:spPr>
            <a:xfrm>
              <a:off x="54227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67" y="3263"/>
                    <a:pt x="14323" y="4158"/>
                  </a:cubicBezTo>
                  <a:cubicBezTo>
                    <a:pt x="9629" y="5571"/>
                    <a:pt x="4456" y="5710"/>
                    <a:pt x="0" y="7659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15"/>
            <p:cNvSpPr/>
            <p:nvPr/>
          </p:nvSpPr>
          <p:spPr>
            <a:xfrm>
              <a:off x="5422775" y="5063600"/>
              <a:ext cx="611725" cy="520700"/>
            </a:xfrm>
            <a:custGeom>
              <a:avLst/>
              <a:gdLst/>
              <a:ahLst/>
              <a:cxnLst/>
              <a:rect l="l" t="t" r="r" b="b"/>
              <a:pathLst>
                <a:path w="24469" h="20828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199" y="20828"/>
                  </a:lnTo>
                  <a:lnTo>
                    <a:pt x="199" y="6207"/>
                  </a:lnTo>
                  <a:cubicBezTo>
                    <a:pt x="199" y="2885"/>
                    <a:pt x="2885" y="159"/>
                    <a:pt x="6207" y="159"/>
                  </a:cubicBezTo>
                  <a:lnTo>
                    <a:pt x="18441" y="159"/>
                  </a:lnTo>
                  <a:cubicBezTo>
                    <a:pt x="21763" y="159"/>
                    <a:pt x="24468" y="2885"/>
                    <a:pt x="24468" y="6207"/>
                  </a:cubicBezTo>
                  <a:lnTo>
                    <a:pt x="2446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15"/>
            <p:cNvSpPr/>
            <p:nvPr/>
          </p:nvSpPr>
          <p:spPr>
            <a:xfrm>
              <a:off x="4622600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15"/>
            <p:cNvSpPr/>
            <p:nvPr/>
          </p:nvSpPr>
          <p:spPr>
            <a:xfrm>
              <a:off x="465990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15"/>
            <p:cNvSpPr/>
            <p:nvPr/>
          </p:nvSpPr>
          <p:spPr>
            <a:xfrm>
              <a:off x="46226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15" y="1303"/>
                    <a:pt x="1007" y="1390"/>
                    <a:pt x="837" y="1390"/>
                  </a:cubicBezTo>
                  <a:cubicBezTo>
                    <a:pt x="483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15"/>
            <p:cNvSpPr/>
            <p:nvPr/>
          </p:nvSpPr>
          <p:spPr>
            <a:xfrm>
              <a:off x="46608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51"/>
                    <a:pt x="17248" y="3263"/>
                    <a:pt x="14324" y="4158"/>
                  </a:cubicBezTo>
                  <a:cubicBezTo>
                    <a:pt x="9609" y="5571"/>
                    <a:pt x="4437" y="5710"/>
                    <a:pt x="1" y="7659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36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15"/>
            <p:cNvSpPr/>
            <p:nvPr/>
          </p:nvSpPr>
          <p:spPr>
            <a:xfrm>
              <a:off x="4659900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4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783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15"/>
            <p:cNvSpPr/>
            <p:nvPr/>
          </p:nvSpPr>
          <p:spPr>
            <a:xfrm>
              <a:off x="3860700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15"/>
            <p:cNvSpPr/>
            <p:nvPr/>
          </p:nvSpPr>
          <p:spPr>
            <a:xfrm>
              <a:off x="389700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15"/>
            <p:cNvSpPr/>
            <p:nvPr/>
          </p:nvSpPr>
          <p:spPr>
            <a:xfrm>
              <a:off x="38607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15"/>
            <p:cNvSpPr/>
            <p:nvPr/>
          </p:nvSpPr>
          <p:spPr>
            <a:xfrm>
              <a:off x="3898000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47" y="3263"/>
                    <a:pt x="14323" y="4158"/>
                  </a:cubicBezTo>
                  <a:cubicBezTo>
                    <a:pt x="9629" y="5571"/>
                    <a:pt x="4456" y="5710"/>
                    <a:pt x="1" y="7659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15"/>
            <p:cNvSpPr/>
            <p:nvPr/>
          </p:nvSpPr>
          <p:spPr>
            <a:xfrm>
              <a:off x="3898000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59"/>
                    <a:pt x="6247" y="159"/>
                  </a:cubicBezTo>
                  <a:lnTo>
                    <a:pt x="18481" y="159"/>
                  </a:lnTo>
                  <a:cubicBezTo>
                    <a:pt x="21783" y="159"/>
                    <a:pt x="24488" y="2885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8" name="Google Shape;2328;p15"/>
          <p:cNvSpPr txBox="1">
            <a:spLocks noGrp="1"/>
          </p:cNvSpPr>
          <p:nvPr>
            <p:ph type="subTitle" idx="1"/>
          </p:nvPr>
        </p:nvSpPr>
        <p:spPr>
          <a:xfrm>
            <a:off x="3941400" y="2967537"/>
            <a:ext cx="3852000" cy="604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9" name="Google Shape;2329;p15"/>
          <p:cNvSpPr txBox="1">
            <a:spLocks noGrp="1"/>
          </p:cNvSpPr>
          <p:nvPr>
            <p:ph type="title"/>
          </p:nvPr>
        </p:nvSpPr>
        <p:spPr>
          <a:xfrm>
            <a:off x="3451200" y="1506497"/>
            <a:ext cx="4832400" cy="14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6">
    <p:spTree>
      <p:nvGrpSpPr>
        <p:cNvPr id="1" name="Shape 2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1" name="Google Shape;2331;p16"/>
          <p:cNvSpPr/>
          <p:nvPr/>
        </p:nvSpPr>
        <p:spPr>
          <a:xfrm>
            <a:off x="-7175" y="4383575"/>
            <a:ext cx="9158700" cy="789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32" name="Google Shape;2332;p16"/>
          <p:cNvGrpSpPr/>
          <p:nvPr/>
        </p:nvGrpSpPr>
        <p:grpSpPr>
          <a:xfrm>
            <a:off x="-63325" y="-752875"/>
            <a:ext cx="8043425" cy="5781613"/>
            <a:chOff x="-63325" y="-752875"/>
            <a:chExt cx="8043425" cy="5781613"/>
          </a:xfrm>
        </p:grpSpPr>
        <p:sp>
          <p:nvSpPr>
            <p:cNvPr id="2333" name="Google Shape;2333;p16"/>
            <p:cNvSpPr/>
            <p:nvPr/>
          </p:nvSpPr>
          <p:spPr>
            <a:xfrm>
              <a:off x="-63325" y="-752875"/>
              <a:ext cx="7782650" cy="5494650"/>
            </a:xfrm>
            <a:custGeom>
              <a:avLst/>
              <a:gdLst/>
              <a:ahLst/>
              <a:cxnLst/>
              <a:rect l="l" t="t" r="r" b="b"/>
              <a:pathLst>
                <a:path w="311306" h="219786" extrusionOk="0">
                  <a:moveTo>
                    <a:pt x="311306" y="209590"/>
                  </a:moveTo>
                  <a:lnTo>
                    <a:pt x="0" y="0"/>
                  </a:lnTo>
                  <a:lnTo>
                    <a:pt x="2252" y="210524"/>
                  </a:lnTo>
                  <a:lnTo>
                    <a:pt x="303539" y="219786"/>
                  </a:lnTo>
                  <a:close/>
                </a:path>
              </a:pathLst>
            </a:custGeom>
            <a:gradFill>
              <a:gsLst>
                <a:gs pos="0">
                  <a:srgbClr val="FFF6DB">
                    <a:alpha val="1960"/>
                  </a:srgbClr>
                </a:gs>
                <a:gs pos="100000">
                  <a:srgbClr val="FAD25C">
                    <a:alpha val="29411"/>
                  </a:srgbClr>
                </a:gs>
              </a:gsLst>
              <a:lin ang="18900044" scaled="0"/>
            </a:gradFill>
            <a:ln>
              <a:noFill/>
            </a:ln>
          </p:spPr>
        </p:sp>
        <p:grpSp>
          <p:nvGrpSpPr>
            <p:cNvPr id="2334" name="Google Shape;2334;p16"/>
            <p:cNvGrpSpPr/>
            <p:nvPr/>
          </p:nvGrpSpPr>
          <p:grpSpPr>
            <a:xfrm flipH="1">
              <a:off x="7387975" y="4456863"/>
              <a:ext cx="592125" cy="571875"/>
              <a:chOff x="1378650" y="3847600"/>
              <a:chExt cx="592125" cy="571875"/>
            </a:xfrm>
          </p:grpSpPr>
          <p:sp>
            <p:nvSpPr>
              <p:cNvPr id="2335" name="Google Shape;2335;p16"/>
              <p:cNvSpPr/>
              <p:nvPr/>
            </p:nvSpPr>
            <p:spPr>
              <a:xfrm>
                <a:off x="1463725" y="3847600"/>
                <a:ext cx="507050" cy="464750"/>
              </a:xfrm>
              <a:custGeom>
                <a:avLst/>
                <a:gdLst/>
                <a:ahLst/>
                <a:cxnLst/>
                <a:rect l="l" t="t" r="r" b="b"/>
                <a:pathLst>
                  <a:path w="20282" h="18590" extrusionOk="0">
                    <a:moveTo>
                      <a:pt x="7602" y="0"/>
                    </a:moveTo>
                    <a:cubicBezTo>
                      <a:pt x="7280" y="0"/>
                      <a:pt x="7041" y="83"/>
                      <a:pt x="6905" y="258"/>
                    </a:cubicBezTo>
                    <a:lnTo>
                      <a:pt x="2769" y="5428"/>
                    </a:lnTo>
                    <a:cubicBezTo>
                      <a:pt x="0" y="8931"/>
                      <a:pt x="567" y="14034"/>
                      <a:pt x="4070" y="16836"/>
                    </a:cubicBezTo>
                    <a:cubicBezTo>
                      <a:pt x="5561" y="18016"/>
                      <a:pt x="7343" y="18590"/>
                      <a:pt x="9112" y="18590"/>
                    </a:cubicBezTo>
                    <a:cubicBezTo>
                      <a:pt x="11496" y="18590"/>
                      <a:pt x="13855" y="17546"/>
                      <a:pt x="15445" y="15535"/>
                    </a:cubicBezTo>
                    <a:lnTo>
                      <a:pt x="19581" y="10365"/>
                    </a:lnTo>
                    <a:cubicBezTo>
                      <a:pt x="20281" y="9431"/>
                      <a:pt x="18046" y="6496"/>
                      <a:pt x="14544" y="3694"/>
                    </a:cubicBezTo>
                    <a:cubicBezTo>
                      <a:pt x="11721" y="1435"/>
                      <a:pt x="8941" y="0"/>
                      <a:pt x="76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Google Shape;2336;p16"/>
              <p:cNvSpPr/>
              <p:nvPr/>
            </p:nvSpPr>
            <p:spPr>
              <a:xfrm>
                <a:off x="1516250" y="4045000"/>
                <a:ext cx="445350" cy="267350"/>
              </a:xfrm>
              <a:custGeom>
                <a:avLst/>
                <a:gdLst/>
                <a:ahLst/>
                <a:cxnLst/>
                <a:rect l="l" t="t" r="r" b="b"/>
                <a:pathLst>
                  <a:path w="17814" h="10694" extrusionOk="0">
                    <a:moveTo>
                      <a:pt x="16646" y="1"/>
                    </a:moveTo>
                    <a:lnTo>
                      <a:pt x="16646" y="1"/>
                    </a:lnTo>
                    <a:cubicBezTo>
                      <a:pt x="17113" y="801"/>
                      <a:pt x="17246" y="1368"/>
                      <a:pt x="16979" y="1702"/>
                    </a:cubicBezTo>
                    <a:lnTo>
                      <a:pt x="12843" y="6872"/>
                    </a:lnTo>
                    <a:cubicBezTo>
                      <a:pt x="11251" y="8886"/>
                      <a:pt x="8888" y="9940"/>
                      <a:pt x="6500" y="9940"/>
                    </a:cubicBezTo>
                    <a:cubicBezTo>
                      <a:pt x="4735" y="9940"/>
                      <a:pt x="2957" y="9364"/>
                      <a:pt x="1468" y="8173"/>
                    </a:cubicBezTo>
                    <a:cubicBezTo>
                      <a:pt x="935" y="7706"/>
                      <a:pt x="434" y="7206"/>
                      <a:pt x="1" y="6672"/>
                    </a:cubicBezTo>
                    <a:lnTo>
                      <a:pt x="1" y="6672"/>
                    </a:lnTo>
                    <a:cubicBezTo>
                      <a:pt x="501" y="7506"/>
                      <a:pt x="1135" y="8307"/>
                      <a:pt x="1969" y="8940"/>
                    </a:cubicBezTo>
                    <a:cubicBezTo>
                      <a:pt x="3460" y="10120"/>
                      <a:pt x="5242" y="10694"/>
                      <a:pt x="7011" y="10694"/>
                    </a:cubicBezTo>
                    <a:cubicBezTo>
                      <a:pt x="9395" y="10694"/>
                      <a:pt x="11754" y="9650"/>
                      <a:pt x="13344" y="7639"/>
                    </a:cubicBezTo>
                    <a:lnTo>
                      <a:pt x="17480" y="2469"/>
                    </a:lnTo>
                    <a:cubicBezTo>
                      <a:pt x="17813" y="2035"/>
                      <a:pt x="17480" y="1135"/>
                      <a:pt x="166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Google Shape;2337;p16"/>
              <p:cNvSpPr/>
              <p:nvPr/>
            </p:nvSpPr>
            <p:spPr>
              <a:xfrm>
                <a:off x="1648850" y="3869750"/>
                <a:ext cx="291900" cy="220450"/>
              </a:xfrm>
              <a:custGeom>
                <a:avLst/>
                <a:gdLst/>
                <a:ahLst/>
                <a:cxnLst/>
                <a:rect l="l" t="t" r="r" b="b"/>
                <a:pathLst>
                  <a:path w="11676" h="8818" extrusionOk="0">
                    <a:moveTo>
                      <a:pt x="1136" y="1"/>
                    </a:moveTo>
                    <a:cubicBezTo>
                      <a:pt x="876" y="1"/>
                      <a:pt x="681" y="67"/>
                      <a:pt x="568" y="206"/>
                    </a:cubicBezTo>
                    <a:cubicBezTo>
                      <a:pt x="0" y="973"/>
                      <a:pt x="1835" y="3475"/>
                      <a:pt x="4737" y="5776"/>
                    </a:cubicBezTo>
                    <a:cubicBezTo>
                      <a:pt x="7116" y="7614"/>
                      <a:pt x="9428" y="8817"/>
                      <a:pt x="10522" y="8817"/>
                    </a:cubicBezTo>
                    <a:cubicBezTo>
                      <a:pt x="10778" y="8817"/>
                      <a:pt x="10967" y="8751"/>
                      <a:pt x="11075" y="8612"/>
                    </a:cubicBezTo>
                    <a:cubicBezTo>
                      <a:pt x="11675" y="7845"/>
                      <a:pt x="9807" y="5376"/>
                      <a:pt x="6905" y="3041"/>
                    </a:cubicBezTo>
                    <a:cubicBezTo>
                      <a:pt x="4554" y="1203"/>
                      <a:pt x="2246" y="1"/>
                      <a:pt x="11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16"/>
              <p:cNvSpPr/>
              <p:nvPr/>
            </p:nvSpPr>
            <p:spPr>
              <a:xfrm>
                <a:off x="1648850" y="3870725"/>
                <a:ext cx="281900" cy="219475"/>
              </a:xfrm>
              <a:custGeom>
                <a:avLst/>
                <a:gdLst/>
                <a:ahLst/>
                <a:cxnLst/>
                <a:rect l="l" t="t" r="r" b="b"/>
                <a:pathLst>
                  <a:path w="11276" h="8779" extrusionOk="0">
                    <a:moveTo>
                      <a:pt x="868" y="0"/>
                    </a:moveTo>
                    <a:cubicBezTo>
                      <a:pt x="768" y="67"/>
                      <a:pt x="634" y="100"/>
                      <a:pt x="568" y="167"/>
                    </a:cubicBezTo>
                    <a:cubicBezTo>
                      <a:pt x="0" y="934"/>
                      <a:pt x="1868" y="3402"/>
                      <a:pt x="4737" y="5737"/>
                    </a:cubicBezTo>
                    <a:cubicBezTo>
                      <a:pt x="7116" y="7575"/>
                      <a:pt x="9428" y="8778"/>
                      <a:pt x="10522" y="8778"/>
                    </a:cubicBezTo>
                    <a:cubicBezTo>
                      <a:pt x="10778" y="8778"/>
                      <a:pt x="10967" y="8712"/>
                      <a:pt x="11075" y="8573"/>
                    </a:cubicBezTo>
                    <a:cubicBezTo>
                      <a:pt x="11275" y="8339"/>
                      <a:pt x="11208" y="7939"/>
                      <a:pt x="10975" y="7405"/>
                    </a:cubicBezTo>
                    <a:cubicBezTo>
                      <a:pt x="10895" y="7425"/>
                      <a:pt x="10804" y="7434"/>
                      <a:pt x="10704" y="7434"/>
                    </a:cubicBezTo>
                    <a:cubicBezTo>
                      <a:pt x="9593" y="7434"/>
                      <a:pt x="7293" y="6269"/>
                      <a:pt x="4937" y="4403"/>
                    </a:cubicBezTo>
                    <a:cubicBezTo>
                      <a:pt x="2936" y="2802"/>
                      <a:pt x="1435" y="1134"/>
                      <a:pt x="8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16"/>
              <p:cNvSpPr/>
              <p:nvPr/>
            </p:nvSpPr>
            <p:spPr>
              <a:xfrm>
                <a:off x="1378650" y="4372750"/>
                <a:ext cx="512900" cy="46725"/>
              </a:xfrm>
              <a:custGeom>
                <a:avLst/>
                <a:gdLst/>
                <a:ahLst/>
                <a:cxnLst/>
                <a:rect l="l" t="t" r="r" b="b"/>
                <a:pathLst>
                  <a:path w="20516" h="1869" extrusionOk="0">
                    <a:moveTo>
                      <a:pt x="10275" y="0"/>
                    </a:moveTo>
                    <a:cubicBezTo>
                      <a:pt x="4604" y="0"/>
                      <a:pt x="1" y="367"/>
                      <a:pt x="1" y="834"/>
                    </a:cubicBezTo>
                    <a:lnTo>
                      <a:pt x="1" y="1868"/>
                    </a:lnTo>
                    <a:lnTo>
                      <a:pt x="20515" y="1868"/>
                    </a:lnTo>
                    <a:lnTo>
                      <a:pt x="20515" y="834"/>
                    </a:lnTo>
                    <a:cubicBezTo>
                      <a:pt x="20515" y="367"/>
                      <a:pt x="15912" y="0"/>
                      <a:pt x="102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16"/>
              <p:cNvSpPr/>
              <p:nvPr/>
            </p:nvSpPr>
            <p:spPr>
              <a:xfrm>
                <a:off x="1378650" y="4395250"/>
                <a:ext cx="512900" cy="24225"/>
              </a:xfrm>
              <a:custGeom>
                <a:avLst/>
                <a:gdLst/>
                <a:ahLst/>
                <a:cxnLst/>
                <a:rect l="l" t="t" r="r" b="b"/>
                <a:pathLst>
                  <a:path w="20516" h="969" extrusionOk="0">
                    <a:moveTo>
                      <a:pt x="1" y="1"/>
                    </a:moveTo>
                    <a:lnTo>
                      <a:pt x="1" y="968"/>
                    </a:lnTo>
                    <a:lnTo>
                      <a:pt x="20515" y="968"/>
                    </a:lnTo>
                    <a:lnTo>
                      <a:pt x="205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16"/>
              <p:cNvSpPr/>
              <p:nvPr/>
            </p:nvSpPr>
            <p:spPr>
              <a:xfrm>
                <a:off x="1520425" y="4186775"/>
                <a:ext cx="133450" cy="188500"/>
              </a:xfrm>
              <a:custGeom>
                <a:avLst/>
                <a:gdLst/>
                <a:ahLst/>
                <a:cxnLst/>
                <a:rect l="l" t="t" r="r" b="b"/>
                <a:pathLst>
                  <a:path w="5338" h="7540" fill="none" extrusionOk="0">
                    <a:moveTo>
                      <a:pt x="2669" y="7539"/>
                    </a:moveTo>
                    <a:cubicBezTo>
                      <a:pt x="2669" y="7539"/>
                      <a:pt x="0" y="2769"/>
                      <a:pt x="5338" y="0"/>
                    </a:cubicBezTo>
                  </a:path>
                </a:pathLst>
              </a:custGeom>
              <a:solidFill>
                <a:schemeClr val="lt1"/>
              </a:solidFill>
              <a:ln w="37525" cap="rnd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16"/>
              <p:cNvSpPr/>
              <p:nvPr/>
            </p:nvSpPr>
            <p:spPr>
              <a:xfrm>
                <a:off x="1498750" y="3989125"/>
                <a:ext cx="91750" cy="176825"/>
              </a:xfrm>
              <a:custGeom>
                <a:avLst/>
                <a:gdLst/>
                <a:ahLst/>
                <a:cxnLst/>
                <a:rect l="l" t="t" r="r" b="b"/>
                <a:pathLst>
                  <a:path w="3670" h="7073" extrusionOk="0">
                    <a:moveTo>
                      <a:pt x="3669" y="1"/>
                    </a:moveTo>
                    <a:cubicBezTo>
                      <a:pt x="867" y="935"/>
                      <a:pt x="0" y="4537"/>
                      <a:pt x="968" y="7072"/>
                    </a:cubicBezTo>
                    <a:cubicBezTo>
                      <a:pt x="867" y="4404"/>
                      <a:pt x="1435" y="1702"/>
                      <a:pt x="36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3" name="Google Shape;2343;p16"/>
          <p:cNvGrpSpPr/>
          <p:nvPr/>
        </p:nvGrpSpPr>
        <p:grpSpPr>
          <a:xfrm>
            <a:off x="-417858" y="-823150"/>
            <a:ext cx="9978772" cy="5996593"/>
            <a:chOff x="-417858" y="-823150"/>
            <a:chExt cx="9978772" cy="5996593"/>
          </a:xfrm>
        </p:grpSpPr>
        <p:grpSp>
          <p:nvGrpSpPr>
            <p:cNvPr id="2344" name="Google Shape;2344;p16"/>
            <p:cNvGrpSpPr/>
            <p:nvPr/>
          </p:nvGrpSpPr>
          <p:grpSpPr>
            <a:xfrm>
              <a:off x="8" y="-132175"/>
              <a:ext cx="1291188" cy="5305618"/>
              <a:chOff x="1440600" y="197825"/>
              <a:chExt cx="990175" cy="3797050"/>
            </a:xfrm>
          </p:grpSpPr>
          <p:sp>
            <p:nvSpPr>
              <p:cNvPr id="2345" name="Google Shape;2345;p16"/>
              <p:cNvSpPr/>
              <p:nvPr/>
            </p:nvSpPr>
            <p:spPr>
              <a:xfrm>
                <a:off x="1440600" y="197825"/>
                <a:ext cx="990175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39607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219" y="75593"/>
                    </a:lnTo>
                    <a:cubicBezTo>
                      <a:pt x="21405" y="75593"/>
                      <a:pt x="38652" y="42074"/>
                      <a:pt x="39606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Google Shape;2346;p16"/>
              <p:cNvSpPr/>
              <p:nvPr/>
            </p:nvSpPr>
            <p:spPr>
              <a:xfrm>
                <a:off x="1440600" y="2105050"/>
                <a:ext cx="590825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23633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23633" y="75593"/>
                    </a:lnTo>
                    <a:cubicBezTo>
                      <a:pt x="23056" y="33659"/>
                      <a:pt x="12712" y="239"/>
                      <a:pt x="0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Google Shape;2347;p16"/>
              <p:cNvSpPr/>
              <p:nvPr/>
            </p:nvSpPr>
            <p:spPr>
              <a:xfrm>
                <a:off x="1440600" y="197825"/>
                <a:ext cx="858875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34355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179" y="75593"/>
                    </a:lnTo>
                    <a:cubicBezTo>
                      <a:pt x="18560" y="75593"/>
                      <a:pt x="33539" y="42074"/>
                      <a:pt x="343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16"/>
              <p:cNvSpPr/>
              <p:nvPr/>
            </p:nvSpPr>
            <p:spPr>
              <a:xfrm>
                <a:off x="1440600" y="197825"/>
                <a:ext cx="644550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25782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139" y="75593"/>
                    </a:lnTo>
                    <a:cubicBezTo>
                      <a:pt x="13905" y="75593"/>
                      <a:pt x="25144" y="42074"/>
                      <a:pt x="2578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Google Shape;2349;p16"/>
              <p:cNvSpPr/>
              <p:nvPr/>
            </p:nvSpPr>
            <p:spPr>
              <a:xfrm>
                <a:off x="1526125" y="471350"/>
                <a:ext cx="341675" cy="1616325"/>
              </a:xfrm>
              <a:custGeom>
                <a:avLst/>
                <a:gdLst/>
                <a:ahLst/>
                <a:cxnLst/>
                <a:rect l="l" t="t" r="r" b="b"/>
                <a:pathLst>
                  <a:path w="13667" h="64653" extrusionOk="0">
                    <a:moveTo>
                      <a:pt x="5690" y="1"/>
                    </a:moveTo>
                    <a:cubicBezTo>
                      <a:pt x="5690" y="1"/>
                      <a:pt x="8177" y="38215"/>
                      <a:pt x="1" y="64652"/>
                    </a:cubicBezTo>
                    <a:cubicBezTo>
                      <a:pt x="13508" y="46788"/>
                      <a:pt x="13667" y="1"/>
                      <a:pt x="1366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Google Shape;2350;p16"/>
              <p:cNvSpPr/>
              <p:nvPr/>
            </p:nvSpPr>
            <p:spPr>
              <a:xfrm>
                <a:off x="1440600" y="2105050"/>
                <a:ext cx="512750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20510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20509" y="75593"/>
                    </a:lnTo>
                    <a:cubicBezTo>
                      <a:pt x="20012" y="33659"/>
                      <a:pt x="11021" y="239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16"/>
              <p:cNvSpPr/>
              <p:nvPr/>
            </p:nvSpPr>
            <p:spPr>
              <a:xfrm>
                <a:off x="1440600" y="2105050"/>
                <a:ext cx="384450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15378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15377" y="75593"/>
                    </a:lnTo>
                    <a:cubicBezTo>
                      <a:pt x="14999" y="33659"/>
                      <a:pt x="8256" y="239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16"/>
              <p:cNvSpPr/>
              <p:nvPr/>
            </p:nvSpPr>
            <p:spPr>
              <a:xfrm>
                <a:off x="1440600" y="2197550"/>
                <a:ext cx="214850" cy="1797325"/>
              </a:xfrm>
              <a:custGeom>
                <a:avLst/>
                <a:gdLst/>
                <a:ahLst/>
                <a:cxnLst/>
                <a:rect l="l" t="t" r="r" b="b"/>
                <a:pathLst>
                  <a:path w="8594" h="71893" extrusionOk="0">
                    <a:moveTo>
                      <a:pt x="4317" y="0"/>
                    </a:moveTo>
                    <a:lnTo>
                      <a:pt x="0" y="617"/>
                    </a:lnTo>
                    <a:lnTo>
                      <a:pt x="0" y="71893"/>
                    </a:lnTo>
                    <a:lnTo>
                      <a:pt x="8594" y="71893"/>
                    </a:lnTo>
                    <a:cubicBezTo>
                      <a:pt x="8594" y="21902"/>
                      <a:pt x="4317" y="0"/>
                      <a:pt x="43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16"/>
              <p:cNvSpPr/>
              <p:nvPr/>
            </p:nvSpPr>
            <p:spPr>
              <a:xfrm>
                <a:off x="1440600" y="2035925"/>
                <a:ext cx="214850" cy="206400"/>
              </a:xfrm>
              <a:custGeom>
                <a:avLst/>
                <a:gdLst/>
                <a:ahLst/>
                <a:cxnLst/>
                <a:rect l="l" t="t" r="r" b="b"/>
                <a:pathLst>
                  <a:path w="8594" h="8256" extrusionOk="0">
                    <a:moveTo>
                      <a:pt x="0" y="0"/>
                    </a:moveTo>
                    <a:lnTo>
                      <a:pt x="0" y="7082"/>
                    </a:lnTo>
                    <a:lnTo>
                      <a:pt x="8594" y="8256"/>
                    </a:lnTo>
                    <a:lnTo>
                      <a:pt x="8594" y="2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4" name="Google Shape;2354;p16"/>
            <p:cNvGrpSpPr/>
            <p:nvPr/>
          </p:nvGrpSpPr>
          <p:grpSpPr>
            <a:xfrm flipH="1">
              <a:off x="7860254" y="-132175"/>
              <a:ext cx="1291188" cy="5305618"/>
              <a:chOff x="1440600" y="197825"/>
              <a:chExt cx="990175" cy="3797050"/>
            </a:xfrm>
          </p:grpSpPr>
          <p:sp>
            <p:nvSpPr>
              <p:cNvPr id="2355" name="Google Shape;2355;p16"/>
              <p:cNvSpPr/>
              <p:nvPr/>
            </p:nvSpPr>
            <p:spPr>
              <a:xfrm>
                <a:off x="1440600" y="197825"/>
                <a:ext cx="990175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39607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219" y="75593"/>
                    </a:lnTo>
                    <a:cubicBezTo>
                      <a:pt x="21405" y="75593"/>
                      <a:pt x="38652" y="42074"/>
                      <a:pt x="39606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16"/>
              <p:cNvSpPr/>
              <p:nvPr/>
            </p:nvSpPr>
            <p:spPr>
              <a:xfrm>
                <a:off x="1440600" y="2105050"/>
                <a:ext cx="590825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23633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23633" y="75593"/>
                    </a:lnTo>
                    <a:cubicBezTo>
                      <a:pt x="23056" y="33659"/>
                      <a:pt x="12712" y="239"/>
                      <a:pt x="0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16"/>
              <p:cNvSpPr/>
              <p:nvPr/>
            </p:nvSpPr>
            <p:spPr>
              <a:xfrm>
                <a:off x="1440600" y="197825"/>
                <a:ext cx="858875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34355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179" y="75593"/>
                    </a:lnTo>
                    <a:cubicBezTo>
                      <a:pt x="18560" y="75593"/>
                      <a:pt x="33539" y="42074"/>
                      <a:pt x="343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16"/>
              <p:cNvSpPr/>
              <p:nvPr/>
            </p:nvSpPr>
            <p:spPr>
              <a:xfrm>
                <a:off x="1440600" y="197825"/>
                <a:ext cx="644550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25782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139" y="75593"/>
                    </a:lnTo>
                    <a:cubicBezTo>
                      <a:pt x="13905" y="75593"/>
                      <a:pt x="25144" y="42074"/>
                      <a:pt x="2578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16"/>
              <p:cNvSpPr/>
              <p:nvPr/>
            </p:nvSpPr>
            <p:spPr>
              <a:xfrm>
                <a:off x="1526125" y="471350"/>
                <a:ext cx="341675" cy="1616325"/>
              </a:xfrm>
              <a:custGeom>
                <a:avLst/>
                <a:gdLst/>
                <a:ahLst/>
                <a:cxnLst/>
                <a:rect l="l" t="t" r="r" b="b"/>
                <a:pathLst>
                  <a:path w="13667" h="64653" extrusionOk="0">
                    <a:moveTo>
                      <a:pt x="5690" y="1"/>
                    </a:moveTo>
                    <a:cubicBezTo>
                      <a:pt x="5690" y="1"/>
                      <a:pt x="8177" y="38215"/>
                      <a:pt x="1" y="64652"/>
                    </a:cubicBezTo>
                    <a:cubicBezTo>
                      <a:pt x="13508" y="46788"/>
                      <a:pt x="13667" y="1"/>
                      <a:pt x="1366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Google Shape;2360;p16"/>
              <p:cNvSpPr/>
              <p:nvPr/>
            </p:nvSpPr>
            <p:spPr>
              <a:xfrm>
                <a:off x="1440600" y="2105050"/>
                <a:ext cx="512750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20510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20509" y="75593"/>
                    </a:lnTo>
                    <a:cubicBezTo>
                      <a:pt x="20012" y="33659"/>
                      <a:pt x="11021" y="239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Google Shape;2361;p16"/>
              <p:cNvSpPr/>
              <p:nvPr/>
            </p:nvSpPr>
            <p:spPr>
              <a:xfrm>
                <a:off x="1440600" y="2105050"/>
                <a:ext cx="384450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15378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15377" y="75593"/>
                    </a:lnTo>
                    <a:cubicBezTo>
                      <a:pt x="14999" y="33659"/>
                      <a:pt x="8256" y="239"/>
                      <a:pt x="0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16"/>
              <p:cNvSpPr/>
              <p:nvPr/>
            </p:nvSpPr>
            <p:spPr>
              <a:xfrm>
                <a:off x="1440600" y="2197550"/>
                <a:ext cx="214850" cy="1797325"/>
              </a:xfrm>
              <a:custGeom>
                <a:avLst/>
                <a:gdLst/>
                <a:ahLst/>
                <a:cxnLst/>
                <a:rect l="l" t="t" r="r" b="b"/>
                <a:pathLst>
                  <a:path w="8594" h="71893" extrusionOk="0">
                    <a:moveTo>
                      <a:pt x="4317" y="0"/>
                    </a:moveTo>
                    <a:lnTo>
                      <a:pt x="0" y="617"/>
                    </a:lnTo>
                    <a:lnTo>
                      <a:pt x="0" y="71893"/>
                    </a:lnTo>
                    <a:lnTo>
                      <a:pt x="8594" y="71893"/>
                    </a:lnTo>
                    <a:cubicBezTo>
                      <a:pt x="8594" y="21902"/>
                      <a:pt x="4317" y="0"/>
                      <a:pt x="43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16"/>
              <p:cNvSpPr/>
              <p:nvPr/>
            </p:nvSpPr>
            <p:spPr>
              <a:xfrm>
                <a:off x="1440600" y="2035925"/>
                <a:ext cx="214850" cy="206400"/>
              </a:xfrm>
              <a:custGeom>
                <a:avLst/>
                <a:gdLst/>
                <a:ahLst/>
                <a:cxnLst/>
                <a:rect l="l" t="t" r="r" b="b"/>
                <a:pathLst>
                  <a:path w="8594" h="8256" extrusionOk="0">
                    <a:moveTo>
                      <a:pt x="0" y="0"/>
                    </a:moveTo>
                    <a:lnTo>
                      <a:pt x="0" y="7082"/>
                    </a:lnTo>
                    <a:lnTo>
                      <a:pt x="8594" y="8256"/>
                    </a:lnTo>
                    <a:lnTo>
                      <a:pt x="8594" y="2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4" name="Google Shape;2364;p16"/>
            <p:cNvGrpSpPr/>
            <p:nvPr/>
          </p:nvGrpSpPr>
          <p:grpSpPr>
            <a:xfrm>
              <a:off x="-417858" y="-823150"/>
              <a:ext cx="9978772" cy="1382075"/>
              <a:chOff x="193475" y="-693375"/>
              <a:chExt cx="7221575" cy="1382075"/>
            </a:xfrm>
          </p:grpSpPr>
          <p:sp>
            <p:nvSpPr>
              <p:cNvPr id="2365" name="Google Shape;2365;p16"/>
              <p:cNvSpPr/>
              <p:nvPr/>
            </p:nvSpPr>
            <p:spPr>
              <a:xfrm>
                <a:off x="363575" y="384325"/>
                <a:ext cx="6883875" cy="304375"/>
              </a:xfrm>
              <a:custGeom>
                <a:avLst/>
                <a:gdLst/>
                <a:ahLst/>
                <a:cxnLst/>
                <a:rect l="l" t="t" r="r" b="b"/>
                <a:pathLst>
                  <a:path w="275355" h="12175" extrusionOk="0">
                    <a:moveTo>
                      <a:pt x="0" y="0"/>
                    </a:moveTo>
                    <a:lnTo>
                      <a:pt x="0" y="9390"/>
                    </a:lnTo>
                    <a:lnTo>
                      <a:pt x="0" y="10782"/>
                    </a:lnTo>
                    <a:lnTo>
                      <a:pt x="14522" y="10782"/>
                    </a:lnTo>
                    <a:lnTo>
                      <a:pt x="14522" y="9370"/>
                    </a:lnTo>
                    <a:lnTo>
                      <a:pt x="16869" y="9370"/>
                    </a:lnTo>
                    <a:lnTo>
                      <a:pt x="16869" y="12175"/>
                    </a:lnTo>
                    <a:lnTo>
                      <a:pt x="30913" y="12175"/>
                    </a:lnTo>
                    <a:lnTo>
                      <a:pt x="30913" y="9370"/>
                    </a:lnTo>
                    <a:lnTo>
                      <a:pt x="33261" y="9370"/>
                    </a:lnTo>
                    <a:lnTo>
                      <a:pt x="33261" y="10782"/>
                    </a:lnTo>
                    <a:lnTo>
                      <a:pt x="47782" y="10782"/>
                    </a:lnTo>
                    <a:lnTo>
                      <a:pt x="47782" y="9370"/>
                    </a:lnTo>
                    <a:lnTo>
                      <a:pt x="50110" y="9370"/>
                    </a:lnTo>
                    <a:lnTo>
                      <a:pt x="50110" y="12175"/>
                    </a:lnTo>
                    <a:lnTo>
                      <a:pt x="64632" y="12175"/>
                    </a:lnTo>
                    <a:lnTo>
                      <a:pt x="64632" y="9370"/>
                    </a:lnTo>
                    <a:lnTo>
                      <a:pt x="66979" y="9370"/>
                    </a:lnTo>
                    <a:lnTo>
                      <a:pt x="66979" y="10782"/>
                    </a:lnTo>
                    <a:lnTo>
                      <a:pt x="81023" y="10782"/>
                    </a:lnTo>
                    <a:lnTo>
                      <a:pt x="81023" y="9370"/>
                    </a:lnTo>
                    <a:lnTo>
                      <a:pt x="83370" y="9370"/>
                    </a:lnTo>
                    <a:lnTo>
                      <a:pt x="83370" y="12175"/>
                    </a:lnTo>
                    <a:lnTo>
                      <a:pt x="97892" y="12175"/>
                    </a:lnTo>
                    <a:lnTo>
                      <a:pt x="97892" y="9370"/>
                    </a:lnTo>
                    <a:lnTo>
                      <a:pt x="101174" y="9370"/>
                    </a:lnTo>
                    <a:lnTo>
                      <a:pt x="101174" y="10782"/>
                    </a:lnTo>
                    <a:lnTo>
                      <a:pt x="115656" y="10782"/>
                    </a:lnTo>
                    <a:lnTo>
                      <a:pt x="115656" y="9370"/>
                    </a:lnTo>
                    <a:lnTo>
                      <a:pt x="118481" y="9370"/>
                    </a:lnTo>
                    <a:lnTo>
                      <a:pt x="118481" y="12175"/>
                    </a:lnTo>
                    <a:lnTo>
                      <a:pt x="133460" y="12175"/>
                    </a:lnTo>
                    <a:lnTo>
                      <a:pt x="133460" y="9370"/>
                    </a:lnTo>
                    <a:lnTo>
                      <a:pt x="136285" y="9370"/>
                    </a:lnTo>
                    <a:lnTo>
                      <a:pt x="136285" y="10782"/>
                    </a:lnTo>
                    <a:lnTo>
                      <a:pt x="151722" y="10782"/>
                    </a:lnTo>
                    <a:lnTo>
                      <a:pt x="151722" y="9370"/>
                    </a:lnTo>
                    <a:lnTo>
                      <a:pt x="154527" y="9370"/>
                    </a:lnTo>
                    <a:lnTo>
                      <a:pt x="154527" y="12175"/>
                    </a:lnTo>
                    <a:lnTo>
                      <a:pt x="169048" y="12175"/>
                    </a:lnTo>
                    <a:lnTo>
                      <a:pt x="169048" y="9370"/>
                    </a:lnTo>
                    <a:lnTo>
                      <a:pt x="172331" y="9370"/>
                    </a:lnTo>
                    <a:lnTo>
                      <a:pt x="172331" y="10782"/>
                    </a:lnTo>
                    <a:lnTo>
                      <a:pt x="186852" y="10782"/>
                    </a:lnTo>
                    <a:lnTo>
                      <a:pt x="186852" y="9370"/>
                    </a:lnTo>
                    <a:lnTo>
                      <a:pt x="190115" y="9370"/>
                    </a:lnTo>
                    <a:lnTo>
                      <a:pt x="190115" y="12175"/>
                    </a:lnTo>
                    <a:lnTo>
                      <a:pt x="204636" y="12175"/>
                    </a:lnTo>
                    <a:lnTo>
                      <a:pt x="204636" y="9370"/>
                    </a:lnTo>
                    <a:lnTo>
                      <a:pt x="207441" y="9370"/>
                    </a:lnTo>
                    <a:lnTo>
                      <a:pt x="207441" y="12175"/>
                    </a:lnTo>
                    <a:lnTo>
                      <a:pt x="222440" y="12175"/>
                    </a:lnTo>
                    <a:lnTo>
                      <a:pt x="222440" y="9370"/>
                    </a:lnTo>
                    <a:lnTo>
                      <a:pt x="225722" y="9370"/>
                    </a:lnTo>
                    <a:lnTo>
                      <a:pt x="225722" y="10782"/>
                    </a:lnTo>
                    <a:lnTo>
                      <a:pt x="240224" y="10782"/>
                    </a:lnTo>
                    <a:lnTo>
                      <a:pt x="240224" y="9370"/>
                    </a:lnTo>
                    <a:lnTo>
                      <a:pt x="243507" y="9370"/>
                    </a:lnTo>
                    <a:lnTo>
                      <a:pt x="243507" y="12175"/>
                    </a:lnTo>
                    <a:lnTo>
                      <a:pt x="257551" y="12175"/>
                    </a:lnTo>
                    <a:lnTo>
                      <a:pt x="257551" y="9370"/>
                    </a:lnTo>
                    <a:lnTo>
                      <a:pt x="260833" y="9370"/>
                    </a:lnTo>
                    <a:lnTo>
                      <a:pt x="260833" y="10782"/>
                    </a:lnTo>
                    <a:lnTo>
                      <a:pt x="275355" y="10782"/>
                    </a:lnTo>
                    <a:lnTo>
                      <a:pt x="27535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Google Shape;2366;p16"/>
              <p:cNvSpPr/>
              <p:nvPr/>
            </p:nvSpPr>
            <p:spPr>
              <a:xfrm>
                <a:off x="363575" y="-634175"/>
                <a:ext cx="6695900" cy="1158775"/>
              </a:xfrm>
              <a:custGeom>
                <a:avLst/>
                <a:gdLst/>
                <a:ahLst/>
                <a:cxnLst/>
                <a:rect l="l" t="t" r="r" b="b"/>
                <a:pathLst>
                  <a:path w="267836" h="46351" extrusionOk="0">
                    <a:moveTo>
                      <a:pt x="0" y="0"/>
                    </a:moveTo>
                    <a:lnTo>
                      <a:pt x="0" y="46350"/>
                    </a:lnTo>
                    <a:lnTo>
                      <a:pt x="267835" y="46350"/>
                    </a:lnTo>
                    <a:lnTo>
                      <a:pt x="267835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Google Shape;2367;p16"/>
              <p:cNvSpPr/>
              <p:nvPr/>
            </p:nvSpPr>
            <p:spPr>
              <a:xfrm>
                <a:off x="363575" y="-634175"/>
                <a:ext cx="3630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2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16"/>
              <p:cNvSpPr/>
              <p:nvPr/>
            </p:nvSpPr>
            <p:spPr>
              <a:xfrm>
                <a:off x="434175" y="-634175"/>
                <a:ext cx="21090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8436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8435" y="47782"/>
                    </a:lnTo>
                    <a:lnTo>
                      <a:pt x="843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Google Shape;2369;p16"/>
              <p:cNvSpPr/>
              <p:nvPr/>
            </p:nvSpPr>
            <p:spPr>
              <a:xfrm>
                <a:off x="785300" y="-634175"/>
                <a:ext cx="35112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045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14044" y="49155"/>
                    </a:lnTo>
                    <a:lnTo>
                      <a:pt x="14044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Google Shape;2370;p16"/>
              <p:cNvSpPr/>
              <p:nvPr/>
            </p:nvSpPr>
            <p:spPr>
              <a:xfrm>
                <a:off x="867350" y="-634175"/>
                <a:ext cx="18702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481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7480" y="49155"/>
                    </a:lnTo>
                    <a:lnTo>
                      <a:pt x="7480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16"/>
              <p:cNvSpPr/>
              <p:nvPr/>
            </p:nvSpPr>
            <p:spPr>
              <a:xfrm>
                <a:off x="1195075" y="-634175"/>
                <a:ext cx="3630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Google Shape;2372;p16"/>
              <p:cNvSpPr/>
              <p:nvPr/>
            </p:nvSpPr>
            <p:spPr>
              <a:xfrm>
                <a:off x="1277150" y="-634175"/>
                <a:ext cx="1989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7957" y="47782"/>
                    </a:lnTo>
                    <a:lnTo>
                      <a:pt x="7957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Google Shape;2373;p16"/>
              <p:cNvSpPr/>
              <p:nvPr/>
            </p:nvSpPr>
            <p:spPr>
              <a:xfrm>
                <a:off x="1616300" y="-634175"/>
                <a:ext cx="3630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14523" y="49155"/>
                    </a:lnTo>
                    <a:lnTo>
                      <a:pt x="14523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Google Shape;2374;p16"/>
              <p:cNvSpPr/>
              <p:nvPr/>
            </p:nvSpPr>
            <p:spPr>
              <a:xfrm>
                <a:off x="1698375" y="-634175"/>
                <a:ext cx="2108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8435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8435" y="49155"/>
                    </a:lnTo>
                    <a:lnTo>
                      <a:pt x="843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16"/>
              <p:cNvSpPr/>
              <p:nvPr/>
            </p:nvSpPr>
            <p:spPr>
              <a:xfrm>
                <a:off x="2038025" y="-634175"/>
                <a:ext cx="3511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046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14045" y="47782"/>
                    </a:lnTo>
                    <a:lnTo>
                      <a:pt x="14045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Google Shape;2376;p16"/>
              <p:cNvSpPr/>
              <p:nvPr/>
            </p:nvSpPr>
            <p:spPr>
              <a:xfrm>
                <a:off x="2108150" y="-634175"/>
                <a:ext cx="1989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7958" y="47782"/>
                    </a:lnTo>
                    <a:lnTo>
                      <a:pt x="7958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Google Shape;2377;p16"/>
              <p:cNvSpPr/>
              <p:nvPr/>
            </p:nvSpPr>
            <p:spPr>
              <a:xfrm>
                <a:off x="2447825" y="-634175"/>
                <a:ext cx="3630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14522" y="49155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Google Shape;2378;p16"/>
              <p:cNvSpPr/>
              <p:nvPr/>
            </p:nvSpPr>
            <p:spPr>
              <a:xfrm>
                <a:off x="2529375" y="-634175"/>
                <a:ext cx="198950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7958" y="49155"/>
                    </a:lnTo>
                    <a:lnTo>
                      <a:pt x="7958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Google Shape;2379;p16"/>
              <p:cNvSpPr/>
              <p:nvPr/>
            </p:nvSpPr>
            <p:spPr>
              <a:xfrm>
                <a:off x="2892925" y="-634175"/>
                <a:ext cx="3630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Google Shape;2380;p16"/>
              <p:cNvSpPr/>
              <p:nvPr/>
            </p:nvSpPr>
            <p:spPr>
              <a:xfrm>
                <a:off x="2973975" y="-634175"/>
                <a:ext cx="21090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8436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8435" y="47782"/>
                    </a:lnTo>
                    <a:lnTo>
                      <a:pt x="843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Google Shape;2381;p16"/>
              <p:cNvSpPr/>
              <p:nvPr/>
            </p:nvSpPr>
            <p:spPr>
              <a:xfrm>
                <a:off x="3325600" y="-634175"/>
                <a:ext cx="374500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980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14979" y="49155"/>
                    </a:lnTo>
                    <a:lnTo>
                      <a:pt x="14979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Google Shape;2382;p16"/>
              <p:cNvSpPr/>
              <p:nvPr/>
            </p:nvSpPr>
            <p:spPr>
              <a:xfrm>
                <a:off x="3407650" y="-634175"/>
                <a:ext cx="2103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8415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8415" y="49155"/>
                    </a:lnTo>
                    <a:lnTo>
                      <a:pt x="841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16"/>
              <p:cNvSpPr/>
              <p:nvPr/>
            </p:nvSpPr>
            <p:spPr>
              <a:xfrm>
                <a:off x="3770675" y="-634175"/>
                <a:ext cx="3859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5438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15438" y="47782"/>
                    </a:lnTo>
                    <a:lnTo>
                      <a:pt x="15438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16"/>
              <p:cNvSpPr/>
              <p:nvPr/>
            </p:nvSpPr>
            <p:spPr>
              <a:xfrm>
                <a:off x="3864175" y="-634175"/>
                <a:ext cx="1989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7958" y="47782"/>
                    </a:lnTo>
                    <a:lnTo>
                      <a:pt x="7958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16"/>
              <p:cNvSpPr/>
              <p:nvPr/>
            </p:nvSpPr>
            <p:spPr>
              <a:xfrm>
                <a:off x="4226725" y="-634175"/>
                <a:ext cx="3630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14522" y="49155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16"/>
              <p:cNvSpPr/>
              <p:nvPr/>
            </p:nvSpPr>
            <p:spPr>
              <a:xfrm>
                <a:off x="4308775" y="-634175"/>
                <a:ext cx="18702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481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7481" y="49155"/>
                    </a:lnTo>
                    <a:lnTo>
                      <a:pt x="7481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16"/>
              <p:cNvSpPr/>
              <p:nvPr/>
            </p:nvSpPr>
            <p:spPr>
              <a:xfrm>
                <a:off x="4671825" y="-634175"/>
                <a:ext cx="3630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16"/>
              <p:cNvSpPr/>
              <p:nvPr/>
            </p:nvSpPr>
            <p:spPr>
              <a:xfrm>
                <a:off x="4741950" y="-634175"/>
                <a:ext cx="2108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8435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8435" y="47782"/>
                    </a:lnTo>
                    <a:lnTo>
                      <a:pt x="843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16"/>
              <p:cNvSpPr/>
              <p:nvPr/>
            </p:nvSpPr>
            <p:spPr>
              <a:xfrm>
                <a:off x="5116425" y="-634175"/>
                <a:ext cx="3630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14522" y="49155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16"/>
              <p:cNvSpPr/>
              <p:nvPr/>
            </p:nvSpPr>
            <p:spPr>
              <a:xfrm>
                <a:off x="5198475" y="-634175"/>
                <a:ext cx="198950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7958" y="49155"/>
                    </a:lnTo>
                    <a:lnTo>
                      <a:pt x="7958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16"/>
              <p:cNvSpPr/>
              <p:nvPr/>
            </p:nvSpPr>
            <p:spPr>
              <a:xfrm>
                <a:off x="5549600" y="-634175"/>
                <a:ext cx="375000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5000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14999" y="49155"/>
                    </a:lnTo>
                    <a:lnTo>
                      <a:pt x="14999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Google Shape;2392;p16"/>
              <p:cNvSpPr/>
              <p:nvPr/>
            </p:nvSpPr>
            <p:spPr>
              <a:xfrm>
                <a:off x="5631650" y="-634175"/>
                <a:ext cx="198950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7957" y="49155"/>
                    </a:lnTo>
                    <a:lnTo>
                      <a:pt x="7957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Google Shape;2393;p16"/>
              <p:cNvSpPr/>
              <p:nvPr/>
            </p:nvSpPr>
            <p:spPr>
              <a:xfrm>
                <a:off x="6006625" y="-634175"/>
                <a:ext cx="3630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16"/>
              <p:cNvSpPr/>
              <p:nvPr/>
            </p:nvSpPr>
            <p:spPr>
              <a:xfrm>
                <a:off x="6076750" y="-634175"/>
                <a:ext cx="2108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8435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8435" y="47782"/>
                    </a:lnTo>
                    <a:lnTo>
                      <a:pt x="843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16"/>
              <p:cNvSpPr/>
              <p:nvPr/>
            </p:nvSpPr>
            <p:spPr>
              <a:xfrm>
                <a:off x="6451225" y="-634175"/>
                <a:ext cx="35112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045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14045" y="49155"/>
                    </a:lnTo>
                    <a:lnTo>
                      <a:pt x="14045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16"/>
              <p:cNvSpPr/>
              <p:nvPr/>
            </p:nvSpPr>
            <p:spPr>
              <a:xfrm>
                <a:off x="6532775" y="-634175"/>
                <a:ext cx="18752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501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7501" y="49155"/>
                    </a:lnTo>
                    <a:lnTo>
                      <a:pt x="7501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16"/>
              <p:cNvSpPr/>
              <p:nvPr/>
            </p:nvSpPr>
            <p:spPr>
              <a:xfrm>
                <a:off x="6884400" y="-634175"/>
                <a:ext cx="3630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2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16"/>
              <p:cNvSpPr/>
              <p:nvPr/>
            </p:nvSpPr>
            <p:spPr>
              <a:xfrm>
                <a:off x="6978375" y="-634175"/>
                <a:ext cx="1989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7958" y="47782"/>
                    </a:lnTo>
                    <a:lnTo>
                      <a:pt x="7958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16"/>
              <p:cNvSpPr/>
              <p:nvPr/>
            </p:nvSpPr>
            <p:spPr>
              <a:xfrm>
                <a:off x="211400" y="-634175"/>
                <a:ext cx="70942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83770" h="1" fill="none" extrusionOk="0">
                    <a:moveTo>
                      <a:pt x="0" y="0"/>
                    </a:moveTo>
                    <a:lnTo>
                      <a:pt x="283769" y="0"/>
                    </a:lnTo>
                  </a:path>
                </a:pathLst>
              </a:custGeom>
              <a:noFill/>
              <a:ln w="46750" cap="flat" cmpd="sng">
                <a:solidFill>
                  <a:srgbClr val="FFB726"/>
                </a:solidFill>
                <a:prstDash val="solid"/>
                <a:miter lim="1989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16"/>
              <p:cNvSpPr/>
              <p:nvPr/>
            </p:nvSpPr>
            <p:spPr>
              <a:xfrm>
                <a:off x="7287225" y="-693375"/>
                <a:ext cx="127825" cy="128350"/>
              </a:xfrm>
              <a:custGeom>
                <a:avLst/>
                <a:gdLst/>
                <a:ahLst/>
                <a:cxnLst/>
                <a:rect l="l" t="t" r="r" b="b"/>
                <a:pathLst>
                  <a:path w="5113" h="5134" extrusionOk="0">
                    <a:moveTo>
                      <a:pt x="2566" y="1"/>
                    </a:moveTo>
                    <a:cubicBezTo>
                      <a:pt x="1134" y="1"/>
                      <a:pt x="0" y="1155"/>
                      <a:pt x="0" y="2567"/>
                    </a:cubicBezTo>
                    <a:cubicBezTo>
                      <a:pt x="0" y="3979"/>
                      <a:pt x="1134" y="5133"/>
                      <a:pt x="2566" y="5133"/>
                    </a:cubicBezTo>
                    <a:cubicBezTo>
                      <a:pt x="3979" y="5133"/>
                      <a:pt x="5113" y="3979"/>
                      <a:pt x="5113" y="2567"/>
                    </a:cubicBezTo>
                    <a:cubicBezTo>
                      <a:pt x="5113" y="1155"/>
                      <a:pt x="3979" y="1"/>
                      <a:pt x="2566" y="1"/>
                    </a:cubicBezTo>
                    <a:close/>
                  </a:path>
                </a:pathLst>
              </a:custGeom>
              <a:solidFill>
                <a:srgbClr val="FFB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16"/>
              <p:cNvSpPr/>
              <p:nvPr/>
            </p:nvSpPr>
            <p:spPr>
              <a:xfrm>
                <a:off x="193475" y="-693375"/>
                <a:ext cx="128350" cy="128350"/>
              </a:xfrm>
              <a:custGeom>
                <a:avLst/>
                <a:gdLst/>
                <a:ahLst/>
                <a:cxnLst/>
                <a:rect l="l" t="t" r="r" b="b"/>
                <a:pathLst>
                  <a:path w="5134" h="5134" extrusionOk="0">
                    <a:moveTo>
                      <a:pt x="2567" y="1"/>
                    </a:moveTo>
                    <a:cubicBezTo>
                      <a:pt x="1155" y="1"/>
                      <a:pt x="1" y="1155"/>
                      <a:pt x="1" y="2567"/>
                    </a:cubicBezTo>
                    <a:cubicBezTo>
                      <a:pt x="1" y="3979"/>
                      <a:pt x="1155" y="5133"/>
                      <a:pt x="2567" y="5133"/>
                    </a:cubicBezTo>
                    <a:cubicBezTo>
                      <a:pt x="3979" y="5133"/>
                      <a:pt x="5133" y="3979"/>
                      <a:pt x="5133" y="2567"/>
                    </a:cubicBezTo>
                    <a:cubicBezTo>
                      <a:pt x="5133" y="1155"/>
                      <a:pt x="3979" y="1"/>
                      <a:pt x="2567" y="1"/>
                    </a:cubicBezTo>
                    <a:close/>
                  </a:path>
                </a:pathLst>
              </a:custGeom>
              <a:solidFill>
                <a:srgbClr val="FFB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02" name="Google Shape;2402;p16"/>
          <p:cNvSpPr txBox="1">
            <a:spLocks noGrp="1"/>
          </p:cNvSpPr>
          <p:nvPr>
            <p:ph type="title"/>
          </p:nvPr>
        </p:nvSpPr>
        <p:spPr>
          <a:xfrm>
            <a:off x="3790154" y="2514018"/>
            <a:ext cx="4632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03" name="Google Shape;2403;p16"/>
          <p:cNvSpPr txBox="1">
            <a:spLocks noGrp="1"/>
          </p:cNvSpPr>
          <p:nvPr>
            <p:ph type="title" idx="2" hasCustomPrompt="1"/>
          </p:nvPr>
        </p:nvSpPr>
        <p:spPr>
          <a:xfrm>
            <a:off x="5390504" y="1190175"/>
            <a:ext cx="1432200" cy="1188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04" name="Google Shape;2404;p16"/>
          <p:cNvSpPr txBox="1">
            <a:spLocks noGrp="1"/>
          </p:cNvSpPr>
          <p:nvPr>
            <p:ph type="subTitle" idx="1"/>
          </p:nvPr>
        </p:nvSpPr>
        <p:spPr>
          <a:xfrm>
            <a:off x="4668104" y="3335968"/>
            <a:ext cx="2877000" cy="60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_1">
    <p:spTree>
      <p:nvGrpSpPr>
        <p:cNvPr id="1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4" name="Google Shape;2484;p18"/>
          <p:cNvSpPr/>
          <p:nvPr/>
        </p:nvSpPr>
        <p:spPr>
          <a:xfrm>
            <a:off x="-7175" y="4400950"/>
            <a:ext cx="9158700" cy="89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85" name="Google Shape;2485;p18"/>
          <p:cNvGrpSpPr/>
          <p:nvPr/>
        </p:nvGrpSpPr>
        <p:grpSpPr>
          <a:xfrm flipH="1">
            <a:off x="8748255" y="351525"/>
            <a:ext cx="395408" cy="4589441"/>
            <a:chOff x="-36750" y="-31225"/>
            <a:chExt cx="441205" cy="5174700"/>
          </a:xfrm>
        </p:grpSpPr>
        <p:sp>
          <p:nvSpPr>
            <p:cNvPr id="2486" name="Google Shape;2486;p18"/>
            <p:cNvSpPr/>
            <p:nvPr/>
          </p:nvSpPr>
          <p:spPr>
            <a:xfrm>
              <a:off x="-30545" y="-31225"/>
              <a:ext cx="435000" cy="517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18"/>
            <p:cNvSpPr/>
            <p:nvPr/>
          </p:nvSpPr>
          <p:spPr>
            <a:xfrm>
              <a:off x="-30545" y="-31225"/>
              <a:ext cx="291600" cy="5174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18"/>
            <p:cNvSpPr/>
            <p:nvPr/>
          </p:nvSpPr>
          <p:spPr>
            <a:xfrm>
              <a:off x="-36750" y="-31225"/>
              <a:ext cx="167700" cy="517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18"/>
          <p:cNvGrpSpPr/>
          <p:nvPr/>
        </p:nvGrpSpPr>
        <p:grpSpPr>
          <a:xfrm>
            <a:off x="-870" y="444775"/>
            <a:ext cx="395408" cy="4589441"/>
            <a:chOff x="-36750" y="-31225"/>
            <a:chExt cx="441205" cy="5174700"/>
          </a:xfrm>
        </p:grpSpPr>
        <p:sp>
          <p:nvSpPr>
            <p:cNvPr id="2490" name="Google Shape;2490;p18"/>
            <p:cNvSpPr/>
            <p:nvPr/>
          </p:nvSpPr>
          <p:spPr>
            <a:xfrm>
              <a:off x="-30545" y="-31225"/>
              <a:ext cx="435000" cy="517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18"/>
            <p:cNvSpPr/>
            <p:nvPr/>
          </p:nvSpPr>
          <p:spPr>
            <a:xfrm>
              <a:off x="-30545" y="-31225"/>
              <a:ext cx="291600" cy="5174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18"/>
            <p:cNvSpPr/>
            <p:nvPr/>
          </p:nvSpPr>
          <p:spPr>
            <a:xfrm>
              <a:off x="-36750" y="-31225"/>
              <a:ext cx="167700" cy="517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3" name="Google Shape;2493;p18"/>
          <p:cNvGrpSpPr/>
          <p:nvPr/>
        </p:nvGrpSpPr>
        <p:grpSpPr>
          <a:xfrm>
            <a:off x="-417858" y="-823150"/>
            <a:ext cx="9978772" cy="1382075"/>
            <a:chOff x="193475" y="-693375"/>
            <a:chExt cx="7221575" cy="1382075"/>
          </a:xfrm>
        </p:grpSpPr>
        <p:sp>
          <p:nvSpPr>
            <p:cNvPr id="2494" name="Google Shape;2494;p18"/>
            <p:cNvSpPr/>
            <p:nvPr/>
          </p:nvSpPr>
          <p:spPr>
            <a:xfrm>
              <a:off x="363575" y="384325"/>
              <a:ext cx="6883875" cy="304375"/>
            </a:xfrm>
            <a:custGeom>
              <a:avLst/>
              <a:gdLst/>
              <a:ahLst/>
              <a:cxnLst/>
              <a:rect l="l" t="t" r="r" b="b"/>
              <a:pathLst>
                <a:path w="275355" h="12175" extrusionOk="0">
                  <a:moveTo>
                    <a:pt x="0" y="0"/>
                  </a:moveTo>
                  <a:lnTo>
                    <a:pt x="0" y="9390"/>
                  </a:lnTo>
                  <a:lnTo>
                    <a:pt x="0" y="10782"/>
                  </a:lnTo>
                  <a:lnTo>
                    <a:pt x="14522" y="10782"/>
                  </a:lnTo>
                  <a:lnTo>
                    <a:pt x="14522" y="9370"/>
                  </a:lnTo>
                  <a:lnTo>
                    <a:pt x="16869" y="9370"/>
                  </a:lnTo>
                  <a:lnTo>
                    <a:pt x="16869" y="12175"/>
                  </a:lnTo>
                  <a:lnTo>
                    <a:pt x="30913" y="12175"/>
                  </a:lnTo>
                  <a:lnTo>
                    <a:pt x="30913" y="9370"/>
                  </a:lnTo>
                  <a:lnTo>
                    <a:pt x="33261" y="9370"/>
                  </a:lnTo>
                  <a:lnTo>
                    <a:pt x="33261" y="10782"/>
                  </a:lnTo>
                  <a:lnTo>
                    <a:pt x="47782" y="10782"/>
                  </a:lnTo>
                  <a:lnTo>
                    <a:pt x="47782" y="9370"/>
                  </a:lnTo>
                  <a:lnTo>
                    <a:pt x="50110" y="9370"/>
                  </a:lnTo>
                  <a:lnTo>
                    <a:pt x="50110" y="12175"/>
                  </a:lnTo>
                  <a:lnTo>
                    <a:pt x="64632" y="12175"/>
                  </a:lnTo>
                  <a:lnTo>
                    <a:pt x="64632" y="9370"/>
                  </a:lnTo>
                  <a:lnTo>
                    <a:pt x="66979" y="9370"/>
                  </a:lnTo>
                  <a:lnTo>
                    <a:pt x="66979" y="10782"/>
                  </a:lnTo>
                  <a:lnTo>
                    <a:pt x="81023" y="10782"/>
                  </a:lnTo>
                  <a:lnTo>
                    <a:pt x="81023" y="9370"/>
                  </a:lnTo>
                  <a:lnTo>
                    <a:pt x="83370" y="9370"/>
                  </a:lnTo>
                  <a:lnTo>
                    <a:pt x="83370" y="12175"/>
                  </a:lnTo>
                  <a:lnTo>
                    <a:pt x="97892" y="12175"/>
                  </a:lnTo>
                  <a:lnTo>
                    <a:pt x="97892" y="9370"/>
                  </a:lnTo>
                  <a:lnTo>
                    <a:pt x="101174" y="9370"/>
                  </a:lnTo>
                  <a:lnTo>
                    <a:pt x="101174" y="10782"/>
                  </a:lnTo>
                  <a:lnTo>
                    <a:pt x="115656" y="10782"/>
                  </a:lnTo>
                  <a:lnTo>
                    <a:pt x="115656" y="9370"/>
                  </a:lnTo>
                  <a:lnTo>
                    <a:pt x="118481" y="9370"/>
                  </a:lnTo>
                  <a:lnTo>
                    <a:pt x="118481" y="12175"/>
                  </a:lnTo>
                  <a:lnTo>
                    <a:pt x="133460" y="12175"/>
                  </a:lnTo>
                  <a:lnTo>
                    <a:pt x="133460" y="9370"/>
                  </a:lnTo>
                  <a:lnTo>
                    <a:pt x="136285" y="9370"/>
                  </a:lnTo>
                  <a:lnTo>
                    <a:pt x="136285" y="10782"/>
                  </a:lnTo>
                  <a:lnTo>
                    <a:pt x="151722" y="10782"/>
                  </a:lnTo>
                  <a:lnTo>
                    <a:pt x="151722" y="9370"/>
                  </a:lnTo>
                  <a:lnTo>
                    <a:pt x="154527" y="9370"/>
                  </a:lnTo>
                  <a:lnTo>
                    <a:pt x="154527" y="12175"/>
                  </a:lnTo>
                  <a:lnTo>
                    <a:pt x="169048" y="12175"/>
                  </a:lnTo>
                  <a:lnTo>
                    <a:pt x="169048" y="9370"/>
                  </a:lnTo>
                  <a:lnTo>
                    <a:pt x="172331" y="9370"/>
                  </a:lnTo>
                  <a:lnTo>
                    <a:pt x="172331" y="10782"/>
                  </a:lnTo>
                  <a:lnTo>
                    <a:pt x="186852" y="10782"/>
                  </a:lnTo>
                  <a:lnTo>
                    <a:pt x="186852" y="9370"/>
                  </a:lnTo>
                  <a:lnTo>
                    <a:pt x="190115" y="9370"/>
                  </a:lnTo>
                  <a:lnTo>
                    <a:pt x="190115" y="12175"/>
                  </a:lnTo>
                  <a:lnTo>
                    <a:pt x="204636" y="12175"/>
                  </a:lnTo>
                  <a:lnTo>
                    <a:pt x="204636" y="9370"/>
                  </a:lnTo>
                  <a:lnTo>
                    <a:pt x="207441" y="9370"/>
                  </a:lnTo>
                  <a:lnTo>
                    <a:pt x="207441" y="12175"/>
                  </a:lnTo>
                  <a:lnTo>
                    <a:pt x="222440" y="12175"/>
                  </a:lnTo>
                  <a:lnTo>
                    <a:pt x="222440" y="9370"/>
                  </a:lnTo>
                  <a:lnTo>
                    <a:pt x="225722" y="9370"/>
                  </a:lnTo>
                  <a:lnTo>
                    <a:pt x="225722" y="10782"/>
                  </a:lnTo>
                  <a:lnTo>
                    <a:pt x="240224" y="10782"/>
                  </a:lnTo>
                  <a:lnTo>
                    <a:pt x="240224" y="9370"/>
                  </a:lnTo>
                  <a:lnTo>
                    <a:pt x="243507" y="9370"/>
                  </a:lnTo>
                  <a:lnTo>
                    <a:pt x="243507" y="12175"/>
                  </a:lnTo>
                  <a:lnTo>
                    <a:pt x="257551" y="12175"/>
                  </a:lnTo>
                  <a:lnTo>
                    <a:pt x="257551" y="9370"/>
                  </a:lnTo>
                  <a:lnTo>
                    <a:pt x="260833" y="9370"/>
                  </a:lnTo>
                  <a:lnTo>
                    <a:pt x="260833" y="10782"/>
                  </a:lnTo>
                  <a:lnTo>
                    <a:pt x="275355" y="10782"/>
                  </a:lnTo>
                  <a:lnTo>
                    <a:pt x="2753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18"/>
            <p:cNvSpPr/>
            <p:nvPr/>
          </p:nvSpPr>
          <p:spPr>
            <a:xfrm>
              <a:off x="363575" y="-634175"/>
              <a:ext cx="6695900" cy="1158775"/>
            </a:xfrm>
            <a:custGeom>
              <a:avLst/>
              <a:gdLst/>
              <a:ahLst/>
              <a:cxnLst/>
              <a:rect l="l" t="t" r="r" b="b"/>
              <a:pathLst>
                <a:path w="267836" h="46351" extrusionOk="0">
                  <a:moveTo>
                    <a:pt x="0" y="0"/>
                  </a:moveTo>
                  <a:lnTo>
                    <a:pt x="0" y="46350"/>
                  </a:lnTo>
                  <a:lnTo>
                    <a:pt x="267835" y="46350"/>
                  </a:lnTo>
                  <a:lnTo>
                    <a:pt x="26783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18"/>
            <p:cNvSpPr/>
            <p:nvPr/>
          </p:nvSpPr>
          <p:spPr>
            <a:xfrm>
              <a:off x="363575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18"/>
            <p:cNvSpPr/>
            <p:nvPr/>
          </p:nvSpPr>
          <p:spPr>
            <a:xfrm>
              <a:off x="4341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18"/>
            <p:cNvSpPr/>
            <p:nvPr/>
          </p:nvSpPr>
          <p:spPr>
            <a:xfrm>
              <a:off x="785300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044" y="49155"/>
                  </a:lnTo>
                  <a:lnTo>
                    <a:pt x="14044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18"/>
            <p:cNvSpPr/>
            <p:nvPr/>
          </p:nvSpPr>
          <p:spPr>
            <a:xfrm>
              <a:off x="867350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480" y="49155"/>
                  </a:lnTo>
                  <a:lnTo>
                    <a:pt x="7480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18"/>
            <p:cNvSpPr/>
            <p:nvPr/>
          </p:nvSpPr>
          <p:spPr>
            <a:xfrm>
              <a:off x="119507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8"/>
            <p:cNvSpPr/>
            <p:nvPr/>
          </p:nvSpPr>
          <p:spPr>
            <a:xfrm>
              <a:off x="1277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7957" y="47782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18"/>
            <p:cNvSpPr/>
            <p:nvPr/>
          </p:nvSpPr>
          <p:spPr>
            <a:xfrm>
              <a:off x="1616300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3" y="49155"/>
                  </a:lnTo>
                  <a:lnTo>
                    <a:pt x="14523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18"/>
            <p:cNvSpPr/>
            <p:nvPr/>
          </p:nvSpPr>
          <p:spPr>
            <a:xfrm>
              <a:off x="1698375" y="-634175"/>
              <a:ext cx="210875" cy="1228900"/>
            </a:xfrm>
            <a:custGeom>
              <a:avLst/>
              <a:gdLst/>
              <a:ahLst/>
              <a:cxnLst/>
              <a:rect l="l" t="t" r="r" b="b"/>
              <a:pathLst>
                <a:path w="843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35" y="49155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18"/>
            <p:cNvSpPr/>
            <p:nvPr/>
          </p:nvSpPr>
          <p:spPr>
            <a:xfrm>
              <a:off x="2038025" y="-634175"/>
              <a:ext cx="351150" cy="1194575"/>
            </a:xfrm>
            <a:custGeom>
              <a:avLst/>
              <a:gdLst/>
              <a:ahLst/>
              <a:cxnLst/>
              <a:rect l="l" t="t" r="r" b="b"/>
              <a:pathLst>
                <a:path w="1404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045" y="47782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18"/>
            <p:cNvSpPr/>
            <p:nvPr/>
          </p:nvSpPr>
          <p:spPr>
            <a:xfrm>
              <a:off x="2108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18"/>
            <p:cNvSpPr/>
            <p:nvPr/>
          </p:nvSpPr>
          <p:spPr>
            <a:xfrm>
              <a:off x="24478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8"/>
            <p:cNvSpPr/>
            <p:nvPr/>
          </p:nvSpPr>
          <p:spPr>
            <a:xfrm>
              <a:off x="25293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18"/>
            <p:cNvSpPr/>
            <p:nvPr/>
          </p:nvSpPr>
          <p:spPr>
            <a:xfrm>
              <a:off x="28929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18"/>
            <p:cNvSpPr/>
            <p:nvPr/>
          </p:nvSpPr>
          <p:spPr>
            <a:xfrm>
              <a:off x="29739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18"/>
            <p:cNvSpPr/>
            <p:nvPr/>
          </p:nvSpPr>
          <p:spPr>
            <a:xfrm>
              <a:off x="3325600" y="-634175"/>
              <a:ext cx="374500" cy="1228900"/>
            </a:xfrm>
            <a:custGeom>
              <a:avLst/>
              <a:gdLst/>
              <a:ahLst/>
              <a:cxnLst/>
              <a:rect l="l" t="t" r="r" b="b"/>
              <a:pathLst>
                <a:path w="1498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79" y="49155"/>
                  </a:lnTo>
                  <a:lnTo>
                    <a:pt x="1497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18"/>
            <p:cNvSpPr/>
            <p:nvPr/>
          </p:nvSpPr>
          <p:spPr>
            <a:xfrm>
              <a:off x="3407650" y="-634175"/>
              <a:ext cx="210375" cy="1228900"/>
            </a:xfrm>
            <a:custGeom>
              <a:avLst/>
              <a:gdLst/>
              <a:ahLst/>
              <a:cxnLst/>
              <a:rect l="l" t="t" r="r" b="b"/>
              <a:pathLst>
                <a:path w="841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15" y="49155"/>
                  </a:lnTo>
                  <a:lnTo>
                    <a:pt x="841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18"/>
            <p:cNvSpPr/>
            <p:nvPr/>
          </p:nvSpPr>
          <p:spPr>
            <a:xfrm>
              <a:off x="3770675" y="-634175"/>
              <a:ext cx="385950" cy="1194575"/>
            </a:xfrm>
            <a:custGeom>
              <a:avLst/>
              <a:gdLst/>
              <a:ahLst/>
              <a:cxnLst/>
              <a:rect l="l" t="t" r="r" b="b"/>
              <a:pathLst>
                <a:path w="1543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5438" y="47782"/>
                  </a:lnTo>
                  <a:lnTo>
                    <a:pt x="15438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8"/>
            <p:cNvSpPr/>
            <p:nvPr/>
          </p:nvSpPr>
          <p:spPr>
            <a:xfrm>
              <a:off x="38641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18"/>
            <p:cNvSpPr/>
            <p:nvPr/>
          </p:nvSpPr>
          <p:spPr>
            <a:xfrm>
              <a:off x="42267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18"/>
            <p:cNvSpPr/>
            <p:nvPr/>
          </p:nvSpPr>
          <p:spPr>
            <a:xfrm>
              <a:off x="4308775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481" y="49155"/>
                  </a:lnTo>
                  <a:lnTo>
                    <a:pt x="748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18"/>
            <p:cNvSpPr/>
            <p:nvPr/>
          </p:nvSpPr>
          <p:spPr>
            <a:xfrm>
              <a:off x="46718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18"/>
            <p:cNvSpPr/>
            <p:nvPr/>
          </p:nvSpPr>
          <p:spPr>
            <a:xfrm>
              <a:off x="47419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18"/>
            <p:cNvSpPr/>
            <p:nvPr/>
          </p:nvSpPr>
          <p:spPr>
            <a:xfrm>
              <a:off x="51164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18"/>
            <p:cNvSpPr/>
            <p:nvPr/>
          </p:nvSpPr>
          <p:spPr>
            <a:xfrm>
              <a:off x="51984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18"/>
            <p:cNvSpPr/>
            <p:nvPr/>
          </p:nvSpPr>
          <p:spPr>
            <a:xfrm>
              <a:off x="5549600" y="-634175"/>
              <a:ext cx="375000" cy="1228900"/>
            </a:xfrm>
            <a:custGeom>
              <a:avLst/>
              <a:gdLst/>
              <a:ahLst/>
              <a:cxnLst/>
              <a:rect l="l" t="t" r="r" b="b"/>
              <a:pathLst>
                <a:path w="1500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99" y="49155"/>
                  </a:lnTo>
                  <a:lnTo>
                    <a:pt x="1499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18"/>
            <p:cNvSpPr/>
            <p:nvPr/>
          </p:nvSpPr>
          <p:spPr>
            <a:xfrm>
              <a:off x="5631650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957" y="49155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8"/>
            <p:cNvSpPr/>
            <p:nvPr/>
          </p:nvSpPr>
          <p:spPr>
            <a:xfrm>
              <a:off x="60066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18"/>
            <p:cNvSpPr/>
            <p:nvPr/>
          </p:nvSpPr>
          <p:spPr>
            <a:xfrm>
              <a:off x="60767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18"/>
            <p:cNvSpPr/>
            <p:nvPr/>
          </p:nvSpPr>
          <p:spPr>
            <a:xfrm>
              <a:off x="6451225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045" y="49155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8"/>
            <p:cNvSpPr/>
            <p:nvPr/>
          </p:nvSpPr>
          <p:spPr>
            <a:xfrm>
              <a:off x="6532775" y="-634175"/>
              <a:ext cx="187525" cy="1228900"/>
            </a:xfrm>
            <a:custGeom>
              <a:avLst/>
              <a:gdLst/>
              <a:ahLst/>
              <a:cxnLst/>
              <a:rect l="l" t="t" r="r" b="b"/>
              <a:pathLst>
                <a:path w="750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501" y="49155"/>
                  </a:lnTo>
                  <a:lnTo>
                    <a:pt x="750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18"/>
            <p:cNvSpPr/>
            <p:nvPr/>
          </p:nvSpPr>
          <p:spPr>
            <a:xfrm>
              <a:off x="6884400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18"/>
            <p:cNvSpPr/>
            <p:nvPr/>
          </p:nvSpPr>
          <p:spPr>
            <a:xfrm>
              <a:off x="69783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18"/>
            <p:cNvSpPr/>
            <p:nvPr/>
          </p:nvSpPr>
          <p:spPr>
            <a:xfrm>
              <a:off x="211400" y="-634175"/>
              <a:ext cx="7094250" cy="25"/>
            </a:xfrm>
            <a:custGeom>
              <a:avLst/>
              <a:gdLst/>
              <a:ahLst/>
              <a:cxnLst/>
              <a:rect l="l" t="t" r="r" b="b"/>
              <a:pathLst>
                <a:path w="283770" h="1" fill="none" extrusionOk="0">
                  <a:moveTo>
                    <a:pt x="0" y="0"/>
                  </a:moveTo>
                  <a:lnTo>
                    <a:pt x="283769" y="0"/>
                  </a:lnTo>
                </a:path>
              </a:pathLst>
            </a:custGeom>
            <a:noFill/>
            <a:ln w="46750" cap="flat" cmpd="sng">
              <a:solidFill>
                <a:srgbClr val="FFB726"/>
              </a:solidFill>
              <a:prstDash val="solid"/>
              <a:miter lim="198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18"/>
            <p:cNvSpPr/>
            <p:nvPr/>
          </p:nvSpPr>
          <p:spPr>
            <a:xfrm>
              <a:off x="7287225" y="-693375"/>
              <a:ext cx="127825" cy="128350"/>
            </a:xfrm>
            <a:custGeom>
              <a:avLst/>
              <a:gdLst/>
              <a:ahLst/>
              <a:cxnLst/>
              <a:rect l="l" t="t" r="r" b="b"/>
              <a:pathLst>
                <a:path w="5113" h="5134" extrusionOk="0">
                  <a:moveTo>
                    <a:pt x="2566" y="1"/>
                  </a:moveTo>
                  <a:cubicBezTo>
                    <a:pt x="1134" y="1"/>
                    <a:pt x="0" y="1155"/>
                    <a:pt x="0" y="2567"/>
                  </a:cubicBezTo>
                  <a:cubicBezTo>
                    <a:pt x="0" y="3979"/>
                    <a:pt x="1134" y="5133"/>
                    <a:pt x="2566" y="5133"/>
                  </a:cubicBezTo>
                  <a:cubicBezTo>
                    <a:pt x="3979" y="5133"/>
                    <a:pt x="5113" y="3979"/>
                    <a:pt x="5113" y="2567"/>
                  </a:cubicBezTo>
                  <a:cubicBezTo>
                    <a:pt x="5113" y="1155"/>
                    <a:pt x="3979" y="1"/>
                    <a:pt x="2566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8"/>
            <p:cNvSpPr/>
            <p:nvPr/>
          </p:nvSpPr>
          <p:spPr>
            <a:xfrm>
              <a:off x="193475" y="-693375"/>
              <a:ext cx="128350" cy="128350"/>
            </a:xfrm>
            <a:custGeom>
              <a:avLst/>
              <a:gdLst/>
              <a:ahLst/>
              <a:cxnLst/>
              <a:rect l="l" t="t" r="r" b="b"/>
              <a:pathLst>
                <a:path w="5134" h="5134" extrusionOk="0">
                  <a:moveTo>
                    <a:pt x="2567" y="1"/>
                  </a:moveTo>
                  <a:cubicBezTo>
                    <a:pt x="1155" y="1"/>
                    <a:pt x="1" y="1155"/>
                    <a:pt x="1" y="2567"/>
                  </a:cubicBezTo>
                  <a:cubicBezTo>
                    <a:pt x="1" y="3979"/>
                    <a:pt x="1155" y="5133"/>
                    <a:pt x="2567" y="5133"/>
                  </a:cubicBezTo>
                  <a:cubicBezTo>
                    <a:pt x="3979" y="5133"/>
                    <a:pt x="5133" y="3979"/>
                    <a:pt x="5133" y="2567"/>
                  </a:cubicBezTo>
                  <a:cubicBezTo>
                    <a:pt x="5133" y="1155"/>
                    <a:pt x="3979" y="1"/>
                    <a:pt x="2567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1" name="Google Shape;2531;p18"/>
          <p:cNvGrpSpPr/>
          <p:nvPr/>
        </p:nvGrpSpPr>
        <p:grpSpPr>
          <a:xfrm>
            <a:off x="-20" y="4613271"/>
            <a:ext cx="9143683" cy="1629094"/>
            <a:chOff x="429225" y="4417075"/>
            <a:chExt cx="6749600" cy="1202550"/>
          </a:xfrm>
        </p:grpSpPr>
        <p:sp>
          <p:nvSpPr>
            <p:cNvPr id="2532" name="Google Shape;2532;p18"/>
            <p:cNvSpPr/>
            <p:nvPr/>
          </p:nvSpPr>
          <p:spPr>
            <a:xfrm>
              <a:off x="1901275" y="5022325"/>
              <a:ext cx="3806000" cy="502300"/>
            </a:xfrm>
            <a:custGeom>
              <a:avLst/>
              <a:gdLst/>
              <a:ahLst/>
              <a:cxnLst/>
              <a:rect l="l" t="t" r="r" b="b"/>
              <a:pathLst>
                <a:path w="152240" h="20092" extrusionOk="0">
                  <a:moveTo>
                    <a:pt x="0" y="0"/>
                  </a:moveTo>
                  <a:lnTo>
                    <a:pt x="0" y="20092"/>
                  </a:lnTo>
                  <a:lnTo>
                    <a:pt x="152239" y="20092"/>
                  </a:lnTo>
                  <a:lnTo>
                    <a:pt x="152239" y="0"/>
                  </a:lnTo>
                  <a:close/>
                </a:path>
              </a:pathLst>
            </a:custGeom>
            <a:solidFill>
              <a:srgbClr val="C3C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18"/>
            <p:cNvSpPr/>
            <p:nvPr/>
          </p:nvSpPr>
          <p:spPr>
            <a:xfrm>
              <a:off x="429225" y="4417075"/>
              <a:ext cx="650000" cy="553050"/>
            </a:xfrm>
            <a:custGeom>
              <a:avLst/>
              <a:gdLst/>
              <a:ahLst/>
              <a:cxnLst/>
              <a:rect l="l" t="t" r="r" b="b"/>
              <a:pathLst>
                <a:path w="26000" h="22122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18"/>
            <p:cNvSpPr/>
            <p:nvPr/>
          </p:nvSpPr>
          <p:spPr>
            <a:xfrm>
              <a:off x="4297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2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18"/>
            <p:cNvSpPr/>
            <p:nvPr/>
          </p:nvSpPr>
          <p:spPr>
            <a:xfrm>
              <a:off x="9449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8"/>
            <p:cNvSpPr/>
            <p:nvPr/>
          </p:nvSpPr>
          <p:spPr>
            <a:xfrm>
              <a:off x="4297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3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8"/>
            <p:cNvSpPr/>
            <p:nvPr/>
          </p:nvSpPr>
          <p:spPr>
            <a:xfrm>
              <a:off x="4302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9" y="20828"/>
                  </a:lnTo>
                  <a:lnTo>
                    <a:pt x="24489" y="6088"/>
                  </a:lnTo>
                  <a:cubicBezTo>
                    <a:pt x="2446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8"/>
            <p:cNvSpPr/>
            <p:nvPr/>
          </p:nvSpPr>
          <p:spPr>
            <a:xfrm>
              <a:off x="1191600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8"/>
            <p:cNvSpPr/>
            <p:nvPr/>
          </p:nvSpPr>
          <p:spPr>
            <a:xfrm>
              <a:off x="11926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8"/>
            <p:cNvSpPr/>
            <p:nvPr/>
          </p:nvSpPr>
          <p:spPr>
            <a:xfrm>
              <a:off x="17078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8"/>
            <p:cNvSpPr/>
            <p:nvPr/>
          </p:nvSpPr>
          <p:spPr>
            <a:xfrm>
              <a:off x="1192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09" y="0"/>
                  </a:moveTo>
                  <a:cubicBezTo>
                    <a:pt x="75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5" y="4158"/>
                  </a:cubicBezTo>
                  <a:cubicBezTo>
                    <a:pt x="7221" y="3263"/>
                    <a:pt x="4476" y="1850"/>
                    <a:pt x="200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8"/>
            <p:cNvSpPr/>
            <p:nvPr/>
          </p:nvSpPr>
          <p:spPr>
            <a:xfrm>
              <a:off x="11926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08" y="160"/>
                  </a:cubicBezTo>
                  <a:lnTo>
                    <a:pt x="1824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88" y="2726"/>
                    <a:pt x="2174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8"/>
            <p:cNvSpPr/>
            <p:nvPr/>
          </p:nvSpPr>
          <p:spPr>
            <a:xfrm>
              <a:off x="1954475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1" y="22121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8"/>
            <p:cNvSpPr/>
            <p:nvPr/>
          </p:nvSpPr>
          <p:spPr>
            <a:xfrm>
              <a:off x="195447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8"/>
            <p:cNvSpPr/>
            <p:nvPr/>
          </p:nvSpPr>
          <p:spPr>
            <a:xfrm>
              <a:off x="24702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8"/>
            <p:cNvSpPr/>
            <p:nvPr/>
          </p:nvSpPr>
          <p:spPr>
            <a:xfrm>
              <a:off x="195447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18"/>
            <p:cNvSpPr/>
            <p:nvPr/>
          </p:nvSpPr>
          <p:spPr>
            <a:xfrm>
              <a:off x="19544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8"/>
            <p:cNvSpPr/>
            <p:nvPr/>
          </p:nvSpPr>
          <p:spPr>
            <a:xfrm>
              <a:off x="271687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8"/>
            <p:cNvSpPr/>
            <p:nvPr/>
          </p:nvSpPr>
          <p:spPr>
            <a:xfrm>
              <a:off x="27168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8"/>
            <p:cNvSpPr/>
            <p:nvPr/>
          </p:nvSpPr>
          <p:spPr>
            <a:xfrm>
              <a:off x="32326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8"/>
            <p:cNvSpPr/>
            <p:nvPr/>
          </p:nvSpPr>
          <p:spPr>
            <a:xfrm>
              <a:off x="271687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6" y="4158"/>
                  </a:cubicBezTo>
                  <a:cubicBezTo>
                    <a:pt x="7221" y="3263"/>
                    <a:pt x="4476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8"/>
            <p:cNvSpPr/>
            <p:nvPr/>
          </p:nvSpPr>
          <p:spPr>
            <a:xfrm>
              <a:off x="271737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68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8"/>
            <p:cNvSpPr/>
            <p:nvPr/>
          </p:nvSpPr>
          <p:spPr>
            <a:xfrm>
              <a:off x="347975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8"/>
            <p:cNvSpPr/>
            <p:nvPr/>
          </p:nvSpPr>
          <p:spPr>
            <a:xfrm>
              <a:off x="3479250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80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8"/>
            <p:cNvSpPr/>
            <p:nvPr/>
          </p:nvSpPr>
          <p:spPr>
            <a:xfrm>
              <a:off x="399497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8"/>
            <p:cNvSpPr/>
            <p:nvPr/>
          </p:nvSpPr>
          <p:spPr>
            <a:xfrm>
              <a:off x="3479250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3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86" y="4158"/>
                  </a:cubicBezTo>
                  <a:cubicBezTo>
                    <a:pt x="7242" y="3263"/>
                    <a:pt x="4477" y="1850"/>
                    <a:pt x="203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8"/>
            <p:cNvSpPr/>
            <p:nvPr/>
          </p:nvSpPr>
          <p:spPr>
            <a:xfrm>
              <a:off x="34792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8"/>
            <p:cNvSpPr/>
            <p:nvPr/>
          </p:nvSpPr>
          <p:spPr>
            <a:xfrm>
              <a:off x="652880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18"/>
            <p:cNvSpPr/>
            <p:nvPr/>
          </p:nvSpPr>
          <p:spPr>
            <a:xfrm>
              <a:off x="65661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18"/>
            <p:cNvSpPr/>
            <p:nvPr/>
          </p:nvSpPr>
          <p:spPr>
            <a:xfrm>
              <a:off x="65288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8"/>
            <p:cNvSpPr/>
            <p:nvPr/>
          </p:nvSpPr>
          <p:spPr>
            <a:xfrm>
              <a:off x="6566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6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33" y="1134"/>
                    <a:pt x="22479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18"/>
            <p:cNvSpPr/>
            <p:nvPr/>
          </p:nvSpPr>
          <p:spPr>
            <a:xfrm>
              <a:off x="6566600" y="4449400"/>
              <a:ext cx="611725" cy="520725"/>
            </a:xfrm>
            <a:custGeom>
              <a:avLst/>
              <a:gdLst/>
              <a:ahLst/>
              <a:cxnLst/>
              <a:rect l="l" t="t" r="r" b="b"/>
              <a:pathLst>
                <a:path w="2446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00" y="20828"/>
                  </a:lnTo>
                  <a:lnTo>
                    <a:pt x="200" y="6207"/>
                  </a:lnTo>
                  <a:cubicBezTo>
                    <a:pt x="200" y="2885"/>
                    <a:pt x="2885" y="160"/>
                    <a:pt x="6207" y="160"/>
                  </a:cubicBezTo>
                  <a:lnTo>
                    <a:pt x="18461" y="160"/>
                  </a:lnTo>
                  <a:cubicBezTo>
                    <a:pt x="21763" y="160"/>
                    <a:pt x="24469" y="2885"/>
                    <a:pt x="24469" y="6207"/>
                  </a:cubicBezTo>
                  <a:lnTo>
                    <a:pt x="24469" y="6088"/>
                  </a:lnTo>
                  <a:cubicBezTo>
                    <a:pt x="24469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18"/>
            <p:cNvSpPr/>
            <p:nvPr/>
          </p:nvSpPr>
          <p:spPr>
            <a:xfrm>
              <a:off x="5766425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8"/>
            <p:cNvSpPr/>
            <p:nvPr/>
          </p:nvSpPr>
          <p:spPr>
            <a:xfrm>
              <a:off x="580322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8"/>
                  </a:lnTo>
                  <a:cubicBezTo>
                    <a:pt x="2452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8"/>
            <p:cNvSpPr/>
            <p:nvPr/>
          </p:nvSpPr>
          <p:spPr>
            <a:xfrm>
              <a:off x="57664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18"/>
            <p:cNvSpPr/>
            <p:nvPr/>
          </p:nvSpPr>
          <p:spPr>
            <a:xfrm>
              <a:off x="580372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2479" y="0"/>
                  </a:moveTo>
                  <a:cubicBezTo>
                    <a:pt x="2003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508" y="19276"/>
                  </a:lnTo>
                  <a:lnTo>
                    <a:pt x="24508" y="4536"/>
                  </a:lnTo>
                  <a:cubicBezTo>
                    <a:pt x="2450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18"/>
            <p:cNvSpPr/>
            <p:nvPr/>
          </p:nvSpPr>
          <p:spPr>
            <a:xfrm>
              <a:off x="58037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45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508" y="2885"/>
                    <a:pt x="24508" y="6207"/>
                  </a:cubicBezTo>
                  <a:lnTo>
                    <a:pt x="24508" y="6088"/>
                  </a:lnTo>
                  <a:cubicBezTo>
                    <a:pt x="24508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18"/>
            <p:cNvSpPr/>
            <p:nvPr/>
          </p:nvSpPr>
          <p:spPr>
            <a:xfrm>
              <a:off x="500402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18"/>
            <p:cNvSpPr/>
            <p:nvPr/>
          </p:nvSpPr>
          <p:spPr>
            <a:xfrm>
              <a:off x="50413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18"/>
            <p:cNvSpPr/>
            <p:nvPr/>
          </p:nvSpPr>
          <p:spPr>
            <a:xfrm>
              <a:off x="50040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18"/>
            <p:cNvSpPr/>
            <p:nvPr/>
          </p:nvSpPr>
          <p:spPr>
            <a:xfrm>
              <a:off x="504182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4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18"/>
            <p:cNvSpPr/>
            <p:nvPr/>
          </p:nvSpPr>
          <p:spPr>
            <a:xfrm>
              <a:off x="504132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8" y="1"/>
                  </a:moveTo>
                  <a:cubicBezTo>
                    <a:pt x="2726" y="1"/>
                    <a:pt x="21" y="2726"/>
                    <a:pt x="1" y="6088"/>
                  </a:cubicBezTo>
                  <a:lnTo>
                    <a:pt x="1" y="20828"/>
                  </a:lnTo>
                  <a:lnTo>
                    <a:pt x="220" y="20828"/>
                  </a:lnTo>
                  <a:lnTo>
                    <a:pt x="220" y="6207"/>
                  </a:lnTo>
                  <a:cubicBezTo>
                    <a:pt x="220" y="2885"/>
                    <a:pt x="2905" y="160"/>
                    <a:pt x="6227" y="160"/>
                  </a:cubicBezTo>
                  <a:lnTo>
                    <a:pt x="18461" y="160"/>
                  </a:lnTo>
                  <a:cubicBezTo>
                    <a:pt x="21783" y="160"/>
                    <a:pt x="24489" y="2885"/>
                    <a:pt x="24489" y="6207"/>
                  </a:cubicBezTo>
                  <a:lnTo>
                    <a:pt x="24489" y="6088"/>
                  </a:lnTo>
                  <a:cubicBezTo>
                    <a:pt x="2448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18"/>
            <p:cNvSpPr/>
            <p:nvPr/>
          </p:nvSpPr>
          <p:spPr>
            <a:xfrm>
              <a:off x="4241650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18"/>
            <p:cNvSpPr/>
            <p:nvPr/>
          </p:nvSpPr>
          <p:spPr>
            <a:xfrm>
              <a:off x="42784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18"/>
            <p:cNvSpPr/>
            <p:nvPr/>
          </p:nvSpPr>
          <p:spPr>
            <a:xfrm>
              <a:off x="424165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18"/>
            <p:cNvSpPr/>
            <p:nvPr/>
          </p:nvSpPr>
          <p:spPr>
            <a:xfrm>
              <a:off x="427895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4536"/>
                  </a:lnTo>
                  <a:cubicBezTo>
                    <a:pt x="2448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18"/>
            <p:cNvSpPr/>
            <p:nvPr/>
          </p:nvSpPr>
          <p:spPr>
            <a:xfrm>
              <a:off x="427895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7" y="1"/>
                  </a:moveTo>
                  <a:cubicBezTo>
                    <a:pt x="274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488" y="2885"/>
                    <a:pt x="24488" y="6207"/>
                  </a:cubicBezTo>
                  <a:lnTo>
                    <a:pt x="24488" y="6088"/>
                  </a:lnTo>
                  <a:cubicBezTo>
                    <a:pt x="2448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18"/>
            <p:cNvSpPr/>
            <p:nvPr/>
          </p:nvSpPr>
          <p:spPr>
            <a:xfrm>
              <a:off x="810650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18"/>
            <p:cNvSpPr/>
            <p:nvPr/>
          </p:nvSpPr>
          <p:spPr>
            <a:xfrm>
              <a:off x="81065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08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18"/>
            <p:cNvSpPr/>
            <p:nvPr/>
          </p:nvSpPr>
          <p:spPr>
            <a:xfrm>
              <a:off x="1326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73" y="1017"/>
                    <a:pt x="4886" y="1406"/>
                    <a:pt x="4527" y="1406"/>
                  </a:cubicBezTo>
                  <a:cubicBezTo>
                    <a:pt x="4358" y="1406"/>
                    <a:pt x="4152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18"/>
            <p:cNvSpPr/>
            <p:nvPr/>
          </p:nvSpPr>
          <p:spPr>
            <a:xfrm>
              <a:off x="8106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1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53" y="5709"/>
                    <a:pt x="14880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18"/>
            <p:cNvSpPr/>
            <p:nvPr/>
          </p:nvSpPr>
          <p:spPr>
            <a:xfrm>
              <a:off x="811150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6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469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18"/>
            <p:cNvSpPr/>
            <p:nvPr/>
          </p:nvSpPr>
          <p:spPr>
            <a:xfrm>
              <a:off x="1573050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18"/>
            <p:cNvSpPr/>
            <p:nvPr/>
          </p:nvSpPr>
          <p:spPr>
            <a:xfrm>
              <a:off x="157355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18"/>
            <p:cNvSpPr/>
            <p:nvPr/>
          </p:nvSpPr>
          <p:spPr>
            <a:xfrm>
              <a:off x="20887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87" y="1017"/>
                    <a:pt x="4904" y="1406"/>
                    <a:pt x="4540" y="1406"/>
                  </a:cubicBezTo>
                  <a:cubicBezTo>
                    <a:pt x="4369" y="1406"/>
                    <a:pt x="4159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18"/>
            <p:cNvSpPr/>
            <p:nvPr/>
          </p:nvSpPr>
          <p:spPr>
            <a:xfrm>
              <a:off x="1573550" y="46935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2" y="5690"/>
                    <a:pt x="14860" y="5571"/>
                    <a:pt x="10165" y="4159"/>
                  </a:cubicBezTo>
                  <a:cubicBezTo>
                    <a:pt x="7241" y="326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18"/>
            <p:cNvSpPr/>
            <p:nvPr/>
          </p:nvSpPr>
          <p:spPr>
            <a:xfrm>
              <a:off x="1573550" y="4654800"/>
              <a:ext cx="612200" cy="521200"/>
            </a:xfrm>
            <a:custGeom>
              <a:avLst/>
              <a:gdLst/>
              <a:ahLst/>
              <a:cxnLst/>
              <a:rect l="l" t="t" r="r" b="b"/>
              <a:pathLst>
                <a:path w="24488" h="20848" extrusionOk="0">
                  <a:moveTo>
                    <a:pt x="6067" y="0"/>
                  </a:moveTo>
                  <a:cubicBezTo>
                    <a:pt x="2706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06" y="179"/>
                    <a:pt x="600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18"/>
            <p:cNvSpPr/>
            <p:nvPr/>
          </p:nvSpPr>
          <p:spPr>
            <a:xfrm>
              <a:off x="2335925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18"/>
            <p:cNvSpPr/>
            <p:nvPr/>
          </p:nvSpPr>
          <p:spPr>
            <a:xfrm>
              <a:off x="233592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18"/>
            <p:cNvSpPr/>
            <p:nvPr/>
          </p:nvSpPr>
          <p:spPr>
            <a:xfrm>
              <a:off x="28516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87" y="1017"/>
                    <a:pt x="4904" y="1406"/>
                    <a:pt x="4539" y="1406"/>
                  </a:cubicBezTo>
                  <a:cubicBezTo>
                    <a:pt x="4369" y="1406"/>
                    <a:pt x="4159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8"/>
            <p:cNvSpPr/>
            <p:nvPr/>
          </p:nvSpPr>
          <p:spPr>
            <a:xfrm>
              <a:off x="233592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17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3" y="5690"/>
                    <a:pt x="14860" y="5571"/>
                    <a:pt x="10166" y="4159"/>
                  </a:cubicBezTo>
                  <a:cubicBezTo>
                    <a:pt x="7222" y="326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8"/>
            <p:cNvSpPr/>
            <p:nvPr/>
          </p:nvSpPr>
          <p:spPr>
            <a:xfrm>
              <a:off x="2335925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68" y="0"/>
                  </a:moveTo>
                  <a:cubicBezTo>
                    <a:pt x="270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8"/>
            <p:cNvSpPr/>
            <p:nvPr/>
          </p:nvSpPr>
          <p:spPr>
            <a:xfrm>
              <a:off x="3097825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8"/>
            <p:cNvSpPr/>
            <p:nvPr/>
          </p:nvSpPr>
          <p:spPr>
            <a:xfrm>
              <a:off x="309782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8"/>
            <p:cNvSpPr/>
            <p:nvPr/>
          </p:nvSpPr>
          <p:spPr>
            <a:xfrm>
              <a:off x="361402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74" y="1017"/>
                    <a:pt x="4886" y="1406"/>
                    <a:pt x="4527" y="1406"/>
                  </a:cubicBezTo>
                  <a:cubicBezTo>
                    <a:pt x="4359" y="1406"/>
                    <a:pt x="4153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8"/>
            <p:cNvSpPr/>
            <p:nvPr/>
          </p:nvSpPr>
          <p:spPr>
            <a:xfrm>
              <a:off x="3098325" y="46935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60"/>
                  </a:lnTo>
                  <a:cubicBezTo>
                    <a:pt x="20052" y="5690"/>
                    <a:pt x="14880" y="5571"/>
                    <a:pt x="10185" y="4159"/>
                  </a:cubicBezTo>
                  <a:cubicBezTo>
                    <a:pt x="7241" y="3263"/>
                    <a:pt x="4476" y="183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8"/>
            <p:cNvSpPr/>
            <p:nvPr/>
          </p:nvSpPr>
          <p:spPr>
            <a:xfrm>
              <a:off x="309832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06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25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50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8"/>
            <p:cNvSpPr/>
            <p:nvPr/>
          </p:nvSpPr>
          <p:spPr>
            <a:xfrm>
              <a:off x="6147875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8"/>
            <p:cNvSpPr/>
            <p:nvPr/>
          </p:nvSpPr>
          <p:spPr>
            <a:xfrm>
              <a:off x="618417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10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8"/>
            <p:cNvSpPr/>
            <p:nvPr/>
          </p:nvSpPr>
          <p:spPr>
            <a:xfrm>
              <a:off x="6147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3" y="1320"/>
                    <a:pt x="1002" y="1406"/>
                    <a:pt x="832" y="1406"/>
                  </a:cubicBezTo>
                  <a:cubicBezTo>
                    <a:pt x="468" y="1406"/>
                    <a:pt x="285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18"/>
            <p:cNvSpPr/>
            <p:nvPr/>
          </p:nvSpPr>
          <p:spPr>
            <a:xfrm>
              <a:off x="61851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80" y="0"/>
                  </a:moveTo>
                  <a:cubicBezTo>
                    <a:pt x="20013" y="1850"/>
                    <a:pt x="17248" y="3263"/>
                    <a:pt x="14324" y="4158"/>
                  </a:cubicBezTo>
                  <a:cubicBezTo>
                    <a:pt x="9609" y="5570"/>
                    <a:pt x="443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18"/>
            <p:cNvSpPr/>
            <p:nvPr/>
          </p:nvSpPr>
          <p:spPr>
            <a:xfrm>
              <a:off x="618467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2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802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8"/>
            <p:cNvSpPr/>
            <p:nvPr/>
          </p:nvSpPr>
          <p:spPr>
            <a:xfrm>
              <a:off x="5385475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8"/>
            <p:cNvSpPr/>
            <p:nvPr/>
          </p:nvSpPr>
          <p:spPr>
            <a:xfrm>
              <a:off x="542227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8"/>
            <p:cNvSpPr/>
            <p:nvPr/>
          </p:nvSpPr>
          <p:spPr>
            <a:xfrm>
              <a:off x="53854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2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8"/>
            <p:cNvSpPr/>
            <p:nvPr/>
          </p:nvSpPr>
          <p:spPr>
            <a:xfrm>
              <a:off x="54227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67" y="3263"/>
                    <a:pt x="14323" y="4159"/>
                  </a:cubicBezTo>
                  <a:cubicBezTo>
                    <a:pt x="9629" y="5571"/>
                    <a:pt x="4456" y="5690"/>
                    <a:pt x="0" y="7660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8"/>
            <p:cNvSpPr/>
            <p:nvPr/>
          </p:nvSpPr>
          <p:spPr>
            <a:xfrm>
              <a:off x="5422775" y="4654800"/>
              <a:ext cx="611725" cy="521200"/>
            </a:xfrm>
            <a:custGeom>
              <a:avLst/>
              <a:gdLst/>
              <a:ahLst/>
              <a:cxnLst/>
              <a:rect l="l" t="t" r="r" b="b"/>
              <a:pathLst>
                <a:path w="24469" h="20848" extrusionOk="0">
                  <a:moveTo>
                    <a:pt x="6068" y="0"/>
                  </a:moveTo>
                  <a:cubicBezTo>
                    <a:pt x="2706" y="0"/>
                    <a:pt x="0" y="2726"/>
                    <a:pt x="0" y="6107"/>
                  </a:cubicBezTo>
                  <a:lnTo>
                    <a:pt x="0" y="20848"/>
                  </a:lnTo>
                  <a:lnTo>
                    <a:pt x="199" y="20848"/>
                  </a:lnTo>
                  <a:lnTo>
                    <a:pt x="199" y="6227"/>
                  </a:lnTo>
                  <a:cubicBezTo>
                    <a:pt x="199" y="2885"/>
                    <a:pt x="2885" y="179"/>
                    <a:pt x="6207" y="179"/>
                  </a:cubicBezTo>
                  <a:lnTo>
                    <a:pt x="18441" y="179"/>
                  </a:lnTo>
                  <a:cubicBezTo>
                    <a:pt x="21763" y="179"/>
                    <a:pt x="24468" y="2885"/>
                    <a:pt x="24468" y="6227"/>
                  </a:cubicBezTo>
                  <a:lnTo>
                    <a:pt x="24468" y="6107"/>
                  </a:lnTo>
                  <a:cubicBezTo>
                    <a:pt x="24468" y="274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8"/>
            <p:cNvSpPr/>
            <p:nvPr/>
          </p:nvSpPr>
          <p:spPr>
            <a:xfrm>
              <a:off x="4622600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8"/>
            <p:cNvSpPr/>
            <p:nvPr/>
          </p:nvSpPr>
          <p:spPr>
            <a:xfrm>
              <a:off x="465990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8"/>
            <p:cNvSpPr/>
            <p:nvPr/>
          </p:nvSpPr>
          <p:spPr>
            <a:xfrm>
              <a:off x="46226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9" y="1320"/>
                    <a:pt x="1013" y="1406"/>
                    <a:pt x="845" y="1406"/>
                  </a:cubicBezTo>
                  <a:cubicBezTo>
                    <a:pt x="486" y="1406"/>
                    <a:pt x="298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8"/>
            <p:cNvSpPr/>
            <p:nvPr/>
          </p:nvSpPr>
          <p:spPr>
            <a:xfrm>
              <a:off x="46608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31"/>
                    <a:pt x="17248" y="3263"/>
                    <a:pt x="14324" y="4159"/>
                  </a:cubicBezTo>
                  <a:cubicBezTo>
                    <a:pt x="9609" y="5571"/>
                    <a:pt x="4437" y="5690"/>
                    <a:pt x="1" y="7660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17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8"/>
            <p:cNvSpPr/>
            <p:nvPr/>
          </p:nvSpPr>
          <p:spPr>
            <a:xfrm>
              <a:off x="4659900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4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783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18"/>
            <p:cNvSpPr/>
            <p:nvPr/>
          </p:nvSpPr>
          <p:spPr>
            <a:xfrm>
              <a:off x="3860700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18"/>
            <p:cNvSpPr/>
            <p:nvPr/>
          </p:nvSpPr>
          <p:spPr>
            <a:xfrm>
              <a:off x="389700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10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18"/>
            <p:cNvSpPr/>
            <p:nvPr/>
          </p:nvSpPr>
          <p:spPr>
            <a:xfrm>
              <a:off x="38607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3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18"/>
            <p:cNvSpPr/>
            <p:nvPr/>
          </p:nvSpPr>
          <p:spPr>
            <a:xfrm>
              <a:off x="3898000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47" y="3263"/>
                    <a:pt x="14323" y="4159"/>
                  </a:cubicBezTo>
                  <a:cubicBezTo>
                    <a:pt x="9629" y="5571"/>
                    <a:pt x="4456" y="5690"/>
                    <a:pt x="1" y="7660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18"/>
            <p:cNvSpPr/>
            <p:nvPr/>
          </p:nvSpPr>
          <p:spPr>
            <a:xfrm>
              <a:off x="3898000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88" y="0"/>
                  </a:moveTo>
                  <a:cubicBezTo>
                    <a:pt x="2726" y="0"/>
                    <a:pt x="1" y="2726"/>
                    <a:pt x="1" y="6107"/>
                  </a:cubicBezTo>
                  <a:lnTo>
                    <a:pt x="1" y="20848"/>
                  </a:lnTo>
                  <a:lnTo>
                    <a:pt x="219" y="20848"/>
                  </a:lnTo>
                  <a:lnTo>
                    <a:pt x="219" y="6227"/>
                  </a:lnTo>
                  <a:cubicBezTo>
                    <a:pt x="219" y="2885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5"/>
                    <a:pt x="24488" y="6227"/>
                  </a:cubicBezTo>
                  <a:lnTo>
                    <a:pt x="24488" y="6107"/>
                  </a:lnTo>
                  <a:cubicBezTo>
                    <a:pt x="2448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18"/>
            <p:cNvSpPr/>
            <p:nvPr/>
          </p:nvSpPr>
          <p:spPr>
            <a:xfrm>
              <a:off x="429225" y="4827850"/>
              <a:ext cx="650000" cy="758450"/>
            </a:xfrm>
            <a:custGeom>
              <a:avLst/>
              <a:gdLst/>
              <a:ahLst/>
              <a:cxnLst/>
              <a:rect l="l" t="t" r="r" b="b"/>
              <a:pathLst>
                <a:path w="26000" h="30338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18"/>
            <p:cNvSpPr/>
            <p:nvPr/>
          </p:nvSpPr>
          <p:spPr>
            <a:xfrm>
              <a:off x="4297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2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18"/>
            <p:cNvSpPr/>
            <p:nvPr/>
          </p:nvSpPr>
          <p:spPr>
            <a:xfrm>
              <a:off x="9449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18"/>
            <p:cNvSpPr/>
            <p:nvPr/>
          </p:nvSpPr>
          <p:spPr>
            <a:xfrm>
              <a:off x="4297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7659"/>
                  </a:lnTo>
                  <a:cubicBezTo>
                    <a:pt x="2003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8"/>
            <p:cNvSpPr/>
            <p:nvPr/>
          </p:nvSpPr>
          <p:spPr>
            <a:xfrm>
              <a:off x="4302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489" y="29043"/>
                  </a:lnTo>
                  <a:lnTo>
                    <a:pt x="24489" y="6087"/>
                  </a:lnTo>
                  <a:cubicBezTo>
                    <a:pt x="2446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8"/>
            <p:cNvSpPr/>
            <p:nvPr/>
          </p:nvSpPr>
          <p:spPr>
            <a:xfrm>
              <a:off x="1191600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18"/>
            <p:cNvSpPr/>
            <p:nvPr/>
          </p:nvSpPr>
          <p:spPr>
            <a:xfrm>
              <a:off x="11926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18"/>
            <p:cNvSpPr/>
            <p:nvPr/>
          </p:nvSpPr>
          <p:spPr>
            <a:xfrm>
              <a:off x="17078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8"/>
            <p:cNvSpPr/>
            <p:nvPr/>
          </p:nvSpPr>
          <p:spPr>
            <a:xfrm>
              <a:off x="1192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09" y="1"/>
                  </a:moveTo>
                  <a:cubicBezTo>
                    <a:pt x="75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5" y="4138"/>
                  </a:cubicBezTo>
                  <a:cubicBezTo>
                    <a:pt x="7221" y="324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8"/>
            <p:cNvSpPr/>
            <p:nvPr/>
          </p:nvSpPr>
          <p:spPr>
            <a:xfrm>
              <a:off x="11926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88" y="2725"/>
                    <a:pt x="2174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8"/>
            <p:cNvSpPr/>
            <p:nvPr/>
          </p:nvSpPr>
          <p:spPr>
            <a:xfrm>
              <a:off x="1954475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1" y="30337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8"/>
            <p:cNvSpPr/>
            <p:nvPr/>
          </p:nvSpPr>
          <p:spPr>
            <a:xfrm>
              <a:off x="195447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8"/>
            <p:cNvSpPr/>
            <p:nvPr/>
          </p:nvSpPr>
          <p:spPr>
            <a:xfrm>
              <a:off x="24702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8"/>
            <p:cNvSpPr/>
            <p:nvPr/>
          </p:nvSpPr>
          <p:spPr>
            <a:xfrm>
              <a:off x="195447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8"/>
            <p:cNvSpPr/>
            <p:nvPr/>
          </p:nvSpPr>
          <p:spPr>
            <a:xfrm>
              <a:off x="19544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8"/>
            <p:cNvSpPr/>
            <p:nvPr/>
          </p:nvSpPr>
          <p:spPr>
            <a:xfrm>
              <a:off x="271687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8"/>
            <p:cNvSpPr/>
            <p:nvPr/>
          </p:nvSpPr>
          <p:spPr>
            <a:xfrm>
              <a:off x="27168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8"/>
            <p:cNvSpPr/>
            <p:nvPr/>
          </p:nvSpPr>
          <p:spPr>
            <a:xfrm>
              <a:off x="32326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8"/>
            <p:cNvSpPr/>
            <p:nvPr/>
          </p:nvSpPr>
          <p:spPr>
            <a:xfrm>
              <a:off x="271687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6" y="4138"/>
                  </a:cubicBezTo>
                  <a:cubicBezTo>
                    <a:pt x="7221" y="324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8"/>
            <p:cNvSpPr/>
            <p:nvPr/>
          </p:nvSpPr>
          <p:spPr>
            <a:xfrm>
              <a:off x="271737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8"/>
            <p:cNvSpPr/>
            <p:nvPr/>
          </p:nvSpPr>
          <p:spPr>
            <a:xfrm>
              <a:off x="347975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8"/>
            <p:cNvSpPr/>
            <p:nvPr/>
          </p:nvSpPr>
          <p:spPr>
            <a:xfrm>
              <a:off x="3479250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8"/>
            <p:cNvSpPr/>
            <p:nvPr/>
          </p:nvSpPr>
          <p:spPr>
            <a:xfrm>
              <a:off x="399497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8"/>
            <p:cNvSpPr/>
            <p:nvPr/>
          </p:nvSpPr>
          <p:spPr>
            <a:xfrm>
              <a:off x="3479250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3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86" y="4138"/>
                  </a:cubicBezTo>
                  <a:cubicBezTo>
                    <a:pt x="7242" y="3243"/>
                    <a:pt x="4477" y="1831"/>
                    <a:pt x="203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8"/>
            <p:cNvSpPr/>
            <p:nvPr/>
          </p:nvSpPr>
          <p:spPr>
            <a:xfrm>
              <a:off x="34792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8"/>
            <p:cNvSpPr/>
            <p:nvPr/>
          </p:nvSpPr>
          <p:spPr>
            <a:xfrm>
              <a:off x="652880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8"/>
            <p:cNvSpPr/>
            <p:nvPr/>
          </p:nvSpPr>
          <p:spPr>
            <a:xfrm>
              <a:off x="65661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8"/>
            <p:cNvSpPr/>
            <p:nvPr/>
          </p:nvSpPr>
          <p:spPr>
            <a:xfrm>
              <a:off x="65288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8"/>
            <p:cNvSpPr/>
            <p:nvPr/>
          </p:nvSpPr>
          <p:spPr>
            <a:xfrm>
              <a:off x="6566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6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33" y="1115"/>
                    <a:pt x="22479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8"/>
            <p:cNvSpPr/>
            <p:nvPr/>
          </p:nvSpPr>
          <p:spPr>
            <a:xfrm>
              <a:off x="6566600" y="4860200"/>
              <a:ext cx="611725" cy="726100"/>
            </a:xfrm>
            <a:custGeom>
              <a:avLst/>
              <a:gdLst/>
              <a:ahLst/>
              <a:cxnLst/>
              <a:rect l="l" t="t" r="r" b="b"/>
              <a:pathLst>
                <a:path w="2446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00" y="29043"/>
                  </a:lnTo>
                  <a:lnTo>
                    <a:pt x="200" y="6207"/>
                  </a:lnTo>
                  <a:cubicBezTo>
                    <a:pt x="200" y="2884"/>
                    <a:pt x="2885" y="179"/>
                    <a:pt x="6207" y="179"/>
                  </a:cubicBezTo>
                  <a:lnTo>
                    <a:pt x="18461" y="179"/>
                  </a:lnTo>
                  <a:cubicBezTo>
                    <a:pt x="21763" y="179"/>
                    <a:pt x="24469" y="2884"/>
                    <a:pt x="24469" y="6207"/>
                  </a:cubicBezTo>
                  <a:lnTo>
                    <a:pt x="24469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8"/>
            <p:cNvSpPr/>
            <p:nvPr/>
          </p:nvSpPr>
          <p:spPr>
            <a:xfrm>
              <a:off x="5766425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18"/>
            <p:cNvSpPr/>
            <p:nvPr/>
          </p:nvSpPr>
          <p:spPr>
            <a:xfrm>
              <a:off x="580322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28" y="29043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18"/>
            <p:cNvSpPr/>
            <p:nvPr/>
          </p:nvSpPr>
          <p:spPr>
            <a:xfrm>
              <a:off x="57664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8"/>
            <p:cNvSpPr/>
            <p:nvPr/>
          </p:nvSpPr>
          <p:spPr>
            <a:xfrm>
              <a:off x="580372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2479" y="1"/>
                  </a:moveTo>
                  <a:cubicBezTo>
                    <a:pt x="2003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508" y="27492"/>
                  </a:lnTo>
                  <a:lnTo>
                    <a:pt x="24508" y="4516"/>
                  </a:lnTo>
                  <a:cubicBezTo>
                    <a:pt x="2450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18"/>
            <p:cNvSpPr/>
            <p:nvPr/>
          </p:nvSpPr>
          <p:spPr>
            <a:xfrm>
              <a:off x="58037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508" y="2884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8"/>
            <p:cNvSpPr/>
            <p:nvPr/>
          </p:nvSpPr>
          <p:spPr>
            <a:xfrm>
              <a:off x="500402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8"/>
            <p:cNvSpPr/>
            <p:nvPr/>
          </p:nvSpPr>
          <p:spPr>
            <a:xfrm>
              <a:off x="50413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18"/>
            <p:cNvSpPr/>
            <p:nvPr/>
          </p:nvSpPr>
          <p:spPr>
            <a:xfrm>
              <a:off x="50040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18"/>
            <p:cNvSpPr/>
            <p:nvPr/>
          </p:nvSpPr>
          <p:spPr>
            <a:xfrm>
              <a:off x="504182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4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18"/>
            <p:cNvSpPr/>
            <p:nvPr/>
          </p:nvSpPr>
          <p:spPr>
            <a:xfrm>
              <a:off x="504132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8" y="0"/>
                  </a:moveTo>
                  <a:cubicBezTo>
                    <a:pt x="2726" y="0"/>
                    <a:pt x="21" y="2725"/>
                    <a:pt x="1" y="6087"/>
                  </a:cubicBezTo>
                  <a:lnTo>
                    <a:pt x="1" y="29043"/>
                  </a:lnTo>
                  <a:lnTo>
                    <a:pt x="220" y="29043"/>
                  </a:lnTo>
                  <a:lnTo>
                    <a:pt x="220" y="6207"/>
                  </a:lnTo>
                  <a:cubicBezTo>
                    <a:pt x="220" y="2884"/>
                    <a:pt x="2905" y="179"/>
                    <a:pt x="6227" y="179"/>
                  </a:cubicBezTo>
                  <a:lnTo>
                    <a:pt x="18461" y="179"/>
                  </a:lnTo>
                  <a:cubicBezTo>
                    <a:pt x="21783" y="179"/>
                    <a:pt x="24489" y="2884"/>
                    <a:pt x="24489" y="6207"/>
                  </a:cubicBezTo>
                  <a:lnTo>
                    <a:pt x="24489" y="6087"/>
                  </a:lnTo>
                  <a:cubicBezTo>
                    <a:pt x="2448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18"/>
            <p:cNvSpPr/>
            <p:nvPr/>
          </p:nvSpPr>
          <p:spPr>
            <a:xfrm>
              <a:off x="4241650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18"/>
            <p:cNvSpPr/>
            <p:nvPr/>
          </p:nvSpPr>
          <p:spPr>
            <a:xfrm>
              <a:off x="42784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18"/>
            <p:cNvSpPr/>
            <p:nvPr/>
          </p:nvSpPr>
          <p:spPr>
            <a:xfrm>
              <a:off x="424165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8"/>
            <p:cNvSpPr/>
            <p:nvPr/>
          </p:nvSpPr>
          <p:spPr>
            <a:xfrm>
              <a:off x="427895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451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18"/>
            <p:cNvSpPr/>
            <p:nvPr/>
          </p:nvSpPr>
          <p:spPr>
            <a:xfrm>
              <a:off x="427895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7" y="0"/>
                  </a:moveTo>
                  <a:cubicBezTo>
                    <a:pt x="274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4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18"/>
            <p:cNvSpPr/>
            <p:nvPr/>
          </p:nvSpPr>
          <p:spPr>
            <a:xfrm>
              <a:off x="810650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8"/>
            <p:cNvSpPr/>
            <p:nvPr/>
          </p:nvSpPr>
          <p:spPr>
            <a:xfrm>
              <a:off x="81065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08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8"/>
            <p:cNvSpPr/>
            <p:nvPr/>
          </p:nvSpPr>
          <p:spPr>
            <a:xfrm>
              <a:off x="1325875" y="5265000"/>
              <a:ext cx="135300" cy="319300"/>
            </a:xfrm>
            <a:custGeom>
              <a:avLst/>
              <a:gdLst/>
              <a:ahLst/>
              <a:cxnLst/>
              <a:rect l="l" t="t" r="r" b="b"/>
              <a:pathLst>
                <a:path w="5412" h="12772" extrusionOk="0">
                  <a:moveTo>
                    <a:pt x="5411" y="1"/>
                  </a:moveTo>
                  <a:cubicBezTo>
                    <a:pt x="5116" y="1009"/>
                    <a:pt x="4929" y="1390"/>
                    <a:pt x="4575" y="1390"/>
                  </a:cubicBezTo>
                  <a:cubicBezTo>
                    <a:pt x="4405" y="1390"/>
                    <a:pt x="4197" y="1303"/>
                    <a:pt x="3919" y="1154"/>
                  </a:cubicBezTo>
                  <a:lnTo>
                    <a:pt x="1" y="12772"/>
                  </a:lnTo>
                  <a:lnTo>
                    <a:pt x="5411" y="12772"/>
                  </a:lnTo>
                  <a:lnTo>
                    <a:pt x="541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8"/>
            <p:cNvSpPr/>
            <p:nvPr/>
          </p:nvSpPr>
          <p:spPr>
            <a:xfrm>
              <a:off x="8106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010" y="0"/>
                  </a:moveTo>
                  <a:cubicBezTo>
                    <a:pt x="777" y="1114"/>
                    <a:pt x="1" y="2705"/>
                    <a:pt x="1" y="4516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7659"/>
                  </a:lnTo>
                  <a:cubicBezTo>
                    <a:pt x="20053" y="5689"/>
                    <a:pt x="14880" y="5570"/>
                    <a:pt x="10166" y="4138"/>
                  </a:cubicBezTo>
                  <a:cubicBezTo>
                    <a:pt x="7242" y="3243"/>
                    <a:pt x="4477" y="183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8"/>
            <p:cNvSpPr/>
            <p:nvPr/>
          </p:nvSpPr>
          <p:spPr>
            <a:xfrm>
              <a:off x="811150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26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8"/>
            <p:cNvSpPr/>
            <p:nvPr/>
          </p:nvSpPr>
          <p:spPr>
            <a:xfrm>
              <a:off x="1573050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8"/>
            <p:cNvSpPr/>
            <p:nvPr/>
          </p:nvSpPr>
          <p:spPr>
            <a:xfrm>
              <a:off x="157355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8"/>
            <p:cNvSpPr/>
            <p:nvPr/>
          </p:nvSpPr>
          <p:spPr>
            <a:xfrm>
              <a:off x="208875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90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8"/>
            <p:cNvSpPr/>
            <p:nvPr/>
          </p:nvSpPr>
          <p:spPr>
            <a:xfrm>
              <a:off x="1573550" y="51023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2" y="5710"/>
                    <a:pt x="14860" y="5571"/>
                    <a:pt x="10165" y="4158"/>
                  </a:cubicBezTo>
                  <a:cubicBezTo>
                    <a:pt x="7241" y="3263"/>
                    <a:pt x="4476" y="185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18"/>
            <p:cNvSpPr/>
            <p:nvPr/>
          </p:nvSpPr>
          <p:spPr>
            <a:xfrm>
              <a:off x="1573550" y="5063600"/>
              <a:ext cx="612200" cy="520700"/>
            </a:xfrm>
            <a:custGeom>
              <a:avLst/>
              <a:gdLst/>
              <a:ahLst/>
              <a:cxnLst/>
              <a:rect l="l" t="t" r="r" b="b"/>
              <a:pathLst>
                <a:path w="24488" h="20828" extrusionOk="0">
                  <a:moveTo>
                    <a:pt x="6067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06" y="159"/>
                    <a:pt x="600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18"/>
            <p:cNvSpPr/>
            <p:nvPr/>
          </p:nvSpPr>
          <p:spPr>
            <a:xfrm>
              <a:off x="2335925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18"/>
            <p:cNvSpPr/>
            <p:nvPr/>
          </p:nvSpPr>
          <p:spPr>
            <a:xfrm>
              <a:off x="233592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18"/>
            <p:cNvSpPr/>
            <p:nvPr/>
          </p:nvSpPr>
          <p:spPr>
            <a:xfrm>
              <a:off x="2851150" y="5265000"/>
              <a:ext cx="134800" cy="319300"/>
            </a:xfrm>
            <a:custGeom>
              <a:avLst/>
              <a:gdLst/>
              <a:ahLst/>
              <a:cxnLst/>
              <a:rect l="l" t="t" r="r" b="b"/>
              <a:pathLst>
                <a:path w="5392" h="12772" extrusionOk="0">
                  <a:moveTo>
                    <a:pt x="5391" y="1"/>
                  </a:moveTo>
                  <a:cubicBezTo>
                    <a:pt x="5109" y="1009"/>
                    <a:pt x="4927" y="1390"/>
                    <a:pt x="4568" y="1390"/>
                  </a:cubicBezTo>
                  <a:cubicBezTo>
                    <a:pt x="4396" y="1390"/>
                    <a:pt x="4183" y="1303"/>
                    <a:pt x="3899" y="1154"/>
                  </a:cubicBezTo>
                  <a:lnTo>
                    <a:pt x="0" y="12772"/>
                  </a:lnTo>
                  <a:lnTo>
                    <a:pt x="5391" y="12772"/>
                  </a:lnTo>
                  <a:lnTo>
                    <a:pt x="539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18"/>
            <p:cNvSpPr/>
            <p:nvPr/>
          </p:nvSpPr>
          <p:spPr>
            <a:xfrm>
              <a:off x="233592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36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3" y="5710"/>
                    <a:pt x="14860" y="5571"/>
                    <a:pt x="10166" y="4158"/>
                  </a:cubicBezTo>
                  <a:cubicBezTo>
                    <a:pt x="7222" y="3263"/>
                    <a:pt x="4476" y="185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18"/>
            <p:cNvSpPr/>
            <p:nvPr/>
          </p:nvSpPr>
          <p:spPr>
            <a:xfrm>
              <a:off x="2335925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06" y="159"/>
                    <a:pt x="6008" y="159"/>
                  </a:cubicBezTo>
                  <a:lnTo>
                    <a:pt x="1824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18"/>
            <p:cNvSpPr/>
            <p:nvPr/>
          </p:nvSpPr>
          <p:spPr>
            <a:xfrm>
              <a:off x="3097825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18"/>
            <p:cNvSpPr/>
            <p:nvPr/>
          </p:nvSpPr>
          <p:spPr>
            <a:xfrm>
              <a:off x="309782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18"/>
            <p:cNvSpPr/>
            <p:nvPr/>
          </p:nvSpPr>
          <p:spPr>
            <a:xfrm>
              <a:off x="361402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18"/>
            <p:cNvSpPr/>
            <p:nvPr/>
          </p:nvSpPr>
          <p:spPr>
            <a:xfrm>
              <a:off x="3098325" y="51023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59"/>
                  </a:lnTo>
                  <a:cubicBezTo>
                    <a:pt x="20052" y="5710"/>
                    <a:pt x="14880" y="5571"/>
                    <a:pt x="10185" y="4158"/>
                  </a:cubicBezTo>
                  <a:cubicBezTo>
                    <a:pt x="7241" y="3263"/>
                    <a:pt x="4476" y="185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18"/>
            <p:cNvSpPr/>
            <p:nvPr/>
          </p:nvSpPr>
          <p:spPr>
            <a:xfrm>
              <a:off x="309832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06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25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50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18"/>
            <p:cNvSpPr/>
            <p:nvPr/>
          </p:nvSpPr>
          <p:spPr>
            <a:xfrm>
              <a:off x="6147875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8"/>
            <p:cNvSpPr/>
            <p:nvPr/>
          </p:nvSpPr>
          <p:spPr>
            <a:xfrm>
              <a:off x="618417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10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8"/>
            <p:cNvSpPr/>
            <p:nvPr/>
          </p:nvSpPr>
          <p:spPr>
            <a:xfrm>
              <a:off x="61478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08" y="1303"/>
                    <a:pt x="996" y="1390"/>
                    <a:pt x="824" y="1390"/>
                  </a:cubicBezTo>
                  <a:cubicBezTo>
                    <a:pt x="465" y="1390"/>
                    <a:pt x="282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8"/>
            <p:cNvSpPr/>
            <p:nvPr/>
          </p:nvSpPr>
          <p:spPr>
            <a:xfrm>
              <a:off x="61851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2480" y="0"/>
                  </a:moveTo>
                  <a:cubicBezTo>
                    <a:pt x="20013" y="1830"/>
                    <a:pt x="17248" y="3243"/>
                    <a:pt x="14324" y="4138"/>
                  </a:cubicBezTo>
                  <a:cubicBezTo>
                    <a:pt x="9609" y="5570"/>
                    <a:pt x="4437" y="5689"/>
                    <a:pt x="1" y="7659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4516"/>
                  </a:lnTo>
                  <a:cubicBezTo>
                    <a:pt x="24489" y="2705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8"/>
            <p:cNvSpPr/>
            <p:nvPr/>
          </p:nvSpPr>
          <p:spPr>
            <a:xfrm>
              <a:off x="618467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2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802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8"/>
            <p:cNvSpPr/>
            <p:nvPr/>
          </p:nvSpPr>
          <p:spPr>
            <a:xfrm>
              <a:off x="5385475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18"/>
            <p:cNvSpPr/>
            <p:nvPr/>
          </p:nvSpPr>
          <p:spPr>
            <a:xfrm>
              <a:off x="542227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18"/>
            <p:cNvSpPr/>
            <p:nvPr/>
          </p:nvSpPr>
          <p:spPr>
            <a:xfrm>
              <a:off x="53854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18"/>
            <p:cNvSpPr/>
            <p:nvPr/>
          </p:nvSpPr>
          <p:spPr>
            <a:xfrm>
              <a:off x="54227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67" y="3263"/>
                    <a:pt x="14323" y="4158"/>
                  </a:cubicBezTo>
                  <a:cubicBezTo>
                    <a:pt x="9629" y="5571"/>
                    <a:pt x="4456" y="5710"/>
                    <a:pt x="0" y="7659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18"/>
            <p:cNvSpPr/>
            <p:nvPr/>
          </p:nvSpPr>
          <p:spPr>
            <a:xfrm>
              <a:off x="5422775" y="5063600"/>
              <a:ext cx="611725" cy="520700"/>
            </a:xfrm>
            <a:custGeom>
              <a:avLst/>
              <a:gdLst/>
              <a:ahLst/>
              <a:cxnLst/>
              <a:rect l="l" t="t" r="r" b="b"/>
              <a:pathLst>
                <a:path w="24469" h="20828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199" y="20828"/>
                  </a:lnTo>
                  <a:lnTo>
                    <a:pt x="199" y="6207"/>
                  </a:lnTo>
                  <a:cubicBezTo>
                    <a:pt x="199" y="2885"/>
                    <a:pt x="2885" y="159"/>
                    <a:pt x="6207" y="159"/>
                  </a:cubicBezTo>
                  <a:lnTo>
                    <a:pt x="18441" y="159"/>
                  </a:lnTo>
                  <a:cubicBezTo>
                    <a:pt x="21763" y="159"/>
                    <a:pt x="24468" y="2885"/>
                    <a:pt x="24468" y="6207"/>
                  </a:cubicBezTo>
                  <a:lnTo>
                    <a:pt x="2446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18"/>
            <p:cNvSpPr/>
            <p:nvPr/>
          </p:nvSpPr>
          <p:spPr>
            <a:xfrm>
              <a:off x="4622600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18"/>
            <p:cNvSpPr/>
            <p:nvPr/>
          </p:nvSpPr>
          <p:spPr>
            <a:xfrm>
              <a:off x="465990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18"/>
            <p:cNvSpPr/>
            <p:nvPr/>
          </p:nvSpPr>
          <p:spPr>
            <a:xfrm>
              <a:off x="46226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15" y="1303"/>
                    <a:pt x="1007" y="1390"/>
                    <a:pt x="837" y="1390"/>
                  </a:cubicBezTo>
                  <a:cubicBezTo>
                    <a:pt x="483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18"/>
            <p:cNvSpPr/>
            <p:nvPr/>
          </p:nvSpPr>
          <p:spPr>
            <a:xfrm>
              <a:off x="46608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51"/>
                    <a:pt x="17248" y="3263"/>
                    <a:pt x="14324" y="4158"/>
                  </a:cubicBezTo>
                  <a:cubicBezTo>
                    <a:pt x="9609" y="5571"/>
                    <a:pt x="4437" y="5710"/>
                    <a:pt x="1" y="7659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36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18"/>
            <p:cNvSpPr/>
            <p:nvPr/>
          </p:nvSpPr>
          <p:spPr>
            <a:xfrm>
              <a:off x="4659900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4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783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18"/>
            <p:cNvSpPr/>
            <p:nvPr/>
          </p:nvSpPr>
          <p:spPr>
            <a:xfrm>
              <a:off x="3860700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18"/>
            <p:cNvSpPr/>
            <p:nvPr/>
          </p:nvSpPr>
          <p:spPr>
            <a:xfrm>
              <a:off x="389700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18"/>
            <p:cNvSpPr/>
            <p:nvPr/>
          </p:nvSpPr>
          <p:spPr>
            <a:xfrm>
              <a:off x="38607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18"/>
            <p:cNvSpPr/>
            <p:nvPr/>
          </p:nvSpPr>
          <p:spPr>
            <a:xfrm>
              <a:off x="3898000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47" y="3263"/>
                    <a:pt x="14323" y="4158"/>
                  </a:cubicBezTo>
                  <a:cubicBezTo>
                    <a:pt x="9629" y="5571"/>
                    <a:pt x="4456" y="5710"/>
                    <a:pt x="1" y="7659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18"/>
            <p:cNvSpPr/>
            <p:nvPr/>
          </p:nvSpPr>
          <p:spPr>
            <a:xfrm>
              <a:off x="3898000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59"/>
                    <a:pt x="6247" y="159"/>
                  </a:cubicBezTo>
                  <a:lnTo>
                    <a:pt x="18481" y="159"/>
                  </a:lnTo>
                  <a:cubicBezTo>
                    <a:pt x="21783" y="159"/>
                    <a:pt x="24488" y="2885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3" name="Google Shape;2703;p18"/>
          <p:cNvSpPr txBox="1">
            <a:spLocks noGrp="1"/>
          </p:cNvSpPr>
          <p:nvPr>
            <p:ph type="title"/>
          </p:nvPr>
        </p:nvSpPr>
        <p:spPr>
          <a:xfrm>
            <a:off x="722325" y="1012100"/>
            <a:ext cx="3873900" cy="188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04" name="Google Shape;2704;p18"/>
          <p:cNvSpPr txBox="1">
            <a:spLocks noGrp="1"/>
          </p:cNvSpPr>
          <p:nvPr>
            <p:ph type="subTitle" idx="1"/>
          </p:nvPr>
        </p:nvSpPr>
        <p:spPr>
          <a:xfrm>
            <a:off x="722447" y="2704251"/>
            <a:ext cx="2817600" cy="97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4_2_1">
    <p:spTree>
      <p:nvGrpSpPr>
        <p:cNvPr id="1" name="Shape 4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1" name="Google Shape;4291;p27"/>
          <p:cNvSpPr/>
          <p:nvPr/>
        </p:nvSpPr>
        <p:spPr>
          <a:xfrm>
            <a:off x="-7175" y="4400950"/>
            <a:ext cx="9158700" cy="89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92" name="Google Shape;4292;p27"/>
          <p:cNvGrpSpPr/>
          <p:nvPr/>
        </p:nvGrpSpPr>
        <p:grpSpPr>
          <a:xfrm>
            <a:off x="50" y="-132175"/>
            <a:ext cx="832143" cy="5305618"/>
            <a:chOff x="1440600" y="197825"/>
            <a:chExt cx="990175" cy="3797050"/>
          </a:xfrm>
        </p:grpSpPr>
        <p:sp>
          <p:nvSpPr>
            <p:cNvPr id="4293" name="Google Shape;4293;p27"/>
            <p:cNvSpPr/>
            <p:nvPr/>
          </p:nvSpPr>
          <p:spPr>
            <a:xfrm>
              <a:off x="1440600" y="197825"/>
              <a:ext cx="990175" cy="1889850"/>
            </a:xfrm>
            <a:custGeom>
              <a:avLst/>
              <a:gdLst/>
              <a:ahLst/>
              <a:cxnLst/>
              <a:rect l="l" t="t" r="r" b="b"/>
              <a:pathLst>
                <a:path w="39607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219" y="75593"/>
                  </a:lnTo>
                  <a:cubicBezTo>
                    <a:pt x="21405" y="75593"/>
                    <a:pt x="38652" y="42074"/>
                    <a:pt x="39606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4" name="Google Shape;4294;p27"/>
            <p:cNvSpPr/>
            <p:nvPr/>
          </p:nvSpPr>
          <p:spPr>
            <a:xfrm>
              <a:off x="1440600" y="2105050"/>
              <a:ext cx="590825" cy="1889825"/>
            </a:xfrm>
            <a:custGeom>
              <a:avLst/>
              <a:gdLst/>
              <a:ahLst/>
              <a:cxnLst/>
              <a:rect l="l" t="t" r="r" b="b"/>
              <a:pathLst>
                <a:path w="23633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3633" y="75593"/>
                  </a:lnTo>
                  <a:cubicBezTo>
                    <a:pt x="23056" y="33659"/>
                    <a:pt x="12712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5" name="Google Shape;4295;p27"/>
            <p:cNvSpPr/>
            <p:nvPr/>
          </p:nvSpPr>
          <p:spPr>
            <a:xfrm>
              <a:off x="1440600" y="197825"/>
              <a:ext cx="858875" cy="1889850"/>
            </a:xfrm>
            <a:custGeom>
              <a:avLst/>
              <a:gdLst/>
              <a:ahLst/>
              <a:cxnLst/>
              <a:rect l="l" t="t" r="r" b="b"/>
              <a:pathLst>
                <a:path w="34355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79" y="75593"/>
                  </a:lnTo>
                  <a:cubicBezTo>
                    <a:pt x="18560" y="75593"/>
                    <a:pt x="33539" y="42074"/>
                    <a:pt x="34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6" name="Google Shape;4296;p27"/>
            <p:cNvSpPr/>
            <p:nvPr/>
          </p:nvSpPr>
          <p:spPr>
            <a:xfrm>
              <a:off x="1440600" y="197825"/>
              <a:ext cx="644550" cy="1889850"/>
            </a:xfrm>
            <a:custGeom>
              <a:avLst/>
              <a:gdLst/>
              <a:ahLst/>
              <a:cxnLst/>
              <a:rect l="l" t="t" r="r" b="b"/>
              <a:pathLst>
                <a:path w="25782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39" y="75593"/>
                  </a:lnTo>
                  <a:cubicBezTo>
                    <a:pt x="13905" y="75593"/>
                    <a:pt x="25144" y="42074"/>
                    <a:pt x="2578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7" name="Google Shape;4297;p27"/>
            <p:cNvSpPr/>
            <p:nvPr/>
          </p:nvSpPr>
          <p:spPr>
            <a:xfrm>
              <a:off x="1526125" y="471350"/>
              <a:ext cx="341675" cy="1616325"/>
            </a:xfrm>
            <a:custGeom>
              <a:avLst/>
              <a:gdLst/>
              <a:ahLst/>
              <a:cxnLst/>
              <a:rect l="l" t="t" r="r" b="b"/>
              <a:pathLst>
                <a:path w="13667" h="64653" extrusionOk="0">
                  <a:moveTo>
                    <a:pt x="5690" y="1"/>
                  </a:moveTo>
                  <a:cubicBezTo>
                    <a:pt x="5690" y="1"/>
                    <a:pt x="8177" y="38215"/>
                    <a:pt x="1" y="64652"/>
                  </a:cubicBezTo>
                  <a:cubicBezTo>
                    <a:pt x="13508" y="46788"/>
                    <a:pt x="13667" y="1"/>
                    <a:pt x="136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8" name="Google Shape;4298;p27"/>
            <p:cNvSpPr/>
            <p:nvPr/>
          </p:nvSpPr>
          <p:spPr>
            <a:xfrm>
              <a:off x="1440600" y="2105050"/>
              <a:ext cx="512750" cy="1889825"/>
            </a:xfrm>
            <a:custGeom>
              <a:avLst/>
              <a:gdLst/>
              <a:ahLst/>
              <a:cxnLst/>
              <a:rect l="l" t="t" r="r" b="b"/>
              <a:pathLst>
                <a:path w="20510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0509" y="75593"/>
                  </a:lnTo>
                  <a:cubicBezTo>
                    <a:pt x="20012" y="33659"/>
                    <a:pt x="11021" y="23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9" name="Google Shape;4299;p27"/>
            <p:cNvSpPr/>
            <p:nvPr/>
          </p:nvSpPr>
          <p:spPr>
            <a:xfrm>
              <a:off x="1440600" y="2105050"/>
              <a:ext cx="384450" cy="1889825"/>
            </a:xfrm>
            <a:custGeom>
              <a:avLst/>
              <a:gdLst/>
              <a:ahLst/>
              <a:cxnLst/>
              <a:rect l="l" t="t" r="r" b="b"/>
              <a:pathLst>
                <a:path w="15378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15377" y="75593"/>
                  </a:lnTo>
                  <a:cubicBezTo>
                    <a:pt x="14999" y="33659"/>
                    <a:pt x="8256" y="23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0" name="Google Shape;4300;p27"/>
            <p:cNvSpPr/>
            <p:nvPr/>
          </p:nvSpPr>
          <p:spPr>
            <a:xfrm>
              <a:off x="1440600" y="2197550"/>
              <a:ext cx="214850" cy="1797325"/>
            </a:xfrm>
            <a:custGeom>
              <a:avLst/>
              <a:gdLst/>
              <a:ahLst/>
              <a:cxnLst/>
              <a:rect l="l" t="t" r="r" b="b"/>
              <a:pathLst>
                <a:path w="8594" h="71893" extrusionOk="0">
                  <a:moveTo>
                    <a:pt x="4317" y="0"/>
                  </a:moveTo>
                  <a:lnTo>
                    <a:pt x="0" y="617"/>
                  </a:lnTo>
                  <a:lnTo>
                    <a:pt x="0" y="71893"/>
                  </a:lnTo>
                  <a:lnTo>
                    <a:pt x="8594" y="71893"/>
                  </a:lnTo>
                  <a:cubicBezTo>
                    <a:pt x="8594" y="21902"/>
                    <a:pt x="4317" y="0"/>
                    <a:pt x="43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1" name="Google Shape;4301;p27"/>
            <p:cNvSpPr/>
            <p:nvPr/>
          </p:nvSpPr>
          <p:spPr>
            <a:xfrm>
              <a:off x="1440600" y="2035925"/>
              <a:ext cx="214850" cy="206400"/>
            </a:xfrm>
            <a:custGeom>
              <a:avLst/>
              <a:gdLst/>
              <a:ahLst/>
              <a:cxnLst/>
              <a:rect l="l" t="t" r="r" b="b"/>
              <a:pathLst>
                <a:path w="8594" h="8256" extrusionOk="0">
                  <a:moveTo>
                    <a:pt x="0" y="0"/>
                  </a:moveTo>
                  <a:lnTo>
                    <a:pt x="0" y="7082"/>
                  </a:lnTo>
                  <a:lnTo>
                    <a:pt x="8594" y="8256"/>
                  </a:lnTo>
                  <a:lnTo>
                    <a:pt x="8594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2" name="Google Shape;4302;p27"/>
          <p:cNvGrpSpPr/>
          <p:nvPr/>
        </p:nvGrpSpPr>
        <p:grpSpPr>
          <a:xfrm flipH="1">
            <a:off x="8319293" y="-132175"/>
            <a:ext cx="832143" cy="5305618"/>
            <a:chOff x="1440600" y="197825"/>
            <a:chExt cx="990175" cy="3797050"/>
          </a:xfrm>
        </p:grpSpPr>
        <p:sp>
          <p:nvSpPr>
            <p:cNvPr id="4303" name="Google Shape;4303;p27"/>
            <p:cNvSpPr/>
            <p:nvPr/>
          </p:nvSpPr>
          <p:spPr>
            <a:xfrm>
              <a:off x="1440600" y="197825"/>
              <a:ext cx="990175" cy="1889850"/>
            </a:xfrm>
            <a:custGeom>
              <a:avLst/>
              <a:gdLst/>
              <a:ahLst/>
              <a:cxnLst/>
              <a:rect l="l" t="t" r="r" b="b"/>
              <a:pathLst>
                <a:path w="39607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219" y="75593"/>
                  </a:lnTo>
                  <a:cubicBezTo>
                    <a:pt x="21405" y="75593"/>
                    <a:pt x="38652" y="42074"/>
                    <a:pt x="39606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4" name="Google Shape;4304;p27"/>
            <p:cNvSpPr/>
            <p:nvPr/>
          </p:nvSpPr>
          <p:spPr>
            <a:xfrm>
              <a:off x="1440600" y="2105050"/>
              <a:ext cx="590825" cy="1889825"/>
            </a:xfrm>
            <a:custGeom>
              <a:avLst/>
              <a:gdLst/>
              <a:ahLst/>
              <a:cxnLst/>
              <a:rect l="l" t="t" r="r" b="b"/>
              <a:pathLst>
                <a:path w="23633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3633" y="75593"/>
                  </a:lnTo>
                  <a:cubicBezTo>
                    <a:pt x="23056" y="33659"/>
                    <a:pt x="12712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5" name="Google Shape;4305;p27"/>
            <p:cNvSpPr/>
            <p:nvPr/>
          </p:nvSpPr>
          <p:spPr>
            <a:xfrm>
              <a:off x="1440600" y="197825"/>
              <a:ext cx="858875" cy="1889850"/>
            </a:xfrm>
            <a:custGeom>
              <a:avLst/>
              <a:gdLst/>
              <a:ahLst/>
              <a:cxnLst/>
              <a:rect l="l" t="t" r="r" b="b"/>
              <a:pathLst>
                <a:path w="34355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79" y="75593"/>
                  </a:lnTo>
                  <a:cubicBezTo>
                    <a:pt x="18560" y="75593"/>
                    <a:pt x="33539" y="42074"/>
                    <a:pt x="34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6" name="Google Shape;4306;p27"/>
            <p:cNvSpPr/>
            <p:nvPr/>
          </p:nvSpPr>
          <p:spPr>
            <a:xfrm>
              <a:off x="1440600" y="197825"/>
              <a:ext cx="644550" cy="1889850"/>
            </a:xfrm>
            <a:custGeom>
              <a:avLst/>
              <a:gdLst/>
              <a:ahLst/>
              <a:cxnLst/>
              <a:rect l="l" t="t" r="r" b="b"/>
              <a:pathLst>
                <a:path w="25782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39" y="75593"/>
                  </a:lnTo>
                  <a:cubicBezTo>
                    <a:pt x="13905" y="75593"/>
                    <a:pt x="25144" y="42074"/>
                    <a:pt x="2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7" name="Google Shape;4307;p27"/>
            <p:cNvSpPr/>
            <p:nvPr/>
          </p:nvSpPr>
          <p:spPr>
            <a:xfrm>
              <a:off x="1526125" y="471350"/>
              <a:ext cx="341675" cy="1616325"/>
            </a:xfrm>
            <a:custGeom>
              <a:avLst/>
              <a:gdLst/>
              <a:ahLst/>
              <a:cxnLst/>
              <a:rect l="l" t="t" r="r" b="b"/>
              <a:pathLst>
                <a:path w="13667" h="64653" extrusionOk="0">
                  <a:moveTo>
                    <a:pt x="5690" y="1"/>
                  </a:moveTo>
                  <a:cubicBezTo>
                    <a:pt x="5690" y="1"/>
                    <a:pt x="8177" y="38215"/>
                    <a:pt x="1" y="64652"/>
                  </a:cubicBezTo>
                  <a:cubicBezTo>
                    <a:pt x="13508" y="46788"/>
                    <a:pt x="13667" y="1"/>
                    <a:pt x="136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8" name="Google Shape;4308;p27"/>
            <p:cNvSpPr/>
            <p:nvPr/>
          </p:nvSpPr>
          <p:spPr>
            <a:xfrm>
              <a:off x="1440600" y="2105050"/>
              <a:ext cx="512750" cy="1889825"/>
            </a:xfrm>
            <a:custGeom>
              <a:avLst/>
              <a:gdLst/>
              <a:ahLst/>
              <a:cxnLst/>
              <a:rect l="l" t="t" r="r" b="b"/>
              <a:pathLst>
                <a:path w="20510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0509" y="75593"/>
                  </a:lnTo>
                  <a:cubicBezTo>
                    <a:pt x="20012" y="33659"/>
                    <a:pt x="11021" y="23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9" name="Google Shape;4309;p27"/>
            <p:cNvSpPr/>
            <p:nvPr/>
          </p:nvSpPr>
          <p:spPr>
            <a:xfrm>
              <a:off x="1440600" y="2105050"/>
              <a:ext cx="384450" cy="1889825"/>
            </a:xfrm>
            <a:custGeom>
              <a:avLst/>
              <a:gdLst/>
              <a:ahLst/>
              <a:cxnLst/>
              <a:rect l="l" t="t" r="r" b="b"/>
              <a:pathLst>
                <a:path w="15378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15377" y="75593"/>
                  </a:lnTo>
                  <a:cubicBezTo>
                    <a:pt x="14999" y="33659"/>
                    <a:pt x="8256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0" name="Google Shape;4310;p27"/>
            <p:cNvSpPr/>
            <p:nvPr/>
          </p:nvSpPr>
          <p:spPr>
            <a:xfrm>
              <a:off x="1440600" y="2197550"/>
              <a:ext cx="214850" cy="1797325"/>
            </a:xfrm>
            <a:custGeom>
              <a:avLst/>
              <a:gdLst/>
              <a:ahLst/>
              <a:cxnLst/>
              <a:rect l="l" t="t" r="r" b="b"/>
              <a:pathLst>
                <a:path w="8594" h="71893" extrusionOk="0">
                  <a:moveTo>
                    <a:pt x="4317" y="0"/>
                  </a:moveTo>
                  <a:lnTo>
                    <a:pt x="0" y="617"/>
                  </a:lnTo>
                  <a:lnTo>
                    <a:pt x="0" y="71893"/>
                  </a:lnTo>
                  <a:lnTo>
                    <a:pt x="8594" y="71893"/>
                  </a:lnTo>
                  <a:cubicBezTo>
                    <a:pt x="8594" y="21902"/>
                    <a:pt x="4317" y="0"/>
                    <a:pt x="43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1" name="Google Shape;4311;p27"/>
            <p:cNvSpPr/>
            <p:nvPr/>
          </p:nvSpPr>
          <p:spPr>
            <a:xfrm>
              <a:off x="1440600" y="2035925"/>
              <a:ext cx="214850" cy="206400"/>
            </a:xfrm>
            <a:custGeom>
              <a:avLst/>
              <a:gdLst/>
              <a:ahLst/>
              <a:cxnLst/>
              <a:rect l="l" t="t" r="r" b="b"/>
              <a:pathLst>
                <a:path w="8594" h="8256" extrusionOk="0">
                  <a:moveTo>
                    <a:pt x="0" y="0"/>
                  </a:moveTo>
                  <a:lnTo>
                    <a:pt x="0" y="7082"/>
                  </a:lnTo>
                  <a:lnTo>
                    <a:pt x="8594" y="8256"/>
                  </a:lnTo>
                  <a:lnTo>
                    <a:pt x="8594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12" name="Google Shape;4312;p27"/>
          <p:cNvGrpSpPr/>
          <p:nvPr/>
        </p:nvGrpSpPr>
        <p:grpSpPr>
          <a:xfrm>
            <a:off x="-417858" y="-823150"/>
            <a:ext cx="9978772" cy="1382075"/>
            <a:chOff x="193475" y="-693375"/>
            <a:chExt cx="7221575" cy="1382075"/>
          </a:xfrm>
        </p:grpSpPr>
        <p:sp>
          <p:nvSpPr>
            <p:cNvPr id="4313" name="Google Shape;4313;p27"/>
            <p:cNvSpPr/>
            <p:nvPr/>
          </p:nvSpPr>
          <p:spPr>
            <a:xfrm>
              <a:off x="363575" y="384325"/>
              <a:ext cx="6883875" cy="304375"/>
            </a:xfrm>
            <a:custGeom>
              <a:avLst/>
              <a:gdLst/>
              <a:ahLst/>
              <a:cxnLst/>
              <a:rect l="l" t="t" r="r" b="b"/>
              <a:pathLst>
                <a:path w="275355" h="12175" extrusionOk="0">
                  <a:moveTo>
                    <a:pt x="0" y="0"/>
                  </a:moveTo>
                  <a:lnTo>
                    <a:pt x="0" y="9390"/>
                  </a:lnTo>
                  <a:lnTo>
                    <a:pt x="0" y="10782"/>
                  </a:lnTo>
                  <a:lnTo>
                    <a:pt x="14522" y="10782"/>
                  </a:lnTo>
                  <a:lnTo>
                    <a:pt x="14522" y="9370"/>
                  </a:lnTo>
                  <a:lnTo>
                    <a:pt x="16869" y="9370"/>
                  </a:lnTo>
                  <a:lnTo>
                    <a:pt x="16869" y="12175"/>
                  </a:lnTo>
                  <a:lnTo>
                    <a:pt x="30913" y="12175"/>
                  </a:lnTo>
                  <a:lnTo>
                    <a:pt x="30913" y="9370"/>
                  </a:lnTo>
                  <a:lnTo>
                    <a:pt x="33261" y="9370"/>
                  </a:lnTo>
                  <a:lnTo>
                    <a:pt x="33261" y="10782"/>
                  </a:lnTo>
                  <a:lnTo>
                    <a:pt x="47782" y="10782"/>
                  </a:lnTo>
                  <a:lnTo>
                    <a:pt x="47782" y="9370"/>
                  </a:lnTo>
                  <a:lnTo>
                    <a:pt x="50110" y="9370"/>
                  </a:lnTo>
                  <a:lnTo>
                    <a:pt x="50110" y="12175"/>
                  </a:lnTo>
                  <a:lnTo>
                    <a:pt x="64632" y="12175"/>
                  </a:lnTo>
                  <a:lnTo>
                    <a:pt x="64632" y="9370"/>
                  </a:lnTo>
                  <a:lnTo>
                    <a:pt x="66979" y="9370"/>
                  </a:lnTo>
                  <a:lnTo>
                    <a:pt x="66979" y="10782"/>
                  </a:lnTo>
                  <a:lnTo>
                    <a:pt x="81023" y="10782"/>
                  </a:lnTo>
                  <a:lnTo>
                    <a:pt x="81023" y="9370"/>
                  </a:lnTo>
                  <a:lnTo>
                    <a:pt x="83370" y="9370"/>
                  </a:lnTo>
                  <a:lnTo>
                    <a:pt x="83370" y="12175"/>
                  </a:lnTo>
                  <a:lnTo>
                    <a:pt x="97892" y="12175"/>
                  </a:lnTo>
                  <a:lnTo>
                    <a:pt x="97892" y="9370"/>
                  </a:lnTo>
                  <a:lnTo>
                    <a:pt x="101174" y="9370"/>
                  </a:lnTo>
                  <a:lnTo>
                    <a:pt x="101174" y="10782"/>
                  </a:lnTo>
                  <a:lnTo>
                    <a:pt x="115656" y="10782"/>
                  </a:lnTo>
                  <a:lnTo>
                    <a:pt x="115656" y="9370"/>
                  </a:lnTo>
                  <a:lnTo>
                    <a:pt x="118481" y="9370"/>
                  </a:lnTo>
                  <a:lnTo>
                    <a:pt x="118481" y="12175"/>
                  </a:lnTo>
                  <a:lnTo>
                    <a:pt x="133460" y="12175"/>
                  </a:lnTo>
                  <a:lnTo>
                    <a:pt x="133460" y="9370"/>
                  </a:lnTo>
                  <a:lnTo>
                    <a:pt x="136285" y="9370"/>
                  </a:lnTo>
                  <a:lnTo>
                    <a:pt x="136285" y="10782"/>
                  </a:lnTo>
                  <a:lnTo>
                    <a:pt x="151722" y="10782"/>
                  </a:lnTo>
                  <a:lnTo>
                    <a:pt x="151722" y="9370"/>
                  </a:lnTo>
                  <a:lnTo>
                    <a:pt x="154527" y="9370"/>
                  </a:lnTo>
                  <a:lnTo>
                    <a:pt x="154527" y="12175"/>
                  </a:lnTo>
                  <a:lnTo>
                    <a:pt x="169048" y="12175"/>
                  </a:lnTo>
                  <a:lnTo>
                    <a:pt x="169048" y="9370"/>
                  </a:lnTo>
                  <a:lnTo>
                    <a:pt x="172331" y="9370"/>
                  </a:lnTo>
                  <a:lnTo>
                    <a:pt x="172331" y="10782"/>
                  </a:lnTo>
                  <a:lnTo>
                    <a:pt x="186852" y="10782"/>
                  </a:lnTo>
                  <a:lnTo>
                    <a:pt x="186852" y="9370"/>
                  </a:lnTo>
                  <a:lnTo>
                    <a:pt x="190115" y="9370"/>
                  </a:lnTo>
                  <a:lnTo>
                    <a:pt x="190115" y="12175"/>
                  </a:lnTo>
                  <a:lnTo>
                    <a:pt x="204636" y="12175"/>
                  </a:lnTo>
                  <a:lnTo>
                    <a:pt x="204636" y="9370"/>
                  </a:lnTo>
                  <a:lnTo>
                    <a:pt x="207441" y="9370"/>
                  </a:lnTo>
                  <a:lnTo>
                    <a:pt x="207441" y="12175"/>
                  </a:lnTo>
                  <a:lnTo>
                    <a:pt x="222440" y="12175"/>
                  </a:lnTo>
                  <a:lnTo>
                    <a:pt x="222440" y="9370"/>
                  </a:lnTo>
                  <a:lnTo>
                    <a:pt x="225722" y="9370"/>
                  </a:lnTo>
                  <a:lnTo>
                    <a:pt x="225722" y="10782"/>
                  </a:lnTo>
                  <a:lnTo>
                    <a:pt x="240224" y="10782"/>
                  </a:lnTo>
                  <a:lnTo>
                    <a:pt x="240224" y="9370"/>
                  </a:lnTo>
                  <a:lnTo>
                    <a:pt x="243507" y="9370"/>
                  </a:lnTo>
                  <a:lnTo>
                    <a:pt x="243507" y="12175"/>
                  </a:lnTo>
                  <a:lnTo>
                    <a:pt x="257551" y="12175"/>
                  </a:lnTo>
                  <a:lnTo>
                    <a:pt x="257551" y="9370"/>
                  </a:lnTo>
                  <a:lnTo>
                    <a:pt x="260833" y="9370"/>
                  </a:lnTo>
                  <a:lnTo>
                    <a:pt x="260833" y="10782"/>
                  </a:lnTo>
                  <a:lnTo>
                    <a:pt x="275355" y="10782"/>
                  </a:lnTo>
                  <a:lnTo>
                    <a:pt x="2753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4" name="Google Shape;4314;p27"/>
            <p:cNvSpPr/>
            <p:nvPr/>
          </p:nvSpPr>
          <p:spPr>
            <a:xfrm>
              <a:off x="363575" y="-634175"/>
              <a:ext cx="6695900" cy="1158775"/>
            </a:xfrm>
            <a:custGeom>
              <a:avLst/>
              <a:gdLst/>
              <a:ahLst/>
              <a:cxnLst/>
              <a:rect l="l" t="t" r="r" b="b"/>
              <a:pathLst>
                <a:path w="267836" h="46351" extrusionOk="0">
                  <a:moveTo>
                    <a:pt x="0" y="0"/>
                  </a:moveTo>
                  <a:lnTo>
                    <a:pt x="0" y="46350"/>
                  </a:lnTo>
                  <a:lnTo>
                    <a:pt x="267835" y="46350"/>
                  </a:lnTo>
                  <a:lnTo>
                    <a:pt x="26783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5" name="Google Shape;4315;p27"/>
            <p:cNvSpPr/>
            <p:nvPr/>
          </p:nvSpPr>
          <p:spPr>
            <a:xfrm>
              <a:off x="363575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6" name="Google Shape;4316;p27"/>
            <p:cNvSpPr/>
            <p:nvPr/>
          </p:nvSpPr>
          <p:spPr>
            <a:xfrm>
              <a:off x="4341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7" name="Google Shape;4317;p27"/>
            <p:cNvSpPr/>
            <p:nvPr/>
          </p:nvSpPr>
          <p:spPr>
            <a:xfrm>
              <a:off x="785300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044" y="49155"/>
                  </a:lnTo>
                  <a:lnTo>
                    <a:pt x="14044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8" name="Google Shape;4318;p27"/>
            <p:cNvSpPr/>
            <p:nvPr/>
          </p:nvSpPr>
          <p:spPr>
            <a:xfrm>
              <a:off x="867350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480" y="49155"/>
                  </a:lnTo>
                  <a:lnTo>
                    <a:pt x="7480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9" name="Google Shape;4319;p27"/>
            <p:cNvSpPr/>
            <p:nvPr/>
          </p:nvSpPr>
          <p:spPr>
            <a:xfrm>
              <a:off x="119507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0" name="Google Shape;4320;p27"/>
            <p:cNvSpPr/>
            <p:nvPr/>
          </p:nvSpPr>
          <p:spPr>
            <a:xfrm>
              <a:off x="1277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7957" y="47782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1" name="Google Shape;4321;p27"/>
            <p:cNvSpPr/>
            <p:nvPr/>
          </p:nvSpPr>
          <p:spPr>
            <a:xfrm>
              <a:off x="1616300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3" y="49155"/>
                  </a:lnTo>
                  <a:lnTo>
                    <a:pt x="14523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2" name="Google Shape;4322;p27"/>
            <p:cNvSpPr/>
            <p:nvPr/>
          </p:nvSpPr>
          <p:spPr>
            <a:xfrm>
              <a:off x="1698375" y="-634175"/>
              <a:ext cx="210875" cy="1228900"/>
            </a:xfrm>
            <a:custGeom>
              <a:avLst/>
              <a:gdLst/>
              <a:ahLst/>
              <a:cxnLst/>
              <a:rect l="l" t="t" r="r" b="b"/>
              <a:pathLst>
                <a:path w="843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35" y="49155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27"/>
            <p:cNvSpPr/>
            <p:nvPr/>
          </p:nvSpPr>
          <p:spPr>
            <a:xfrm>
              <a:off x="2038025" y="-634175"/>
              <a:ext cx="351150" cy="1194575"/>
            </a:xfrm>
            <a:custGeom>
              <a:avLst/>
              <a:gdLst/>
              <a:ahLst/>
              <a:cxnLst/>
              <a:rect l="l" t="t" r="r" b="b"/>
              <a:pathLst>
                <a:path w="1404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045" y="47782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27"/>
            <p:cNvSpPr/>
            <p:nvPr/>
          </p:nvSpPr>
          <p:spPr>
            <a:xfrm>
              <a:off x="2108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27"/>
            <p:cNvSpPr/>
            <p:nvPr/>
          </p:nvSpPr>
          <p:spPr>
            <a:xfrm>
              <a:off x="24478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27"/>
            <p:cNvSpPr/>
            <p:nvPr/>
          </p:nvSpPr>
          <p:spPr>
            <a:xfrm>
              <a:off x="25293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27"/>
            <p:cNvSpPr/>
            <p:nvPr/>
          </p:nvSpPr>
          <p:spPr>
            <a:xfrm>
              <a:off x="28929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27"/>
            <p:cNvSpPr/>
            <p:nvPr/>
          </p:nvSpPr>
          <p:spPr>
            <a:xfrm>
              <a:off x="29739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27"/>
            <p:cNvSpPr/>
            <p:nvPr/>
          </p:nvSpPr>
          <p:spPr>
            <a:xfrm>
              <a:off x="3325600" y="-634175"/>
              <a:ext cx="374500" cy="1228900"/>
            </a:xfrm>
            <a:custGeom>
              <a:avLst/>
              <a:gdLst/>
              <a:ahLst/>
              <a:cxnLst/>
              <a:rect l="l" t="t" r="r" b="b"/>
              <a:pathLst>
                <a:path w="1498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79" y="49155"/>
                  </a:lnTo>
                  <a:lnTo>
                    <a:pt x="1497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27"/>
            <p:cNvSpPr/>
            <p:nvPr/>
          </p:nvSpPr>
          <p:spPr>
            <a:xfrm>
              <a:off x="3407650" y="-634175"/>
              <a:ext cx="210375" cy="1228900"/>
            </a:xfrm>
            <a:custGeom>
              <a:avLst/>
              <a:gdLst/>
              <a:ahLst/>
              <a:cxnLst/>
              <a:rect l="l" t="t" r="r" b="b"/>
              <a:pathLst>
                <a:path w="841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15" y="49155"/>
                  </a:lnTo>
                  <a:lnTo>
                    <a:pt x="841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27"/>
            <p:cNvSpPr/>
            <p:nvPr/>
          </p:nvSpPr>
          <p:spPr>
            <a:xfrm>
              <a:off x="3770675" y="-634175"/>
              <a:ext cx="385950" cy="1194575"/>
            </a:xfrm>
            <a:custGeom>
              <a:avLst/>
              <a:gdLst/>
              <a:ahLst/>
              <a:cxnLst/>
              <a:rect l="l" t="t" r="r" b="b"/>
              <a:pathLst>
                <a:path w="1543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5438" y="47782"/>
                  </a:lnTo>
                  <a:lnTo>
                    <a:pt x="15438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27"/>
            <p:cNvSpPr/>
            <p:nvPr/>
          </p:nvSpPr>
          <p:spPr>
            <a:xfrm>
              <a:off x="38641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27"/>
            <p:cNvSpPr/>
            <p:nvPr/>
          </p:nvSpPr>
          <p:spPr>
            <a:xfrm>
              <a:off x="42267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27"/>
            <p:cNvSpPr/>
            <p:nvPr/>
          </p:nvSpPr>
          <p:spPr>
            <a:xfrm>
              <a:off x="4308775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481" y="49155"/>
                  </a:lnTo>
                  <a:lnTo>
                    <a:pt x="748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27"/>
            <p:cNvSpPr/>
            <p:nvPr/>
          </p:nvSpPr>
          <p:spPr>
            <a:xfrm>
              <a:off x="46718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27"/>
            <p:cNvSpPr/>
            <p:nvPr/>
          </p:nvSpPr>
          <p:spPr>
            <a:xfrm>
              <a:off x="47419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27"/>
            <p:cNvSpPr/>
            <p:nvPr/>
          </p:nvSpPr>
          <p:spPr>
            <a:xfrm>
              <a:off x="51164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27"/>
            <p:cNvSpPr/>
            <p:nvPr/>
          </p:nvSpPr>
          <p:spPr>
            <a:xfrm>
              <a:off x="51984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27"/>
            <p:cNvSpPr/>
            <p:nvPr/>
          </p:nvSpPr>
          <p:spPr>
            <a:xfrm>
              <a:off x="5549600" y="-634175"/>
              <a:ext cx="375000" cy="1228900"/>
            </a:xfrm>
            <a:custGeom>
              <a:avLst/>
              <a:gdLst/>
              <a:ahLst/>
              <a:cxnLst/>
              <a:rect l="l" t="t" r="r" b="b"/>
              <a:pathLst>
                <a:path w="1500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99" y="49155"/>
                  </a:lnTo>
                  <a:lnTo>
                    <a:pt x="1499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27"/>
            <p:cNvSpPr/>
            <p:nvPr/>
          </p:nvSpPr>
          <p:spPr>
            <a:xfrm>
              <a:off x="5631650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957" y="49155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27"/>
            <p:cNvSpPr/>
            <p:nvPr/>
          </p:nvSpPr>
          <p:spPr>
            <a:xfrm>
              <a:off x="60066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27"/>
            <p:cNvSpPr/>
            <p:nvPr/>
          </p:nvSpPr>
          <p:spPr>
            <a:xfrm>
              <a:off x="60767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27"/>
            <p:cNvSpPr/>
            <p:nvPr/>
          </p:nvSpPr>
          <p:spPr>
            <a:xfrm>
              <a:off x="6451225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045" y="49155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27"/>
            <p:cNvSpPr/>
            <p:nvPr/>
          </p:nvSpPr>
          <p:spPr>
            <a:xfrm>
              <a:off x="6532775" y="-634175"/>
              <a:ext cx="187525" cy="1228900"/>
            </a:xfrm>
            <a:custGeom>
              <a:avLst/>
              <a:gdLst/>
              <a:ahLst/>
              <a:cxnLst/>
              <a:rect l="l" t="t" r="r" b="b"/>
              <a:pathLst>
                <a:path w="750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501" y="49155"/>
                  </a:lnTo>
                  <a:lnTo>
                    <a:pt x="750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27"/>
            <p:cNvSpPr/>
            <p:nvPr/>
          </p:nvSpPr>
          <p:spPr>
            <a:xfrm>
              <a:off x="6884400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27"/>
            <p:cNvSpPr/>
            <p:nvPr/>
          </p:nvSpPr>
          <p:spPr>
            <a:xfrm>
              <a:off x="69783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27"/>
            <p:cNvSpPr/>
            <p:nvPr/>
          </p:nvSpPr>
          <p:spPr>
            <a:xfrm>
              <a:off x="211400" y="-634175"/>
              <a:ext cx="7094250" cy="25"/>
            </a:xfrm>
            <a:custGeom>
              <a:avLst/>
              <a:gdLst/>
              <a:ahLst/>
              <a:cxnLst/>
              <a:rect l="l" t="t" r="r" b="b"/>
              <a:pathLst>
                <a:path w="283770" h="1" fill="none" extrusionOk="0">
                  <a:moveTo>
                    <a:pt x="0" y="0"/>
                  </a:moveTo>
                  <a:lnTo>
                    <a:pt x="283769" y="0"/>
                  </a:lnTo>
                </a:path>
              </a:pathLst>
            </a:custGeom>
            <a:noFill/>
            <a:ln w="46750" cap="flat" cmpd="sng">
              <a:solidFill>
                <a:srgbClr val="FFB726"/>
              </a:solidFill>
              <a:prstDash val="solid"/>
              <a:miter lim="198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27"/>
            <p:cNvSpPr/>
            <p:nvPr/>
          </p:nvSpPr>
          <p:spPr>
            <a:xfrm>
              <a:off x="7287225" y="-693375"/>
              <a:ext cx="127825" cy="128350"/>
            </a:xfrm>
            <a:custGeom>
              <a:avLst/>
              <a:gdLst/>
              <a:ahLst/>
              <a:cxnLst/>
              <a:rect l="l" t="t" r="r" b="b"/>
              <a:pathLst>
                <a:path w="5113" h="5134" extrusionOk="0">
                  <a:moveTo>
                    <a:pt x="2566" y="1"/>
                  </a:moveTo>
                  <a:cubicBezTo>
                    <a:pt x="1134" y="1"/>
                    <a:pt x="0" y="1155"/>
                    <a:pt x="0" y="2567"/>
                  </a:cubicBezTo>
                  <a:cubicBezTo>
                    <a:pt x="0" y="3979"/>
                    <a:pt x="1134" y="5133"/>
                    <a:pt x="2566" y="5133"/>
                  </a:cubicBezTo>
                  <a:cubicBezTo>
                    <a:pt x="3979" y="5133"/>
                    <a:pt x="5113" y="3979"/>
                    <a:pt x="5113" y="2567"/>
                  </a:cubicBezTo>
                  <a:cubicBezTo>
                    <a:pt x="5113" y="1155"/>
                    <a:pt x="3979" y="1"/>
                    <a:pt x="2566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27"/>
            <p:cNvSpPr/>
            <p:nvPr/>
          </p:nvSpPr>
          <p:spPr>
            <a:xfrm>
              <a:off x="193475" y="-693375"/>
              <a:ext cx="128350" cy="128350"/>
            </a:xfrm>
            <a:custGeom>
              <a:avLst/>
              <a:gdLst/>
              <a:ahLst/>
              <a:cxnLst/>
              <a:rect l="l" t="t" r="r" b="b"/>
              <a:pathLst>
                <a:path w="5134" h="5134" extrusionOk="0">
                  <a:moveTo>
                    <a:pt x="2567" y="1"/>
                  </a:moveTo>
                  <a:cubicBezTo>
                    <a:pt x="1155" y="1"/>
                    <a:pt x="1" y="1155"/>
                    <a:pt x="1" y="2567"/>
                  </a:cubicBezTo>
                  <a:cubicBezTo>
                    <a:pt x="1" y="3979"/>
                    <a:pt x="1155" y="5133"/>
                    <a:pt x="2567" y="5133"/>
                  </a:cubicBezTo>
                  <a:cubicBezTo>
                    <a:pt x="3979" y="5133"/>
                    <a:pt x="5133" y="3979"/>
                    <a:pt x="5133" y="2567"/>
                  </a:cubicBezTo>
                  <a:cubicBezTo>
                    <a:pt x="5133" y="1155"/>
                    <a:pt x="3979" y="1"/>
                    <a:pt x="2567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0" name="Google Shape;4350;p27"/>
          <p:cNvGrpSpPr/>
          <p:nvPr/>
        </p:nvGrpSpPr>
        <p:grpSpPr>
          <a:xfrm>
            <a:off x="-20" y="4613271"/>
            <a:ext cx="9143683" cy="1629094"/>
            <a:chOff x="429225" y="4417075"/>
            <a:chExt cx="6749600" cy="1202550"/>
          </a:xfrm>
        </p:grpSpPr>
        <p:sp>
          <p:nvSpPr>
            <p:cNvPr id="4351" name="Google Shape;4351;p27"/>
            <p:cNvSpPr/>
            <p:nvPr/>
          </p:nvSpPr>
          <p:spPr>
            <a:xfrm>
              <a:off x="1901275" y="5022325"/>
              <a:ext cx="3806000" cy="502300"/>
            </a:xfrm>
            <a:custGeom>
              <a:avLst/>
              <a:gdLst/>
              <a:ahLst/>
              <a:cxnLst/>
              <a:rect l="l" t="t" r="r" b="b"/>
              <a:pathLst>
                <a:path w="152240" h="20092" extrusionOk="0">
                  <a:moveTo>
                    <a:pt x="0" y="0"/>
                  </a:moveTo>
                  <a:lnTo>
                    <a:pt x="0" y="20092"/>
                  </a:lnTo>
                  <a:lnTo>
                    <a:pt x="152239" y="20092"/>
                  </a:lnTo>
                  <a:lnTo>
                    <a:pt x="152239" y="0"/>
                  </a:lnTo>
                  <a:close/>
                </a:path>
              </a:pathLst>
            </a:custGeom>
            <a:solidFill>
              <a:srgbClr val="C3C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27"/>
            <p:cNvSpPr/>
            <p:nvPr/>
          </p:nvSpPr>
          <p:spPr>
            <a:xfrm>
              <a:off x="429225" y="4417075"/>
              <a:ext cx="650000" cy="553050"/>
            </a:xfrm>
            <a:custGeom>
              <a:avLst/>
              <a:gdLst/>
              <a:ahLst/>
              <a:cxnLst/>
              <a:rect l="l" t="t" r="r" b="b"/>
              <a:pathLst>
                <a:path w="26000" h="22122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27"/>
            <p:cNvSpPr/>
            <p:nvPr/>
          </p:nvSpPr>
          <p:spPr>
            <a:xfrm>
              <a:off x="4297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2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27"/>
            <p:cNvSpPr/>
            <p:nvPr/>
          </p:nvSpPr>
          <p:spPr>
            <a:xfrm>
              <a:off x="9449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27"/>
            <p:cNvSpPr/>
            <p:nvPr/>
          </p:nvSpPr>
          <p:spPr>
            <a:xfrm>
              <a:off x="4297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3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27"/>
            <p:cNvSpPr/>
            <p:nvPr/>
          </p:nvSpPr>
          <p:spPr>
            <a:xfrm>
              <a:off x="4302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9" y="20828"/>
                  </a:lnTo>
                  <a:lnTo>
                    <a:pt x="24489" y="6088"/>
                  </a:lnTo>
                  <a:cubicBezTo>
                    <a:pt x="2446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27"/>
            <p:cNvSpPr/>
            <p:nvPr/>
          </p:nvSpPr>
          <p:spPr>
            <a:xfrm>
              <a:off x="1191600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27"/>
            <p:cNvSpPr/>
            <p:nvPr/>
          </p:nvSpPr>
          <p:spPr>
            <a:xfrm>
              <a:off x="11926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27"/>
            <p:cNvSpPr/>
            <p:nvPr/>
          </p:nvSpPr>
          <p:spPr>
            <a:xfrm>
              <a:off x="17078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27"/>
            <p:cNvSpPr/>
            <p:nvPr/>
          </p:nvSpPr>
          <p:spPr>
            <a:xfrm>
              <a:off x="1192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09" y="0"/>
                  </a:moveTo>
                  <a:cubicBezTo>
                    <a:pt x="75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5" y="4158"/>
                  </a:cubicBezTo>
                  <a:cubicBezTo>
                    <a:pt x="7221" y="3263"/>
                    <a:pt x="4476" y="1850"/>
                    <a:pt x="200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27"/>
            <p:cNvSpPr/>
            <p:nvPr/>
          </p:nvSpPr>
          <p:spPr>
            <a:xfrm>
              <a:off x="11926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08" y="160"/>
                  </a:cubicBezTo>
                  <a:lnTo>
                    <a:pt x="1824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88" y="2726"/>
                    <a:pt x="2174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27"/>
            <p:cNvSpPr/>
            <p:nvPr/>
          </p:nvSpPr>
          <p:spPr>
            <a:xfrm>
              <a:off x="1954475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1" y="22121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27"/>
            <p:cNvSpPr/>
            <p:nvPr/>
          </p:nvSpPr>
          <p:spPr>
            <a:xfrm>
              <a:off x="195447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27"/>
            <p:cNvSpPr/>
            <p:nvPr/>
          </p:nvSpPr>
          <p:spPr>
            <a:xfrm>
              <a:off x="24702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27"/>
            <p:cNvSpPr/>
            <p:nvPr/>
          </p:nvSpPr>
          <p:spPr>
            <a:xfrm>
              <a:off x="195447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27"/>
            <p:cNvSpPr/>
            <p:nvPr/>
          </p:nvSpPr>
          <p:spPr>
            <a:xfrm>
              <a:off x="19544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27"/>
            <p:cNvSpPr/>
            <p:nvPr/>
          </p:nvSpPr>
          <p:spPr>
            <a:xfrm>
              <a:off x="271687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27"/>
            <p:cNvSpPr/>
            <p:nvPr/>
          </p:nvSpPr>
          <p:spPr>
            <a:xfrm>
              <a:off x="27168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27"/>
            <p:cNvSpPr/>
            <p:nvPr/>
          </p:nvSpPr>
          <p:spPr>
            <a:xfrm>
              <a:off x="32326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27"/>
            <p:cNvSpPr/>
            <p:nvPr/>
          </p:nvSpPr>
          <p:spPr>
            <a:xfrm>
              <a:off x="271687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6" y="4158"/>
                  </a:cubicBezTo>
                  <a:cubicBezTo>
                    <a:pt x="7221" y="3263"/>
                    <a:pt x="4476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27"/>
            <p:cNvSpPr/>
            <p:nvPr/>
          </p:nvSpPr>
          <p:spPr>
            <a:xfrm>
              <a:off x="271737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68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27"/>
            <p:cNvSpPr/>
            <p:nvPr/>
          </p:nvSpPr>
          <p:spPr>
            <a:xfrm>
              <a:off x="347975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27"/>
            <p:cNvSpPr/>
            <p:nvPr/>
          </p:nvSpPr>
          <p:spPr>
            <a:xfrm>
              <a:off x="3479250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80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27"/>
            <p:cNvSpPr/>
            <p:nvPr/>
          </p:nvSpPr>
          <p:spPr>
            <a:xfrm>
              <a:off x="399497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27"/>
            <p:cNvSpPr/>
            <p:nvPr/>
          </p:nvSpPr>
          <p:spPr>
            <a:xfrm>
              <a:off x="3479250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3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86" y="4158"/>
                  </a:cubicBezTo>
                  <a:cubicBezTo>
                    <a:pt x="7242" y="3263"/>
                    <a:pt x="4477" y="1850"/>
                    <a:pt x="203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27"/>
            <p:cNvSpPr/>
            <p:nvPr/>
          </p:nvSpPr>
          <p:spPr>
            <a:xfrm>
              <a:off x="34792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27"/>
            <p:cNvSpPr/>
            <p:nvPr/>
          </p:nvSpPr>
          <p:spPr>
            <a:xfrm>
              <a:off x="652880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27"/>
            <p:cNvSpPr/>
            <p:nvPr/>
          </p:nvSpPr>
          <p:spPr>
            <a:xfrm>
              <a:off x="65661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27"/>
            <p:cNvSpPr/>
            <p:nvPr/>
          </p:nvSpPr>
          <p:spPr>
            <a:xfrm>
              <a:off x="65288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27"/>
            <p:cNvSpPr/>
            <p:nvPr/>
          </p:nvSpPr>
          <p:spPr>
            <a:xfrm>
              <a:off x="6566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6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33" y="1134"/>
                    <a:pt x="22479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27"/>
            <p:cNvSpPr/>
            <p:nvPr/>
          </p:nvSpPr>
          <p:spPr>
            <a:xfrm>
              <a:off x="6566600" y="4449400"/>
              <a:ext cx="611725" cy="520725"/>
            </a:xfrm>
            <a:custGeom>
              <a:avLst/>
              <a:gdLst/>
              <a:ahLst/>
              <a:cxnLst/>
              <a:rect l="l" t="t" r="r" b="b"/>
              <a:pathLst>
                <a:path w="2446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00" y="20828"/>
                  </a:lnTo>
                  <a:lnTo>
                    <a:pt x="200" y="6207"/>
                  </a:lnTo>
                  <a:cubicBezTo>
                    <a:pt x="200" y="2885"/>
                    <a:pt x="2885" y="160"/>
                    <a:pt x="6207" y="160"/>
                  </a:cubicBezTo>
                  <a:lnTo>
                    <a:pt x="18461" y="160"/>
                  </a:lnTo>
                  <a:cubicBezTo>
                    <a:pt x="21763" y="160"/>
                    <a:pt x="24469" y="2885"/>
                    <a:pt x="24469" y="6207"/>
                  </a:cubicBezTo>
                  <a:lnTo>
                    <a:pt x="24469" y="6088"/>
                  </a:lnTo>
                  <a:cubicBezTo>
                    <a:pt x="24469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27"/>
            <p:cNvSpPr/>
            <p:nvPr/>
          </p:nvSpPr>
          <p:spPr>
            <a:xfrm>
              <a:off x="5766425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27"/>
            <p:cNvSpPr/>
            <p:nvPr/>
          </p:nvSpPr>
          <p:spPr>
            <a:xfrm>
              <a:off x="580322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8"/>
                  </a:lnTo>
                  <a:cubicBezTo>
                    <a:pt x="2452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27"/>
            <p:cNvSpPr/>
            <p:nvPr/>
          </p:nvSpPr>
          <p:spPr>
            <a:xfrm>
              <a:off x="57664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27"/>
            <p:cNvSpPr/>
            <p:nvPr/>
          </p:nvSpPr>
          <p:spPr>
            <a:xfrm>
              <a:off x="580372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2479" y="0"/>
                  </a:moveTo>
                  <a:cubicBezTo>
                    <a:pt x="2003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508" y="19276"/>
                  </a:lnTo>
                  <a:lnTo>
                    <a:pt x="24508" y="4536"/>
                  </a:lnTo>
                  <a:cubicBezTo>
                    <a:pt x="2450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27"/>
            <p:cNvSpPr/>
            <p:nvPr/>
          </p:nvSpPr>
          <p:spPr>
            <a:xfrm>
              <a:off x="58037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45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508" y="2885"/>
                    <a:pt x="24508" y="6207"/>
                  </a:cubicBezTo>
                  <a:lnTo>
                    <a:pt x="24508" y="6088"/>
                  </a:lnTo>
                  <a:cubicBezTo>
                    <a:pt x="24508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27"/>
            <p:cNvSpPr/>
            <p:nvPr/>
          </p:nvSpPr>
          <p:spPr>
            <a:xfrm>
              <a:off x="500402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27"/>
            <p:cNvSpPr/>
            <p:nvPr/>
          </p:nvSpPr>
          <p:spPr>
            <a:xfrm>
              <a:off x="50413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27"/>
            <p:cNvSpPr/>
            <p:nvPr/>
          </p:nvSpPr>
          <p:spPr>
            <a:xfrm>
              <a:off x="50040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27"/>
            <p:cNvSpPr/>
            <p:nvPr/>
          </p:nvSpPr>
          <p:spPr>
            <a:xfrm>
              <a:off x="504182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4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27"/>
            <p:cNvSpPr/>
            <p:nvPr/>
          </p:nvSpPr>
          <p:spPr>
            <a:xfrm>
              <a:off x="504132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8" y="1"/>
                  </a:moveTo>
                  <a:cubicBezTo>
                    <a:pt x="2726" y="1"/>
                    <a:pt x="21" y="2726"/>
                    <a:pt x="1" y="6088"/>
                  </a:cubicBezTo>
                  <a:lnTo>
                    <a:pt x="1" y="20828"/>
                  </a:lnTo>
                  <a:lnTo>
                    <a:pt x="220" y="20828"/>
                  </a:lnTo>
                  <a:lnTo>
                    <a:pt x="220" y="6207"/>
                  </a:lnTo>
                  <a:cubicBezTo>
                    <a:pt x="220" y="2885"/>
                    <a:pt x="2905" y="160"/>
                    <a:pt x="6227" y="160"/>
                  </a:cubicBezTo>
                  <a:lnTo>
                    <a:pt x="18461" y="160"/>
                  </a:lnTo>
                  <a:cubicBezTo>
                    <a:pt x="21783" y="160"/>
                    <a:pt x="24489" y="2885"/>
                    <a:pt x="24489" y="6207"/>
                  </a:cubicBezTo>
                  <a:lnTo>
                    <a:pt x="24489" y="6088"/>
                  </a:lnTo>
                  <a:cubicBezTo>
                    <a:pt x="2448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27"/>
            <p:cNvSpPr/>
            <p:nvPr/>
          </p:nvSpPr>
          <p:spPr>
            <a:xfrm>
              <a:off x="4241650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27"/>
            <p:cNvSpPr/>
            <p:nvPr/>
          </p:nvSpPr>
          <p:spPr>
            <a:xfrm>
              <a:off x="42784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27"/>
            <p:cNvSpPr/>
            <p:nvPr/>
          </p:nvSpPr>
          <p:spPr>
            <a:xfrm>
              <a:off x="424165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27"/>
            <p:cNvSpPr/>
            <p:nvPr/>
          </p:nvSpPr>
          <p:spPr>
            <a:xfrm>
              <a:off x="427895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4536"/>
                  </a:lnTo>
                  <a:cubicBezTo>
                    <a:pt x="2448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27"/>
            <p:cNvSpPr/>
            <p:nvPr/>
          </p:nvSpPr>
          <p:spPr>
            <a:xfrm>
              <a:off x="427895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7" y="1"/>
                  </a:moveTo>
                  <a:cubicBezTo>
                    <a:pt x="274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488" y="2885"/>
                    <a:pt x="24488" y="6207"/>
                  </a:cubicBezTo>
                  <a:lnTo>
                    <a:pt x="24488" y="6088"/>
                  </a:lnTo>
                  <a:cubicBezTo>
                    <a:pt x="2448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27"/>
            <p:cNvSpPr/>
            <p:nvPr/>
          </p:nvSpPr>
          <p:spPr>
            <a:xfrm>
              <a:off x="810650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27"/>
            <p:cNvSpPr/>
            <p:nvPr/>
          </p:nvSpPr>
          <p:spPr>
            <a:xfrm>
              <a:off x="81065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08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27"/>
            <p:cNvSpPr/>
            <p:nvPr/>
          </p:nvSpPr>
          <p:spPr>
            <a:xfrm>
              <a:off x="1326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73" y="1017"/>
                    <a:pt x="4886" y="1406"/>
                    <a:pt x="4527" y="1406"/>
                  </a:cubicBezTo>
                  <a:cubicBezTo>
                    <a:pt x="4358" y="1406"/>
                    <a:pt x="4152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27"/>
            <p:cNvSpPr/>
            <p:nvPr/>
          </p:nvSpPr>
          <p:spPr>
            <a:xfrm>
              <a:off x="8106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1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53" y="5709"/>
                    <a:pt x="14880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27"/>
            <p:cNvSpPr/>
            <p:nvPr/>
          </p:nvSpPr>
          <p:spPr>
            <a:xfrm>
              <a:off x="811150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6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469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27"/>
            <p:cNvSpPr/>
            <p:nvPr/>
          </p:nvSpPr>
          <p:spPr>
            <a:xfrm>
              <a:off x="1573050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27"/>
            <p:cNvSpPr/>
            <p:nvPr/>
          </p:nvSpPr>
          <p:spPr>
            <a:xfrm>
              <a:off x="157355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27"/>
            <p:cNvSpPr/>
            <p:nvPr/>
          </p:nvSpPr>
          <p:spPr>
            <a:xfrm>
              <a:off x="20887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87" y="1017"/>
                    <a:pt x="4904" y="1406"/>
                    <a:pt x="4540" y="1406"/>
                  </a:cubicBezTo>
                  <a:cubicBezTo>
                    <a:pt x="4369" y="1406"/>
                    <a:pt x="4159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27"/>
            <p:cNvSpPr/>
            <p:nvPr/>
          </p:nvSpPr>
          <p:spPr>
            <a:xfrm>
              <a:off x="1573550" y="46935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2" y="5690"/>
                    <a:pt x="14860" y="5571"/>
                    <a:pt x="10165" y="4159"/>
                  </a:cubicBezTo>
                  <a:cubicBezTo>
                    <a:pt x="7241" y="326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27"/>
            <p:cNvSpPr/>
            <p:nvPr/>
          </p:nvSpPr>
          <p:spPr>
            <a:xfrm>
              <a:off x="1573550" y="4654800"/>
              <a:ext cx="612200" cy="521200"/>
            </a:xfrm>
            <a:custGeom>
              <a:avLst/>
              <a:gdLst/>
              <a:ahLst/>
              <a:cxnLst/>
              <a:rect l="l" t="t" r="r" b="b"/>
              <a:pathLst>
                <a:path w="24488" h="20848" extrusionOk="0">
                  <a:moveTo>
                    <a:pt x="6067" y="0"/>
                  </a:moveTo>
                  <a:cubicBezTo>
                    <a:pt x="2706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06" y="179"/>
                    <a:pt x="600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27"/>
            <p:cNvSpPr/>
            <p:nvPr/>
          </p:nvSpPr>
          <p:spPr>
            <a:xfrm>
              <a:off x="2335925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27"/>
            <p:cNvSpPr/>
            <p:nvPr/>
          </p:nvSpPr>
          <p:spPr>
            <a:xfrm>
              <a:off x="233592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27"/>
            <p:cNvSpPr/>
            <p:nvPr/>
          </p:nvSpPr>
          <p:spPr>
            <a:xfrm>
              <a:off x="28516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87" y="1017"/>
                    <a:pt x="4904" y="1406"/>
                    <a:pt x="4539" y="1406"/>
                  </a:cubicBezTo>
                  <a:cubicBezTo>
                    <a:pt x="4369" y="1406"/>
                    <a:pt x="4159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27"/>
            <p:cNvSpPr/>
            <p:nvPr/>
          </p:nvSpPr>
          <p:spPr>
            <a:xfrm>
              <a:off x="233592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17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3" y="5690"/>
                    <a:pt x="14860" y="5571"/>
                    <a:pt x="10166" y="4159"/>
                  </a:cubicBezTo>
                  <a:cubicBezTo>
                    <a:pt x="7222" y="326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27"/>
            <p:cNvSpPr/>
            <p:nvPr/>
          </p:nvSpPr>
          <p:spPr>
            <a:xfrm>
              <a:off x="2335925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68" y="0"/>
                  </a:moveTo>
                  <a:cubicBezTo>
                    <a:pt x="270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27"/>
            <p:cNvSpPr/>
            <p:nvPr/>
          </p:nvSpPr>
          <p:spPr>
            <a:xfrm>
              <a:off x="3097825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27"/>
            <p:cNvSpPr/>
            <p:nvPr/>
          </p:nvSpPr>
          <p:spPr>
            <a:xfrm>
              <a:off x="309782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27"/>
            <p:cNvSpPr/>
            <p:nvPr/>
          </p:nvSpPr>
          <p:spPr>
            <a:xfrm>
              <a:off x="361402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74" y="1017"/>
                    <a:pt x="4886" y="1406"/>
                    <a:pt x="4527" y="1406"/>
                  </a:cubicBezTo>
                  <a:cubicBezTo>
                    <a:pt x="4359" y="1406"/>
                    <a:pt x="4153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27"/>
            <p:cNvSpPr/>
            <p:nvPr/>
          </p:nvSpPr>
          <p:spPr>
            <a:xfrm>
              <a:off x="3098325" y="46935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60"/>
                  </a:lnTo>
                  <a:cubicBezTo>
                    <a:pt x="20052" y="5690"/>
                    <a:pt x="14880" y="5571"/>
                    <a:pt x="10185" y="4159"/>
                  </a:cubicBezTo>
                  <a:cubicBezTo>
                    <a:pt x="7241" y="3263"/>
                    <a:pt x="4476" y="183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27"/>
            <p:cNvSpPr/>
            <p:nvPr/>
          </p:nvSpPr>
          <p:spPr>
            <a:xfrm>
              <a:off x="309832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06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25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50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27"/>
            <p:cNvSpPr/>
            <p:nvPr/>
          </p:nvSpPr>
          <p:spPr>
            <a:xfrm>
              <a:off x="6147875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27"/>
            <p:cNvSpPr/>
            <p:nvPr/>
          </p:nvSpPr>
          <p:spPr>
            <a:xfrm>
              <a:off x="618417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10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27"/>
            <p:cNvSpPr/>
            <p:nvPr/>
          </p:nvSpPr>
          <p:spPr>
            <a:xfrm>
              <a:off x="6147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3" y="1320"/>
                    <a:pt x="1002" y="1406"/>
                    <a:pt x="832" y="1406"/>
                  </a:cubicBezTo>
                  <a:cubicBezTo>
                    <a:pt x="468" y="1406"/>
                    <a:pt x="285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27"/>
            <p:cNvSpPr/>
            <p:nvPr/>
          </p:nvSpPr>
          <p:spPr>
            <a:xfrm>
              <a:off x="61851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80" y="0"/>
                  </a:moveTo>
                  <a:cubicBezTo>
                    <a:pt x="20013" y="1850"/>
                    <a:pt x="17248" y="3263"/>
                    <a:pt x="14324" y="4158"/>
                  </a:cubicBezTo>
                  <a:cubicBezTo>
                    <a:pt x="9609" y="5570"/>
                    <a:pt x="443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27"/>
            <p:cNvSpPr/>
            <p:nvPr/>
          </p:nvSpPr>
          <p:spPr>
            <a:xfrm>
              <a:off x="618467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2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802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27"/>
            <p:cNvSpPr/>
            <p:nvPr/>
          </p:nvSpPr>
          <p:spPr>
            <a:xfrm>
              <a:off x="5385475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27"/>
            <p:cNvSpPr/>
            <p:nvPr/>
          </p:nvSpPr>
          <p:spPr>
            <a:xfrm>
              <a:off x="542227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27"/>
            <p:cNvSpPr/>
            <p:nvPr/>
          </p:nvSpPr>
          <p:spPr>
            <a:xfrm>
              <a:off x="53854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2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27"/>
            <p:cNvSpPr/>
            <p:nvPr/>
          </p:nvSpPr>
          <p:spPr>
            <a:xfrm>
              <a:off x="54227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67" y="3263"/>
                    <a:pt x="14323" y="4159"/>
                  </a:cubicBezTo>
                  <a:cubicBezTo>
                    <a:pt x="9629" y="5571"/>
                    <a:pt x="4456" y="5690"/>
                    <a:pt x="0" y="7660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27"/>
            <p:cNvSpPr/>
            <p:nvPr/>
          </p:nvSpPr>
          <p:spPr>
            <a:xfrm>
              <a:off x="5422775" y="4654800"/>
              <a:ext cx="611725" cy="521200"/>
            </a:xfrm>
            <a:custGeom>
              <a:avLst/>
              <a:gdLst/>
              <a:ahLst/>
              <a:cxnLst/>
              <a:rect l="l" t="t" r="r" b="b"/>
              <a:pathLst>
                <a:path w="24469" h="20848" extrusionOk="0">
                  <a:moveTo>
                    <a:pt x="6068" y="0"/>
                  </a:moveTo>
                  <a:cubicBezTo>
                    <a:pt x="2706" y="0"/>
                    <a:pt x="0" y="2726"/>
                    <a:pt x="0" y="6107"/>
                  </a:cubicBezTo>
                  <a:lnTo>
                    <a:pt x="0" y="20848"/>
                  </a:lnTo>
                  <a:lnTo>
                    <a:pt x="199" y="20848"/>
                  </a:lnTo>
                  <a:lnTo>
                    <a:pt x="199" y="6227"/>
                  </a:lnTo>
                  <a:cubicBezTo>
                    <a:pt x="199" y="2885"/>
                    <a:pt x="2885" y="179"/>
                    <a:pt x="6207" y="179"/>
                  </a:cubicBezTo>
                  <a:lnTo>
                    <a:pt x="18441" y="179"/>
                  </a:lnTo>
                  <a:cubicBezTo>
                    <a:pt x="21763" y="179"/>
                    <a:pt x="24468" y="2885"/>
                    <a:pt x="24468" y="6227"/>
                  </a:cubicBezTo>
                  <a:lnTo>
                    <a:pt x="24468" y="6107"/>
                  </a:lnTo>
                  <a:cubicBezTo>
                    <a:pt x="24468" y="274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27"/>
            <p:cNvSpPr/>
            <p:nvPr/>
          </p:nvSpPr>
          <p:spPr>
            <a:xfrm>
              <a:off x="4622600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27"/>
            <p:cNvSpPr/>
            <p:nvPr/>
          </p:nvSpPr>
          <p:spPr>
            <a:xfrm>
              <a:off x="465990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27"/>
            <p:cNvSpPr/>
            <p:nvPr/>
          </p:nvSpPr>
          <p:spPr>
            <a:xfrm>
              <a:off x="46226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9" y="1320"/>
                    <a:pt x="1013" y="1406"/>
                    <a:pt x="845" y="1406"/>
                  </a:cubicBezTo>
                  <a:cubicBezTo>
                    <a:pt x="486" y="1406"/>
                    <a:pt x="298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27"/>
            <p:cNvSpPr/>
            <p:nvPr/>
          </p:nvSpPr>
          <p:spPr>
            <a:xfrm>
              <a:off x="46608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31"/>
                    <a:pt x="17248" y="3263"/>
                    <a:pt x="14324" y="4159"/>
                  </a:cubicBezTo>
                  <a:cubicBezTo>
                    <a:pt x="9609" y="5571"/>
                    <a:pt x="4437" y="5690"/>
                    <a:pt x="1" y="7660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17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27"/>
            <p:cNvSpPr/>
            <p:nvPr/>
          </p:nvSpPr>
          <p:spPr>
            <a:xfrm>
              <a:off x="4659900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4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783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27"/>
            <p:cNvSpPr/>
            <p:nvPr/>
          </p:nvSpPr>
          <p:spPr>
            <a:xfrm>
              <a:off x="3860700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27"/>
            <p:cNvSpPr/>
            <p:nvPr/>
          </p:nvSpPr>
          <p:spPr>
            <a:xfrm>
              <a:off x="389700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10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27"/>
            <p:cNvSpPr/>
            <p:nvPr/>
          </p:nvSpPr>
          <p:spPr>
            <a:xfrm>
              <a:off x="38607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3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27"/>
            <p:cNvSpPr/>
            <p:nvPr/>
          </p:nvSpPr>
          <p:spPr>
            <a:xfrm>
              <a:off x="3898000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47" y="3263"/>
                    <a:pt x="14323" y="4159"/>
                  </a:cubicBezTo>
                  <a:cubicBezTo>
                    <a:pt x="9629" y="5571"/>
                    <a:pt x="4456" y="5690"/>
                    <a:pt x="1" y="7660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27"/>
            <p:cNvSpPr/>
            <p:nvPr/>
          </p:nvSpPr>
          <p:spPr>
            <a:xfrm>
              <a:off x="3898000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88" y="0"/>
                  </a:moveTo>
                  <a:cubicBezTo>
                    <a:pt x="2726" y="0"/>
                    <a:pt x="1" y="2726"/>
                    <a:pt x="1" y="6107"/>
                  </a:cubicBezTo>
                  <a:lnTo>
                    <a:pt x="1" y="20848"/>
                  </a:lnTo>
                  <a:lnTo>
                    <a:pt x="219" y="20848"/>
                  </a:lnTo>
                  <a:lnTo>
                    <a:pt x="219" y="6227"/>
                  </a:lnTo>
                  <a:cubicBezTo>
                    <a:pt x="219" y="2885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5"/>
                    <a:pt x="24488" y="6227"/>
                  </a:cubicBezTo>
                  <a:lnTo>
                    <a:pt x="24488" y="6107"/>
                  </a:lnTo>
                  <a:cubicBezTo>
                    <a:pt x="2448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27"/>
            <p:cNvSpPr/>
            <p:nvPr/>
          </p:nvSpPr>
          <p:spPr>
            <a:xfrm>
              <a:off x="429225" y="4827850"/>
              <a:ext cx="650000" cy="758450"/>
            </a:xfrm>
            <a:custGeom>
              <a:avLst/>
              <a:gdLst/>
              <a:ahLst/>
              <a:cxnLst/>
              <a:rect l="l" t="t" r="r" b="b"/>
              <a:pathLst>
                <a:path w="26000" h="30338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27"/>
            <p:cNvSpPr/>
            <p:nvPr/>
          </p:nvSpPr>
          <p:spPr>
            <a:xfrm>
              <a:off x="4297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2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9" name="Google Shape;4439;p27"/>
            <p:cNvSpPr/>
            <p:nvPr/>
          </p:nvSpPr>
          <p:spPr>
            <a:xfrm>
              <a:off x="9449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0" name="Google Shape;4440;p27"/>
            <p:cNvSpPr/>
            <p:nvPr/>
          </p:nvSpPr>
          <p:spPr>
            <a:xfrm>
              <a:off x="4297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7659"/>
                  </a:lnTo>
                  <a:cubicBezTo>
                    <a:pt x="2003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27"/>
            <p:cNvSpPr/>
            <p:nvPr/>
          </p:nvSpPr>
          <p:spPr>
            <a:xfrm>
              <a:off x="4302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489" y="29043"/>
                  </a:lnTo>
                  <a:lnTo>
                    <a:pt x="24489" y="6087"/>
                  </a:lnTo>
                  <a:cubicBezTo>
                    <a:pt x="2446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27"/>
            <p:cNvSpPr/>
            <p:nvPr/>
          </p:nvSpPr>
          <p:spPr>
            <a:xfrm>
              <a:off x="1191600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27"/>
            <p:cNvSpPr/>
            <p:nvPr/>
          </p:nvSpPr>
          <p:spPr>
            <a:xfrm>
              <a:off x="11926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27"/>
            <p:cNvSpPr/>
            <p:nvPr/>
          </p:nvSpPr>
          <p:spPr>
            <a:xfrm>
              <a:off x="17078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27"/>
            <p:cNvSpPr/>
            <p:nvPr/>
          </p:nvSpPr>
          <p:spPr>
            <a:xfrm>
              <a:off x="1192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09" y="1"/>
                  </a:moveTo>
                  <a:cubicBezTo>
                    <a:pt x="75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5" y="4138"/>
                  </a:cubicBezTo>
                  <a:cubicBezTo>
                    <a:pt x="7221" y="324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27"/>
            <p:cNvSpPr/>
            <p:nvPr/>
          </p:nvSpPr>
          <p:spPr>
            <a:xfrm>
              <a:off x="11926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88" y="2725"/>
                    <a:pt x="2174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27"/>
            <p:cNvSpPr/>
            <p:nvPr/>
          </p:nvSpPr>
          <p:spPr>
            <a:xfrm>
              <a:off x="1954475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1" y="30337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27"/>
            <p:cNvSpPr/>
            <p:nvPr/>
          </p:nvSpPr>
          <p:spPr>
            <a:xfrm>
              <a:off x="195447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27"/>
            <p:cNvSpPr/>
            <p:nvPr/>
          </p:nvSpPr>
          <p:spPr>
            <a:xfrm>
              <a:off x="24702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27"/>
            <p:cNvSpPr/>
            <p:nvPr/>
          </p:nvSpPr>
          <p:spPr>
            <a:xfrm>
              <a:off x="195447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27"/>
            <p:cNvSpPr/>
            <p:nvPr/>
          </p:nvSpPr>
          <p:spPr>
            <a:xfrm>
              <a:off x="19544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27"/>
            <p:cNvSpPr/>
            <p:nvPr/>
          </p:nvSpPr>
          <p:spPr>
            <a:xfrm>
              <a:off x="271687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27"/>
            <p:cNvSpPr/>
            <p:nvPr/>
          </p:nvSpPr>
          <p:spPr>
            <a:xfrm>
              <a:off x="27168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27"/>
            <p:cNvSpPr/>
            <p:nvPr/>
          </p:nvSpPr>
          <p:spPr>
            <a:xfrm>
              <a:off x="32326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27"/>
            <p:cNvSpPr/>
            <p:nvPr/>
          </p:nvSpPr>
          <p:spPr>
            <a:xfrm>
              <a:off x="271687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6" y="4138"/>
                  </a:cubicBezTo>
                  <a:cubicBezTo>
                    <a:pt x="7221" y="324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27"/>
            <p:cNvSpPr/>
            <p:nvPr/>
          </p:nvSpPr>
          <p:spPr>
            <a:xfrm>
              <a:off x="271737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27"/>
            <p:cNvSpPr/>
            <p:nvPr/>
          </p:nvSpPr>
          <p:spPr>
            <a:xfrm>
              <a:off x="347975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27"/>
            <p:cNvSpPr/>
            <p:nvPr/>
          </p:nvSpPr>
          <p:spPr>
            <a:xfrm>
              <a:off x="3479250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27"/>
            <p:cNvSpPr/>
            <p:nvPr/>
          </p:nvSpPr>
          <p:spPr>
            <a:xfrm>
              <a:off x="399497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27"/>
            <p:cNvSpPr/>
            <p:nvPr/>
          </p:nvSpPr>
          <p:spPr>
            <a:xfrm>
              <a:off x="3479250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3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86" y="4138"/>
                  </a:cubicBezTo>
                  <a:cubicBezTo>
                    <a:pt x="7242" y="3243"/>
                    <a:pt x="4477" y="1831"/>
                    <a:pt x="203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27"/>
            <p:cNvSpPr/>
            <p:nvPr/>
          </p:nvSpPr>
          <p:spPr>
            <a:xfrm>
              <a:off x="34792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27"/>
            <p:cNvSpPr/>
            <p:nvPr/>
          </p:nvSpPr>
          <p:spPr>
            <a:xfrm>
              <a:off x="652880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27"/>
            <p:cNvSpPr/>
            <p:nvPr/>
          </p:nvSpPr>
          <p:spPr>
            <a:xfrm>
              <a:off x="65661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27"/>
            <p:cNvSpPr/>
            <p:nvPr/>
          </p:nvSpPr>
          <p:spPr>
            <a:xfrm>
              <a:off x="65288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27"/>
            <p:cNvSpPr/>
            <p:nvPr/>
          </p:nvSpPr>
          <p:spPr>
            <a:xfrm>
              <a:off x="6566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6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33" y="1115"/>
                    <a:pt x="22479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27"/>
            <p:cNvSpPr/>
            <p:nvPr/>
          </p:nvSpPr>
          <p:spPr>
            <a:xfrm>
              <a:off x="6566600" y="4860200"/>
              <a:ext cx="611725" cy="726100"/>
            </a:xfrm>
            <a:custGeom>
              <a:avLst/>
              <a:gdLst/>
              <a:ahLst/>
              <a:cxnLst/>
              <a:rect l="l" t="t" r="r" b="b"/>
              <a:pathLst>
                <a:path w="2446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00" y="29043"/>
                  </a:lnTo>
                  <a:lnTo>
                    <a:pt x="200" y="6207"/>
                  </a:lnTo>
                  <a:cubicBezTo>
                    <a:pt x="200" y="2884"/>
                    <a:pt x="2885" y="179"/>
                    <a:pt x="6207" y="179"/>
                  </a:cubicBezTo>
                  <a:lnTo>
                    <a:pt x="18461" y="179"/>
                  </a:lnTo>
                  <a:cubicBezTo>
                    <a:pt x="21763" y="179"/>
                    <a:pt x="24469" y="2884"/>
                    <a:pt x="24469" y="6207"/>
                  </a:cubicBezTo>
                  <a:lnTo>
                    <a:pt x="24469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27"/>
            <p:cNvSpPr/>
            <p:nvPr/>
          </p:nvSpPr>
          <p:spPr>
            <a:xfrm>
              <a:off x="5766425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27"/>
            <p:cNvSpPr/>
            <p:nvPr/>
          </p:nvSpPr>
          <p:spPr>
            <a:xfrm>
              <a:off x="580322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28" y="29043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27"/>
            <p:cNvSpPr/>
            <p:nvPr/>
          </p:nvSpPr>
          <p:spPr>
            <a:xfrm>
              <a:off x="57664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27"/>
            <p:cNvSpPr/>
            <p:nvPr/>
          </p:nvSpPr>
          <p:spPr>
            <a:xfrm>
              <a:off x="580372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2479" y="1"/>
                  </a:moveTo>
                  <a:cubicBezTo>
                    <a:pt x="2003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508" y="27492"/>
                  </a:lnTo>
                  <a:lnTo>
                    <a:pt x="24508" y="4516"/>
                  </a:lnTo>
                  <a:cubicBezTo>
                    <a:pt x="2450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27"/>
            <p:cNvSpPr/>
            <p:nvPr/>
          </p:nvSpPr>
          <p:spPr>
            <a:xfrm>
              <a:off x="58037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508" y="2884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27"/>
            <p:cNvSpPr/>
            <p:nvPr/>
          </p:nvSpPr>
          <p:spPr>
            <a:xfrm>
              <a:off x="500402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27"/>
            <p:cNvSpPr/>
            <p:nvPr/>
          </p:nvSpPr>
          <p:spPr>
            <a:xfrm>
              <a:off x="50413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27"/>
            <p:cNvSpPr/>
            <p:nvPr/>
          </p:nvSpPr>
          <p:spPr>
            <a:xfrm>
              <a:off x="50040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27"/>
            <p:cNvSpPr/>
            <p:nvPr/>
          </p:nvSpPr>
          <p:spPr>
            <a:xfrm>
              <a:off x="504182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4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27"/>
            <p:cNvSpPr/>
            <p:nvPr/>
          </p:nvSpPr>
          <p:spPr>
            <a:xfrm>
              <a:off x="504132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8" y="0"/>
                  </a:moveTo>
                  <a:cubicBezTo>
                    <a:pt x="2726" y="0"/>
                    <a:pt x="21" y="2725"/>
                    <a:pt x="1" y="6087"/>
                  </a:cubicBezTo>
                  <a:lnTo>
                    <a:pt x="1" y="29043"/>
                  </a:lnTo>
                  <a:lnTo>
                    <a:pt x="220" y="29043"/>
                  </a:lnTo>
                  <a:lnTo>
                    <a:pt x="220" y="6207"/>
                  </a:lnTo>
                  <a:cubicBezTo>
                    <a:pt x="220" y="2884"/>
                    <a:pt x="2905" y="179"/>
                    <a:pt x="6227" y="179"/>
                  </a:cubicBezTo>
                  <a:lnTo>
                    <a:pt x="18461" y="179"/>
                  </a:lnTo>
                  <a:cubicBezTo>
                    <a:pt x="21783" y="179"/>
                    <a:pt x="24489" y="2884"/>
                    <a:pt x="24489" y="6207"/>
                  </a:cubicBezTo>
                  <a:lnTo>
                    <a:pt x="24489" y="6087"/>
                  </a:lnTo>
                  <a:cubicBezTo>
                    <a:pt x="2448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27"/>
            <p:cNvSpPr/>
            <p:nvPr/>
          </p:nvSpPr>
          <p:spPr>
            <a:xfrm>
              <a:off x="4241650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27"/>
            <p:cNvSpPr/>
            <p:nvPr/>
          </p:nvSpPr>
          <p:spPr>
            <a:xfrm>
              <a:off x="42784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27"/>
            <p:cNvSpPr/>
            <p:nvPr/>
          </p:nvSpPr>
          <p:spPr>
            <a:xfrm>
              <a:off x="424165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27"/>
            <p:cNvSpPr/>
            <p:nvPr/>
          </p:nvSpPr>
          <p:spPr>
            <a:xfrm>
              <a:off x="427895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451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27"/>
            <p:cNvSpPr/>
            <p:nvPr/>
          </p:nvSpPr>
          <p:spPr>
            <a:xfrm>
              <a:off x="427895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7" y="0"/>
                  </a:moveTo>
                  <a:cubicBezTo>
                    <a:pt x="274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4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27"/>
            <p:cNvSpPr/>
            <p:nvPr/>
          </p:nvSpPr>
          <p:spPr>
            <a:xfrm>
              <a:off x="810650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27"/>
            <p:cNvSpPr/>
            <p:nvPr/>
          </p:nvSpPr>
          <p:spPr>
            <a:xfrm>
              <a:off x="81065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08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27"/>
            <p:cNvSpPr/>
            <p:nvPr/>
          </p:nvSpPr>
          <p:spPr>
            <a:xfrm>
              <a:off x="1325875" y="5265000"/>
              <a:ext cx="135300" cy="319300"/>
            </a:xfrm>
            <a:custGeom>
              <a:avLst/>
              <a:gdLst/>
              <a:ahLst/>
              <a:cxnLst/>
              <a:rect l="l" t="t" r="r" b="b"/>
              <a:pathLst>
                <a:path w="5412" h="12772" extrusionOk="0">
                  <a:moveTo>
                    <a:pt x="5411" y="1"/>
                  </a:moveTo>
                  <a:cubicBezTo>
                    <a:pt x="5116" y="1009"/>
                    <a:pt x="4929" y="1390"/>
                    <a:pt x="4575" y="1390"/>
                  </a:cubicBezTo>
                  <a:cubicBezTo>
                    <a:pt x="4405" y="1390"/>
                    <a:pt x="4197" y="1303"/>
                    <a:pt x="3919" y="1154"/>
                  </a:cubicBezTo>
                  <a:lnTo>
                    <a:pt x="1" y="12772"/>
                  </a:lnTo>
                  <a:lnTo>
                    <a:pt x="5411" y="12772"/>
                  </a:lnTo>
                  <a:lnTo>
                    <a:pt x="541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27"/>
            <p:cNvSpPr/>
            <p:nvPr/>
          </p:nvSpPr>
          <p:spPr>
            <a:xfrm>
              <a:off x="8106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010" y="0"/>
                  </a:moveTo>
                  <a:cubicBezTo>
                    <a:pt x="777" y="1114"/>
                    <a:pt x="1" y="2705"/>
                    <a:pt x="1" y="4516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7659"/>
                  </a:lnTo>
                  <a:cubicBezTo>
                    <a:pt x="20053" y="5689"/>
                    <a:pt x="14880" y="5570"/>
                    <a:pt x="10166" y="4138"/>
                  </a:cubicBezTo>
                  <a:cubicBezTo>
                    <a:pt x="7242" y="3243"/>
                    <a:pt x="4477" y="183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27"/>
            <p:cNvSpPr/>
            <p:nvPr/>
          </p:nvSpPr>
          <p:spPr>
            <a:xfrm>
              <a:off x="811150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26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27"/>
            <p:cNvSpPr/>
            <p:nvPr/>
          </p:nvSpPr>
          <p:spPr>
            <a:xfrm>
              <a:off x="1573050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27"/>
            <p:cNvSpPr/>
            <p:nvPr/>
          </p:nvSpPr>
          <p:spPr>
            <a:xfrm>
              <a:off x="157355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27"/>
            <p:cNvSpPr/>
            <p:nvPr/>
          </p:nvSpPr>
          <p:spPr>
            <a:xfrm>
              <a:off x="208875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90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27"/>
            <p:cNvSpPr/>
            <p:nvPr/>
          </p:nvSpPr>
          <p:spPr>
            <a:xfrm>
              <a:off x="1573550" y="51023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2" y="5710"/>
                    <a:pt x="14860" y="5571"/>
                    <a:pt x="10165" y="4158"/>
                  </a:cubicBezTo>
                  <a:cubicBezTo>
                    <a:pt x="7241" y="3263"/>
                    <a:pt x="4476" y="185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27"/>
            <p:cNvSpPr/>
            <p:nvPr/>
          </p:nvSpPr>
          <p:spPr>
            <a:xfrm>
              <a:off x="1573550" y="5063600"/>
              <a:ext cx="612200" cy="520700"/>
            </a:xfrm>
            <a:custGeom>
              <a:avLst/>
              <a:gdLst/>
              <a:ahLst/>
              <a:cxnLst/>
              <a:rect l="l" t="t" r="r" b="b"/>
              <a:pathLst>
                <a:path w="24488" h="20828" extrusionOk="0">
                  <a:moveTo>
                    <a:pt x="6067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06" y="159"/>
                    <a:pt x="600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27"/>
            <p:cNvSpPr/>
            <p:nvPr/>
          </p:nvSpPr>
          <p:spPr>
            <a:xfrm>
              <a:off x="2335925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27"/>
            <p:cNvSpPr/>
            <p:nvPr/>
          </p:nvSpPr>
          <p:spPr>
            <a:xfrm>
              <a:off x="233592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27"/>
            <p:cNvSpPr/>
            <p:nvPr/>
          </p:nvSpPr>
          <p:spPr>
            <a:xfrm>
              <a:off x="2851150" y="5265000"/>
              <a:ext cx="134800" cy="319300"/>
            </a:xfrm>
            <a:custGeom>
              <a:avLst/>
              <a:gdLst/>
              <a:ahLst/>
              <a:cxnLst/>
              <a:rect l="l" t="t" r="r" b="b"/>
              <a:pathLst>
                <a:path w="5392" h="12772" extrusionOk="0">
                  <a:moveTo>
                    <a:pt x="5391" y="1"/>
                  </a:moveTo>
                  <a:cubicBezTo>
                    <a:pt x="5109" y="1009"/>
                    <a:pt x="4927" y="1390"/>
                    <a:pt x="4568" y="1390"/>
                  </a:cubicBezTo>
                  <a:cubicBezTo>
                    <a:pt x="4396" y="1390"/>
                    <a:pt x="4183" y="1303"/>
                    <a:pt x="3899" y="1154"/>
                  </a:cubicBezTo>
                  <a:lnTo>
                    <a:pt x="0" y="12772"/>
                  </a:lnTo>
                  <a:lnTo>
                    <a:pt x="5391" y="12772"/>
                  </a:lnTo>
                  <a:lnTo>
                    <a:pt x="539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27"/>
            <p:cNvSpPr/>
            <p:nvPr/>
          </p:nvSpPr>
          <p:spPr>
            <a:xfrm>
              <a:off x="233592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36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3" y="5710"/>
                    <a:pt x="14860" y="5571"/>
                    <a:pt x="10166" y="4158"/>
                  </a:cubicBezTo>
                  <a:cubicBezTo>
                    <a:pt x="7222" y="3263"/>
                    <a:pt x="4476" y="185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27"/>
            <p:cNvSpPr/>
            <p:nvPr/>
          </p:nvSpPr>
          <p:spPr>
            <a:xfrm>
              <a:off x="2335925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06" y="159"/>
                    <a:pt x="6008" y="159"/>
                  </a:cubicBezTo>
                  <a:lnTo>
                    <a:pt x="1824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27"/>
            <p:cNvSpPr/>
            <p:nvPr/>
          </p:nvSpPr>
          <p:spPr>
            <a:xfrm>
              <a:off x="3097825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27"/>
            <p:cNvSpPr/>
            <p:nvPr/>
          </p:nvSpPr>
          <p:spPr>
            <a:xfrm>
              <a:off x="309782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27"/>
            <p:cNvSpPr/>
            <p:nvPr/>
          </p:nvSpPr>
          <p:spPr>
            <a:xfrm>
              <a:off x="361402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27"/>
            <p:cNvSpPr/>
            <p:nvPr/>
          </p:nvSpPr>
          <p:spPr>
            <a:xfrm>
              <a:off x="3098325" y="51023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59"/>
                  </a:lnTo>
                  <a:cubicBezTo>
                    <a:pt x="20052" y="5710"/>
                    <a:pt x="14880" y="5571"/>
                    <a:pt x="10185" y="4158"/>
                  </a:cubicBezTo>
                  <a:cubicBezTo>
                    <a:pt x="7241" y="3263"/>
                    <a:pt x="4476" y="185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27"/>
            <p:cNvSpPr/>
            <p:nvPr/>
          </p:nvSpPr>
          <p:spPr>
            <a:xfrm>
              <a:off x="309832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06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25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50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27"/>
            <p:cNvSpPr/>
            <p:nvPr/>
          </p:nvSpPr>
          <p:spPr>
            <a:xfrm>
              <a:off x="6147875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27"/>
            <p:cNvSpPr/>
            <p:nvPr/>
          </p:nvSpPr>
          <p:spPr>
            <a:xfrm>
              <a:off x="618417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10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27"/>
            <p:cNvSpPr/>
            <p:nvPr/>
          </p:nvSpPr>
          <p:spPr>
            <a:xfrm>
              <a:off x="61478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08" y="1303"/>
                    <a:pt x="996" y="1390"/>
                    <a:pt x="824" y="1390"/>
                  </a:cubicBezTo>
                  <a:cubicBezTo>
                    <a:pt x="465" y="1390"/>
                    <a:pt x="282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27"/>
            <p:cNvSpPr/>
            <p:nvPr/>
          </p:nvSpPr>
          <p:spPr>
            <a:xfrm>
              <a:off x="61851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2480" y="0"/>
                  </a:moveTo>
                  <a:cubicBezTo>
                    <a:pt x="20013" y="1830"/>
                    <a:pt x="17248" y="3243"/>
                    <a:pt x="14324" y="4138"/>
                  </a:cubicBezTo>
                  <a:cubicBezTo>
                    <a:pt x="9609" y="5570"/>
                    <a:pt x="4437" y="5689"/>
                    <a:pt x="1" y="7659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4516"/>
                  </a:lnTo>
                  <a:cubicBezTo>
                    <a:pt x="24489" y="2705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27"/>
            <p:cNvSpPr/>
            <p:nvPr/>
          </p:nvSpPr>
          <p:spPr>
            <a:xfrm>
              <a:off x="618467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2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802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27"/>
            <p:cNvSpPr/>
            <p:nvPr/>
          </p:nvSpPr>
          <p:spPr>
            <a:xfrm>
              <a:off x="5385475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27"/>
            <p:cNvSpPr/>
            <p:nvPr/>
          </p:nvSpPr>
          <p:spPr>
            <a:xfrm>
              <a:off x="542227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27"/>
            <p:cNvSpPr/>
            <p:nvPr/>
          </p:nvSpPr>
          <p:spPr>
            <a:xfrm>
              <a:off x="53854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27"/>
            <p:cNvSpPr/>
            <p:nvPr/>
          </p:nvSpPr>
          <p:spPr>
            <a:xfrm>
              <a:off x="54227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67" y="3263"/>
                    <a:pt x="14323" y="4158"/>
                  </a:cubicBezTo>
                  <a:cubicBezTo>
                    <a:pt x="9629" y="5571"/>
                    <a:pt x="4456" y="5710"/>
                    <a:pt x="0" y="7659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27"/>
            <p:cNvSpPr/>
            <p:nvPr/>
          </p:nvSpPr>
          <p:spPr>
            <a:xfrm>
              <a:off x="5422775" y="5063600"/>
              <a:ext cx="611725" cy="520700"/>
            </a:xfrm>
            <a:custGeom>
              <a:avLst/>
              <a:gdLst/>
              <a:ahLst/>
              <a:cxnLst/>
              <a:rect l="l" t="t" r="r" b="b"/>
              <a:pathLst>
                <a:path w="24469" h="20828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199" y="20828"/>
                  </a:lnTo>
                  <a:lnTo>
                    <a:pt x="199" y="6207"/>
                  </a:lnTo>
                  <a:cubicBezTo>
                    <a:pt x="199" y="2885"/>
                    <a:pt x="2885" y="159"/>
                    <a:pt x="6207" y="159"/>
                  </a:cubicBezTo>
                  <a:lnTo>
                    <a:pt x="18441" y="159"/>
                  </a:lnTo>
                  <a:cubicBezTo>
                    <a:pt x="21763" y="159"/>
                    <a:pt x="24468" y="2885"/>
                    <a:pt x="24468" y="6207"/>
                  </a:cubicBezTo>
                  <a:lnTo>
                    <a:pt x="2446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27"/>
            <p:cNvSpPr/>
            <p:nvPr/>
          </p:nvSpPr>
          <p:spPr>
            <a:xfrm>
              <a:off x="4622600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27"/>
            <p:cNvSpPr/>
            <p:nvPr/>
          </p:nvSpPr>
          <p:spPr>
            <a:xfrm>
              <a:off x="465990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27"/>
            <p:cNvSpPr/>
            <p:nvPr/>
          </p:nvSpPr>
          <p:spPr>
            <a:xfrm>
              <a:off x="46226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15" y="1303"/>
                    <a:pt x="1007" y="1390"/>
                    <a:pt x="837" y="1390"/>
                  </a:cubicBezTo>
                  <a:cubicBezTo>
                    <a:pt x="483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27"/>
            <p:cNvSpPr/>
            <p:nvPr/>
          </p:nvSpPr>
          <p:spPr>
            <a:xfrm>
              <a:off x="46608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51"/>
                    <a:pt x="17248" y="3263"/>
                    <a:pt x="14324" y="4158"/>
                  </a:cubicBezTo>
                  <a:cubicBezTo>
                    <a:pt x="9609" y="5571"/>
                    <a:pt x="4437" y="5710"/>
                    <a:pt x="1" y="7659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36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27"/>
            <p:cNvSpPr/>
            <p:nvPr/>
          </p:nvSpPr>
          <p:spPr>
            <a:xfrm>
              <a:off x="4659900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4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783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27"/>
            <p:cNvSpPr/>
            <p:nvPr/>
          </p:nvSpPr>
          <p:spPr>
            <a:xfrm>
              <a:off x="3860700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27"/>
            <p:cNvSpPr/>
            <p:nvPr/>
          </p:nvSpPr>
          <p:spPr>
            <a:xfrm>
              <a:off x="389700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27"/>
            <p:cNvSpPr/>
            <p:nvPr/>
          </p:nvSpPr>
          <p:spPr>
            <a:xfrm>
              <a:off x="38607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0" name="Google Shape;4520;p27"/>
            <p:cNvSpPr/>
            <p:nvPr/>
          </p:nvSpPr>
          <p:spPr>
            <a:xfrm>
              <a:off x="3898000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47" y="3263"/>
                    <a:pt x="14323" y="4158"/>
                  </a:cubicBezTo>
                  <a:cubicBezTo>
                    <a:pt x="9629" y="5571"/>
                    <a:pt x="4456" y="5710"/>
                    <a:pt x="1" y="7659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1" name="Google Shape;4521;p27"/>
            <p:cNvSpPr/>
            <p:nvPr/>
          </p:nvSpPr>
          <p:spPr>
            <a:xfrm>
              <a:off x="3898000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59"/>
                    <a:pt x="6247" y="159"/>
                  </a:cubicBezTo>
                  <a:lnTo>
                    <a:pt x="18481" y="159"/>
                  </a:lnTo>
                  <a:cubicBezTo>
                    <a:pt x="21783" y="159"/>
                    <a:pt x="24488" y="2885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22" name="Google Shape;4522;p27"/>
          <p:cNvSpPr txBox="1">
            <a:spLocks noGrp="1"/>
          </p:cNvSpPr>
          <p:nvPr>
            <p:ph type="subTitle" idx="1"/>
          </p:nvPr>
        </p:nvSpPr>
        <p:spPr>
          <a:xfrm>
            <a:off x="1620399" y="1416750"/>
            <a:ext cx="1529700" cy="4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1pPr>
            <a:lvl2pPr lvl="1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2pPr>
            <a:lvl3pPr lvl="2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3pPr>
            <a:lvl4pPr lvl="3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4pPr>
            <a:lvl5pPr lvl="4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5pPr>
            <a:lvl6pPr lvl="5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6pPr>
            <a:lvl7pPr lvl="6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7pPr>
            <a:lvl8pPr lvl="7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8pPr>
            <a:lvl9pPr lvl="8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9pPr>
          </a:lstStyle>
          <a:p>
            <a:endParaRPr/>
          </a:p>
        </p:txBody>
      </p:sp>
      <p:sp>
        <p:nvSpPr>
          <p:cNvPr id="4523" name="Google Shape;4523;p27"/>
          <p:cNvSpPr txBox="1">
            <a:spLocks noGrp="1"/>
          </p:cNvSpPr>
          <p:nvPr>
            <p:ph type="subTitle" idx="2"/>
          </p:nvPr>
        </p:nvSpPr>
        <p:spPr>
          <a:xfrm>
            <a:off x="1624171" y="1828101"/>
            <a:ext cx="1529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524" name="Google Shape;4524;p27"/>
          <p:cNvSpPr txBox="1">
            <a:spLocks noGrp="1"/>
          </p:cNvSpPr>
          <p:nvPr>
            <p:ph type="subTitle" idx="3"/>
          </p:nvPr>
        </p:nvSpPr>
        <p:spPr>
          <a:xfrm>
            <a:off x="5992600" y="1416750"/>
            <a:ext cx="1529700" cy="4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9pPr>
          </a:lstStyle>
          <a:p>
            <a:endParaRPr/>
          </a:p>
        </p:txBody>
      </p:sp>
      <p:sp>
        <p:nvSpPr>
          <p:cNvPr id="4525" name="Google Shape;4525;p27"/>
          <p:cNvSpPr txBox="1">
            <a:spLocks noGrp="1"/>
          </p:cNvSpPr>
          <p:nvPr>
            <p:ph type="subTitle" idx="4"/>
          </p:nvPr>
        </p:nvSpPr>
        <p:spPr>
          <a:xfrm>
            <a:off x="5996372" y="1828101"/>
            <a:ext cx="1529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526" name="Google Shape;4526;p27"/>
          <p:cNvSpPr txBox="1">
            <a:spLocks noGrp="1"/>
          </p:cNvSpPr>
          <p:nvPr>
            <p:ph type="subTitle" idx="5"/>
          </p:nvPr>
        </p:nvSpPr>
        <p:spPr>
          <a:xfrm>
            <a:off x="715097" y="2644825"/>
            <a:ext cx="1533600" cy="4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1pPr>
            <a:lvl2pPr lvl="1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2pPr>
            <a:lvl3pPr lvl="2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3pPr>
            <a:lvl4pPr lvl="3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4pPr>
            <a:lvl5pPr lvl="4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5pPr>
            <a:lvl6pPr lvl="5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6pPr>
            <a:lvl7pPr lvl="6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7pPr>
            <a:lvl8pPr lvl="7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8pPr>
            <a:lvl9pPr lvl="8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9pPr>
          </a:lstStyle>
          <a:p>
            <a:endParaRPr/>
          </a:p>
        </p:txBody>
      </p:sp>
      <p:sp>
        <p:nvSpPr>
          <p:cNvPr id="4527" name="Google Shape;4527;p27"/>
          <p:cNvSpPr txBox="1">
            <a:spLocks noGrp="1"/>
          </p:cNvSpPr>
          <p:nvPr>
            <p:ph type="subTitle" idx="6"/>
          </p:nvPr>
        </p:nvSpPr>
        <p:spPr>
          <a:xfrm>
            <a:off x="718878" y="3055208"/>
            <a:ext cx="15336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528" name="Google Shape;4528;p27"/>
          <p:cNvSpPr txBox="1">
            <a:spLocks noGrp="1"/>
          </p:cNvSpPr>
          <p:nvPr>
            <p:ph type="subTitle" idx="7"/>
          </p:nvPr>
        </p:nvSpPr>
        <p:spPr>
          <a:xfrm>
            <a:off x="6886475" y="2644825"/>
            <a:ext cx="1529700" cy="4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Limelight"/>
                <a:ea typeface="Limelight"/>
                <a:cs typeface="Limelight"/>
                <a:sym typeface="Limelight"/>
              </a:defRPr>
            </a:lvl9pPr>
          </a:lstStyle>
          <a:p>
            <a:endParaRPr/>
          </a:p>
        </p:txBody>
      </p:sp>
      <p:sp>
        <p:nvSpPr>
          <p:cNvPr id="4529" name="Google Shape;4529;p27"/>
          <p:cNvSpPr txBox="1">
            <a:spLocks noGrp="1"/>
          </p:cNvSpPr>
          <p:nvPr>
            <p:ph type="subTitle" idx="8"/>
          </p:nvPr>
        </p:nvSpPr>
        <p:spPr>
          <a:xfrm>
            <a:off x="6890247" y="3055204"/>
            <a:ext cx="1529700" cy="48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530" name="Google Shape;4530;p27"/>
          <p:cNvSpPr txBox="1">
            <a:spLocks noGrp="1"/>
          </p:cNvSpPr>
          <p:nvPr>
            <p:ph type="title"/>
          </p:nvPr>
        </p:nvSpPr>
        <p:spPr>
          <a:xfrm>
            <a:off x="720000" y="6048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_1">
    <p:spTree>
      <p:nvGrpSpPr>
        <p:cNvPr id="1" name="Shape 5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7" name="Google Shape;5337;p32"/>
          <p:cNvGrpSpPr/>
          <p:nvPr/>
        </p:nvGrpSpPr>
        <p:grpSpPr>
          <a:xfrm flipH="1">
            <a:off x="207741" y="347143"/>
            <a:ext cx="8303665" cy="4656807"/>
            <a:chOff x="440375" y="347143"/>
            <a:chExt cx="8303665" cy="4656807"/>
          </a:xfrm>
        </p:grpSpPr>
        <p:sp>
          <p:nvSpPr>
            <p:cNvPr id="5338" name="Google Shape;5338;p32"/>
            <p:cNvSpPr/>
            <p:nvPr/>
          </p:nvSpPr>
          <p:spPr>
            <a:xfrm>
              <a:off x="440375" y="683150"/>
              <a:ext cx="8033600" cy="4320800"/>
            </a:xfrm>
            <a:custGeom>
              <a:avLst/>
              <a:gdLst/>
              <a:ahLst/>
              <a:cxnLst/>
              <a:rect l="l" t="t" r="r" b="b"/>
              <a:pathLst>
                <a:path w="321344" h="172832" extrusionOk="0">
                  <a:moveTo>
                    <a:pt x="308296" y="0"/>
                  </a:moveTo>
                  <a:lnTo>
                    <a:pt x="0" y="172832"/>
                  </a:lnTo>
                  <a:lnTo>
                    <a:pt x="299572" y="171503"/>
                  </a:lnTo>
                  <a:lnTo>
                    <a:pt x="321344" y="10525"/>
                  </a:lnTo>
                  <a:close/>
                </a:path>
              </a:pathLst>
            </a:custGeom>
            <a:gradFill>
              <a:gsLst>
                <a:gs pos="0">
                  <a:srgbClr val="FFF6DB">
                    <a:alpha val="1960"/>
                  </a:srgbClr>
                </a:gs>
                <a:gs pos="100000">
                  <a:srgbClr val="FAD25C">
                    <a:alpha val="29411"/>
                  </a:srgbClr>
                </a:gs>
              </a:gsLst>
              <a:lin ang="18900044" scaled="0"/>
            </a:gradFill>
            <a:ln>
              <a:noFill/>
            </a:ln>
          </p:spPr>
        </p:sp>
        <p:grpSp>
          <p:nvGrpSpPr>
            <p:cNvPr id="5339" name="Google Shape;5339;p32"/>
            <p:cNvGrpSpPr/>
            <p:nvPr/>
          </p:nvGrpSpPr>
          <p:grpSpPr>
            <a:xfrm>
              <a:off x="8076260" y="347143"/>
              <a:ext cx="667780" cy="667824"/>
              <a:chOff x="8304860" y="-186257"/>
              <a:chExt cx="667780" cy="667824"/>
            </a:xfrm>
          </p:grpSpPr>
          <p:sp>
            <p:nvSpPr>
              <p:cNvPr id="5340" name="Google Shape;5340;p32"/>
              <p:cNvSpPr/>
              <p:nvPr/>
            </p:nvSpPr>
            <p:spPr>
              <a:xfrm rot="2373635">
                <a:off x="8691939" y="-98328"/>
                <a:ext cx="154012" cy="122309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1929" extrusionOk="0">
                    <a:moveTo>
                      <a:pt x="250" y="1929"/>
                    </a:moveTo>
                    <a:lnTo>
                      <a:pt x="0" y="464"/>
                    </a:lnTo>
                    <a:cubicBezTo>
                      <a:pt x="0" y="464"/>
                      <a:pt x="1215" y="0"/>
                      <a:pt x="2429" y="464"/>
                    </a:cubicBezTo>
                    <a:lnTo>
                      <a:pt x="2179" y="192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1" name="Google Shape;5341;p32"/>
              <p:cNvSpPr/>
              <p:nvPr/>
            </p:nvSpPr>
            <p:spPr>
              <a:xfrm rot="2373635">
                <a:off x="8393925" y="-72211"/>
                <a:ext cx="505848" cy="410740"/>
              </a:xfrm>
              <a:custGeom>
                <a:avLst/>
                <a:gdLst/>
                <a:ahLst/>
                <a:cxnLst/>
                <a:rect l="l" t="t" r="r" b="b"/>
                <a:pathLst>
                  <a:path w="7978" h="6478" extrusionOk="0">
                    <a:moveTo>
                      <a:pt x="0" y="834"/>
                    </a:moveTo>
                    <a:lnTo>
                      <a:pt x="476" y="6478"/>
                    </a:lnTo>
                    <a:cubicBezTo>
                      <a:pt x="2703" y="5787"/>
                      <a:pt x="4977" y="5811"/>
                      <a:pt x="7513" y="6478"/>
                    </a:cubicBezTo>
                    <a:lnTo>
                      <a:pt x="7977" y="834"/>
                    </a:lnTo>
                    <a:cubicBezTo>
                      <a:pt x="5703" y="1"/>
                      <a:pt x="2429" y="1"/>
                      <a:pt x="0" y="8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2" name="Google Shape;5342;p32"/>
              <p:cNvSpPr/>
              <p:nvPr/>
            </p:nvSpPr>
            <p:spPr>
              <a:xfrm rot="2373635">
                <a:off x="8289601" y="239826"/>
                <a:ext cx="446184" cy="112545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1775" extrusionOk="0">
                    <a:moveTo>
                      <a:pt x="0" y="798"/>
                    </a:moveTo>
                    <a:lnTo>
                      <a:pt x="1048" y="1655"/>
                    </a:lnTo>
                    <a:lnTo>
                      <a:pt x="5692" y="1774"/>
                    </a:lnTo>
                    <a:lnTo>
                      <a:pt x="7037" y="798"/>
                    </a:lnTo>
                    <a:cubicBezTo>
                      <a:pt x="4656" y="84"/>
                      <a:pt x="2513" y="0"/>
                      <a:pt x="0" y="7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3" name="Google Shape;5343;p32"/>
              <p:cNvSpPr/>
              <p:nvPr/>
            </p:nvSpPr>
            <p:spPr>
              <a:xfrm rot="2373635">
                <a:off x="8345212" y="270738"/>
                <a:ext cx="319373" cy="67210"/>
              </a:xfrm>
              <a:custGeom>
                <a:avLst/>
                <a:gdLst/>
                <a:ahLst/>
                <a:cxnLst/>
                <a:rect l="l" t="t" r="r" b="b"/>
                <a:pathLst>
                  <a:path w="5037" h="1060" extrusionOk="0">
                    <a:moveTo>
                      <a:pt x="5037" y="524"/>
                    </a:moveTo>
                    <a:cubicBezTo>
                      <a:pt x="5037" y="822"/>
                      <a:pt x="3906" y="1060"/>
                      <a:pt x="2525" y="1060"/>
                    </a:cubicBezTo>
                    <a:cubicBezTo>
                      <a:pt x="1132" y="1060"/>
                      <a:pt x="1" y="822"/>
                      <a:pt x="1" y="524"/>
                    </a:cubicBezTo>
                    <a:cubicBezTo>
                      <a:pt x="1" y="238"/>
                      <a:pt x="1132" y="0"/>
                      <a:pt x="2525" y="0"/>
                    </a:cubicBezTo>
                    <a:cubicBezTo>
                      <a:pt x="3906" y="0"/>
                      <a:pt x="5037" y="238"/>
                      <a:pt x="5037" y="5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344" name="Google Shape;5344;p32"/>
          <p:cNvGrpSpPr/>
          <p:nvPr/>
        </p:nvGrpSpPr>
        <p:grpSpPr>
          <a:xfrm>
            <a:off x="645991" y="347143"/>
            <a:ext cx="8303665" cy="4656807"/>
            <a:chOff x="440375" y="347143"/>
            <a:chExt cx="8303665" cy="4656807"/>
          </a:xfrm>
        </p:grpSpPr>
        <p:sp>
          <p:nvSpPr>
            <p:cNvPr id="5345" name="Google Shape;5345;p32"/>
            <p:cNvSpPr/>
            <p:nvPr/>
          </p:nvSpPr>
          <p:spPr>
            <a:xfrm>
              <a:off x="440375" y="683150"/>
              <a:ext cx="8033600" cy="4320800"/>
            </a:xfrm>
            <a:custGeom>
              <a:avLst/>
              <a:gdLst/>
              <a:ahLst/>
              <a:cxnLst/>
              <a:rect l="l" t="t" r="r" b="b"/>
              <a:pathLst>
                <a:path w="321344" h="172832" extrusionOk="0">
                  <a:moveTo>
                    <a:pt x="308296" y="0"/>
                  </a:moveTo>
                  <a:lnTo>
                    <a:pt x="0" y="172832"/>
                  </a:lnTo>
                  <a:lnTo>
                    <a:pt x="299572" y="171503"/>
                  </a:lnTo>
                  <a:lnTo>
                    <a:pt x="321344" y="10525"/>
                  </a:lnTo>
                  <a:close/>
                </a:path>
              </a:pathLst>
            </a:custGeom>
            <a:gradFill>
              <a:gsLst>
                <a:gs pos="0">
                  <a:srgbClr val="FFF6DB">
                    <a:alpha val="1960"/>
                  </a:srgbClr>
                </a:gs>
                <a:gs pos="100000">
                  <a:srgbClr val="FAD25C">
                    <a:alpha val="29411"/>
                  </a:srgbClr>
                </a:gs>
              </a:gsLst>
              <a:lin ang="18900044" scaled="0"/>
            </a:gradFill>
            <a:ln>
              <a:noFill/>
            </a:ln>
          </p:spPr>
        </p:sp>
        <p:grpSp>
          <p:nvGrpSpPr>
            <p:cNvPr id="5346" name="Google Shape;5346;p32"/>
            <p:cNvGrpSpPr/>
            <p:nvPr/>
          </p:nvGrpSpPr>
          <p:grpSpPr>
            <a:xfrm>
              <a:off x="8076260" y="347143"/>
              <a:ext cx="667780" cy="667824"/>
              <a:chOff x="8304860" y="-186257"/>
              <a:chExt cx="667780" cy="667824"/>
            </a:xfrm>
          </p:grpSpPr>
          <p:sp>
            <p:nvSpPr>
              <p:cNvPr id="5347" name="Google Shape;5347;p32"/>
              <p:cNvSpPr/>
              <p:nvPr/>
            </p:nvSpPr>
            <p:spPr>
              <a:xfrm rot="2373635">
                <a:off x="8691939" y="-98328"/>
                <a:ext cx="154012" cy="122309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1929" extrusionOk="0">
                    <a:moveTo>
                      <a:pt x="250" y="1929"/>
                    </a:moveTo>
                    <a:lnTo>
                      <a:pt x="0" y="464"/>
                    </a:lnTo>
                    <a:cubicBezTo>
                      <a:pt x="0" y="464"/>
                      <a:pt x="1215" y="0"/>
                      <a:pt x="2429" y="464"/>
                    </a:cubicBezTo>
                    <a:lnTo>
                      <a:pt x="2179" y="192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8" name="Google Shape;5348;p32"/>
              <p:cNvSpPr/>
              <p:nvPr/>
            </p:nvSpPr>
            <p:spPr>
              <a:xfrm rot="2373635">
                <a:off x="8393925" y="-72211"/>
                <a:ext cx="505848" cy="410740"/>
              </a:xfrm>
              <a:custGeom>
                <a:avLst/>
                <a:gdLst/>
                <a:ahLst/>
                <a:cxnLst/>
                <a:rect l="l" t="t" r="r" b="b"/>
                <a:pathLst>
                  <a:path w="7978" h="6478" extrusionOk="0">
                    <a:moveTo>
                      <a:pt x="0" y="834"/>
                    </a:moveTo>
                    <a:lnTo>
                      <a:pt x="476" y="6478"/>
                    </a:lnTo>
                    <a:cubicBezTo>
                      <a:pt x="2703" y="5787"/>
                      <a:pt x="4977" y="5811"/>
                      <a:pt x="7513" y="6478"/>
                    </a:cubicBezTo>
                    <a:lnTo>
                      <a:pt x="7977" y="834"/>
                    </a:lnTo>
                    <a:cubicBezTo>
                      <a:pt x="5703" y="1"/>
                      <a:pt x="2429" y="1"/>
                      <a:pt x="0" y="8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9" name="Google Shape;5349;p32"/>
              <p:cNvSpPr/>
              <p:nvPr/>
            </p:nvSpPr>
            <p:spPr>
              <a:xfrm rot="2373635">
                <a:off x="8289601" y="239826"/>
                <a:ext cx="446184" cy="112545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1775" extrusionOk="0">
                    <a:moveTo>
                      <a:pt x="0" y="798"/>
                    </a:moveTo>
                    <a:lnTo>
                      <a:pt x="1048" y="1655"/>
                    </a:lnTo>
                    <a:lnTo>
                      <a:pt x="5692" y="1774"/>
                    </a:lnTo>
                    <a:lnTo>
                      <a:pt x="7037" y="798"/>
                    </a:lnTo>
                    <a:cubicBezTo>
                      <a:pt x="4656" y="84"/>
                      <a:pt x="2513" y="0"/>
                      <a:pt x="0" y="7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0" name="Google Shape;5350;p32"/>
              <p:cNvSpPr/>
              <p:nvPr/>
            </p:nvSpPr>
            <p:spPr>
              <a:xfrm rot="2373635">
                <a:off x="8345212" y="270738"/>
                <a:ext cx="319373" cy="67210"/>
              </a:xfrm>
              <a:custGeom>
                <a:avLst/>
                <a:gdLst/>
                <a:ahLst/>
                <a:cxnLst/>
                <a:rect l="l" t="t" r="r" b="b"/>
                <a:pathLst>
                  <a:path w="5037" h="1060" extrusionOk="0">
                    <a:moveTo>
                      <a:pt x="5037" y="524"/>
                    </a:moveTo>
                    <a:cubicBezTo>
                      <a:pt x="5037" y="822"/>
                      <a:pt x="3906" y="1060"/>
                      <a:pt x="2525" y="1060"/>
                    </a:cubicBezTo>
                    <a:cubicBezTo>
                      <a:pt x="1132" y="1060"/>
                      <a:pt x="1" y="822"/>
                      <a:pt x="1" y="524"/>
                    </a:cubicBezTo>
                    <a:cubicBezTo>
                      <a:pt x="1" y="238"/>
                      <a:pt x="1132" y="0"/>
                      <a:pt x="2525" y="0"/>
                    </a:cubicBezTo>
                    <a:cubicBezTo>
                      <a:pt x="3906" y="0"/>
                      <a:pt x="5037" y="238"/>
                      <a:pt x="5037" y="5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351" name="Google Shape;5351;p32"/>
          <p:cNvSpPr/>
          <p:nvPr/>
        </p:nvSpPr>
        <p:spPr>
          <a:xfrm>
            <a:off x="-7175" y="4400950"/>
            <a:ext cx="9158700" cy="89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52" name="Google Shape;5352;p32"/>
          <p:cNvGrpSpPr/>
          <p:nvPr/>
        </p:nvGrpSpPr>
        <p:grpSpPr>
          <a:xfrm flipH="1">
            <a:off x="8748255" y="351525"/>
            <a:ext cx="395408" cy="4589441"/>
            <a:chOff x="-36750" y="-31225"/>
            <a:chExt cx="441205" cy="5174700"/>
          </a:xfrm>
        </p:grpSpPr>
        <p:sp>
          <p:nvSpPr>
            <p:cNvPr id="5353" name="Google Shape;5353;p32"/>
            <p:cNvSpPr/>
            <p:nvPr/>
          </p:nvSpPr>
          <p:spPr>
            <a:xfrm>
              <a:off x="-30545" y="-31225"/>
              <a:ext cx="435000" cy="517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4" name="Google Shape;5354;p32"/>
            <p:cNvSpPr/>
            <p:nvPr/>
          </p:nvSpPr>
          <p:spPr>
            <a:xfrm>
              <a:off x="-30545" y="-31225"/>
              <a:ext cx="291600" cy="5174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5" name="Google Shape;5355;p32"/>
            <p:cNvSpPr/>
            <p:nvPr/>
          </p:nvSpPr>
          <p:spPr>
            <a:xfrm>
              <a:off x="-36750" y="-31225"/>
              <a:ext cx="167700" cy="517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56" name="Google Shape;5356;p32"/>
          <p:cNvGrpSpPr/>
          <p:nvPr/>
        </p:nvGrpSpPr>
        <p:grpSpPr>
          <a:xfrm>
            <a:off x="-870" y="444775"/>
            <a:ext cx="395408" cy="4589441"/>
            <a:chOff x="-36750" y="-31225"/>
            <a:chExt cx="441205" cy="5174700"/>
          </a:xfrm>
        </p:grpSpPr>
        <p:sp>
          <p:nvSpPr>
            <p:cNvPr id="5357" name="Google Shape;5357;p32"/>
            <p:cNvSpPr/>
            <p:nvPr/>
          </p:nvSpPr>
          <p:spPr>
            <a:xfrm>
              <a:off x="-30545" y="-31225"/>
              <a:ext cx="435000" cy="517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8" name="Google Shape;5358;p32"/>
            <p:cNvSpPr/>
            <p:nvPr/>
          </p:nvSpPr>
          <p:spPr>
            <a:xfrm>
              <a:off x="-30545" y="-31225"/>
              <a:ext cx="291600" cy="5174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9" name="Google Shape;5359;p32"/>
            <p:cNvSpPr/>
            <p:nvPr/>
          </p:nvSpPr>
          <p:spPr>
            <a:xfrm>
              <a:off x="-36750" y="-31225"/>
              <a:ext cx="167700" cy="517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60" name="Google Shape;5360;p32"/>
          <p:cNvGrpSpPr/>
          <p:nvPr/>
        </p:nvGrpSpPr>
        <p:grpSpPr>
          <a:xfrm>
            <a:off x="-417858" y="-823150"/>
            <a:ext cx="9978772" cy="1382075"/>
            <a:chOff x="193475" y="-693375"/>
            <a:chExt cx="7221575" cy="1382075"/>
          </a:xfrm>
        </p:grpSpPr>
        <p:sp>
          <p:nvSpPr>
            <p:cNvPr id="5361" name="Google Shape;5361;p32"/>
            <p:cNvSpPr/>
            <p:nvPr/>
          </p:nvSpPr>
          <p:spPr>
            <a:xfrm>
              <a:off x="363575" y="384325"/>
              <a:ext cx="6883875" cy="304375"/>
            </a:xfrm>
            <a:custGeom>
              <a:avLst/>
              <a:gdLst/>
              <a:ahLst/>
              <a:cxnLst/>
              <a:rect l="l" t="t" r="r" b="b"/>
              <a:pathLst>
                <a:path w="275355" h="12175" extrusionOk="0">
                  <a:moveTo>
                    <a:pt x="0" y="0"/>
                  </a:moveTo>
                  <a:lnTo>
                    <a:pt x="0" y="9390"/>
                  </a:lnTo>
                  <a:lnTo>
                    <a:pt x="0" y="10782"/>
                  </a:lnTo>
                  <a:lnTo>
                    <a:pt x="14522" y="10782"/>
                  </a:lnTo>
                  <a:lnTo>
                    <a:pt x="14522" y="9370"/>
                  </a:lnTo>
                  <a:lnTo>
                    <a:pt x="16869" y="9370"/>
                  </a:lnTo>
                  <a:lnTo>
                    <a:pt x="16869" y="12175"/>
                  </a:lnTo>
                  <a:lnTo>
                    <a:pt x="30913" y="12175"/>
                  </a:lnTo>
                  <a:lnTo>
                    <a:pt x="30913" y="9370"/>
                  </a:lnTo>
                  <a:lnTo>
                    <a:pt x="33261" y="9370"/>
                  </a:lnTo>
                  <a:lnTo>
                    <a:pt x="33261" y="10782"/>
                  </a:lnTo>
                  <a:lnTo>
                    <a:pt x="47782" y="10782"/>
                  </a:lnTo>
                  <a:lnTo>
                    <a:pt x="47782" y="9370"/>
                  </a:lnTo>
                  <a:lnTo>
                    <a:pt x="50110" y="9370"/>
                  </a:lnTo>
                  <a:lnTo>
                    <a:pt x="50110" y="12175"/>
                  </a:lnTo>
                  <a:lnTo>
                    <a:pt x="64632" y="12175"/>
                  </a:lnTo>
                  <a:lnTo>
                    <a:pt x="64632" y="9370"/>
                  </a:lnTo>
                  <a:lnTo>
                    <a:pt x="66979" y="9370"/>
                  </a:lnTo>
                  <a:lnTo>
                    <a:pt x="66979" y="10782"/>
                  </a:lnTo>
                  <a:lnTo>
                    <a:pt x="81023" y="10782"/>
                  </a:lnTo>
                  <a:lnTo>
                    <a:pt x="81023" y="9370"/>
                  </a:lnTo>
                  <a:lnTo>
                    <a:pt x="83370" y="9370"/>
                  </a:lnTo>
                  <a:lnTo>
                    <a:pt x="83370" y="12175"/>
                  </a:lnTo>
                  <a:lnTo>
                    <a:pt x="97892" y="12175"/>
                  </a:lnTo>
                  <a:lnTo>
                    <a:pt x="97892" y="9370"/>
                  </a:lnTo>
                  <a:lnTo>
                    <a:pt x="101174" y="9370"/>
                  </a:lnTo>
                  <a:lnTo>
                    <a:pt x="101174" y="10782"/>
                  </a:lnTo>
                  <a:lnTo>
                    <a:pt x="115656" y="10782"/>
                  </a:lnTo>
                  <a:lnTo>
                    <a:pt x="115656" y="9370"/>
                  </a:lnTo>
                  <a:lnTo>
                    <a:pt x="118481" y="9370"/>
                  </a:lnTo>
                  <a:lnTo>
                    <a:pt x="118481" y="12175"/>
                  </a:lnTo>
                  <a:lnTo>
                    <a:pt x="133460" y="12175"/>
                  </a:lnTo>
                  <a:lnTo>
                    <a:pt x="133460" y="9370"/>
                  </a:lnTo>
                  <a:lnTo>
                    <a:pt x="136285" y="9370"/>
                  </a:lnTo>
                  <a:lnTo>
                    <a:pt x="136285" y="10782"/>
                  </a:lnTo>
                  <a:lnTo>
                    <a:pt x="151722" y="10782"/>
                  </a:lnTo>
                  <a:lnTo>
                    <a:pt x="151722" y="9370"/>
                  </a:lnTo>
                  <a:lnTo>
                    <a:pt x="154527" y="9370"/>
                  </a:lnTo>
                  <a:lnTo>
                    <a:pt x="154527" y="12175"/>
                  </a:lnTo>
                  <a:lnTo>
                    <a:pt x="169048" y="12175"/>
                  </a:lnTo>
                  <a:lnTo>
                    <a:pt x="169048" y="9370"/>
                  </a:lnTo>
                  <a:lnTo>
                    <a:pt x="172331" y="9370"/>
                  </a:lnTo>
                  <a:lnTo>
                    <a:pt x="172331" y="10782"/>
                  </a:lnTo>
                  <a:lnTo>
                    <a:pt x="186852" y="10782"/>
                  </a:lnTo>
                  <a:lnTo>
                    <a:pt x="186852" y="9370"/>
                  </a:lnTo>
                  <a:lnTo>
                    <a:pt x="190115" y="9370"/>
                  </a:lnTo>
                  <a:lnTo>
                    <a:pt x="190115" y="12175"/>
                  </a:lnTo>
                  <a:lnTo>
                    <a:pt x="204636" y="12175"/>
                  </a:lnTo>
                  <a:lnTo>
                    <a:pt x="204636" y="9370"/>
                  </a:lnTo>
                  <a:lnTo>
                    <a:pt x="207441" y="9370"/>
                  </a:lnTo>
                  <a:lnTo>
                    <a:pt x="207441" y="12175"/>
                  </a:lnTo>
                  <a:lnTo>
                    <a:pt x="222440" y="12175"/>
                  </a:lnTo>
                  <a:lnTo>
                    <a:pt x="222440" y="9370"/>
                  </a:lnTo>
                  <a:lnTo>
                    <a:pt x="225722" y="9370"/>
                  </a:lnTo>
                  <a:lnTo>
                    <a:pt x="225722" y="10782"/>
                  </a:lnTo>
                  <a:lnTo>
                    <a:pt x="240224" y="10782"/>
                  </a:lnTo>
                  <a:lnTo>
                    <a:pt x="240224" y="9370"/>
                  </a:lnTo>
                  <a:lnTo>
                    <a:pt x="243507" y="9370"/>
                  </a:lnTo>
                  <a:lnTo>
                    <a:pt x="243507" y="12175"/>
                  </a:lnTo>
                  <a:lnTo>
                    <a:pt x="257551" y="12175"/>
                  </a:lnTo>
                  <a:lnTo>
                    <a:pt x="257551" y="9370"/>
                  </a:lnTo>
                  <a:lnTo>
                    <a:pt x="260833" y="9370"/>
                  </a:lnTo>
                  <a:lnTo>
                    <a:pt x="260833" y="10782"/>
                  </a:lnTo>
                  <a:lnTo>
                    <a:pt x="275355" y="10782"/>
                  </a:lnTo>
                  <a:lnTo>
                    <a:pt x="2753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2" name="Google Shape;5362;p32"/>
            <p:cNvSpPr/>
            <p:nvPr/>
          </p:nvSpPr>
          <p:spPr>
            <a:xfrm>
              <a:off x="363575" y="-634175"/>
              <a:ext cx="6695900" cy="1158775"/>
            </a:xfrm>
            <a:custGeom>
              <a:avLst/>
              <a:gdLst/>
              <a:ahLst/>
              <a:cxnLst/>
              <a:rect l="l" t="t" r="r" b="b"/>
              <a:pathLst>
                <a:path w="267836" h="46351" extrusionOk="0">
                  <a:moveTo>
                    <a:pt x="0" y="0"/>
                  </a:moveTo>
                  <a:lnTo>
                    <a:pt x="0" y="46350"/>
                  </a:lnTo>
                  <a:lnTo>
                    <a:pt x="267835" y="46350"/>
                  </a:lnTo>
                  <a:lnTo>
                    <a:pt x="26783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3" name="Google Shape;5363;p32"/>
            <p:cNvSpPr/>
            <p:nvPr/>
          </p:nvSpPr>
          <p:spPr>
            <a:xfrm>
              <a:off x="363575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4" name="Google Shape;5364;p32"/>
            <p:cNvSpPr/>
            <p:nvPr/>
          </p:nvSpPr>
          <p:spPr>
            <a:xfrm>
              <a:off x="4341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5" name="Google Shape;5365;p32"/>
            <p:cNvSpPr/>
            <p:nvPr/>
          </p:nvSpPr>
          <p:spPr>
            <a:xfrm>
              <a:off x="785300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044" y="49155"/>
                  </a:lnTo>
                  <a:lnTo>
                    <a:pt x="14044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6" name="Google Shape;5366;p32"/>
            <p:cNvSpPr/>
            <p:nvPr/>
          </p:nvSpPr>
          <p:spPr>
            <a:xfrm>
              <a:off x="867350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480" y="49155"/>
                  </a:lnTo>
                  <a:lnTo>
                    <a:pt x="7480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7" name="Google Shape;5367;p32"/>
            <p:cNvSpPr/>
            <p:nvPr/>
          </p:nvSpPr>
          <p:spPr>
            <a:xfrm>
              <a:off x="119507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8" name="Google Shape;5368;p32"/>
            <p:cNvSpPr/>
            <p:nvPr/>
          </p:nvSpPr>
          <p:spPr>
            <a:xfrm>
              <a:off x="1277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7957" y="47782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9" name="Google Shape;5369;p32"/>
            <p:cNvSpPr/>
            <p:nvPr/>
          </p:nvSpPr>
          <p:spPr>
            <a:xfrm>
              <a:off x="1616300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3" y="49155"/>
                  </a:lnTo>
                  <a:lnTo>
                    <a:pt x="14523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0" name="Google Shape;5370;p32"/>
            <p:cNvSpPr/>
            <p:nvPr/>
          </p:nvSpPr>
          <p:spPr>
            <a:xfrm>
              <a:off x="1698375" y="-634175"/>
              <a:ext cx="210875" cy="1228900"/>
            </a:xfrm>
            <a:custGeom>
              <a:avLst/>
              <a:gdLst/>
              <a:ahLst/>
              <a:cxnLst/>
              <a:rect l="l" t="t" r="r" b="b"/>
              <a:pathLst>
                <a:path w="843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35" y="49155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1" name="Google Shape;5371;p32"/>
            <p:cNvSpPr/>
            <p:nvPr/>
          </p:nvSpPr>
          <p:spPr>
            <a:xfrm>
              <a:off x="2038025" y="-634175"/>
              <a:ext cx="351150" cy="1194575"/>
            </a:xfrm>
            <a:custGeom>
              <a:avLst/>
              <a:gdLst/>
              <a:ahLst/>
              <a:cxnLst/>
              <a:rect l="l" t="t" r="r" b="b"/>
              <a:pathLst>
                <a:path w="1404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045" y="47782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2" name="Google Shape;5372;p32"/>
            <p:cNvSpPr/>
            <p:nvPr/>
          </p:nvSpPr>
          <p:spPr>
            <a:xfrm>
              <a:off x="2108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3" name="Google Shape;5373;p32"/>
            <p:cNvSpPr/>
            <p:nvPr/>
          </p:nvSpPr>
          <p:spPr>
            <a:xfrm>
              <a:off x="24478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4" name="Google Shape;5374;p32"/>
            <p:cNvSpPr/>
            <p:nvPr/>
          </p:nvSpPr>
          <p:spPr>
            <a:xfrm>
              <a:off x="25293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5" name="Google Shape;5375;p32"/>
            <p:cNvSpPr/>
            <p:nvPr/>
          </p:nvSpPr>
          <p:spPr>
            <a:xfrm>
              <a:off x="28929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6" name="Google Shape;5376;p32"/>
            <p:cNvSpPr/>
            <p:nvPr/>
          </p:nvSpPr>
          <p:spPr>
            <a:xfrm>
              <a:off x="29739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7" name="Google Shape;5377;p32"/>
            <p:cNvSpPr/>
            <p:nvPr/>
          </p:nvSpPr>
          <p:spPr>
            <a:xfrm>
              <a:off x="3325600" y="-634175"/>
              <a:ext cx="374500" cy="1228900"/>
            </a:xfrm>
            <a:custGeom>
              <a:avLst/>
              <a:gdLst/>
              <a:ahLst/>
              <a:cxnLst/>
              <a:rect l="l" t="t" r="r" b="b"/>
              <a:pathLst>
                <a:path w="1498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79" y="49155"/>
                  </a:lnTo>
                  <a:lnTo>
                    <a:pt x="1497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8" name="Google Shape;5378;p32"/>
            <p:cNvSpPr/>
            <p:nvPr/>
          </p:nvSpPr>
          <p:spPr>
            <a:xfrm>
              <a:off x="3407650" y="-634175"/>
              <a:ext cx="210375" cy="1228900"/>
            </a:xfrm>
            <a:custGeom>
              <a:avLst/>
              <a:gdLst/>
              <a:ahLst/>
              <a:cxnLst/>
              <a:rect l="l" t="t" r="r" b="b"/>
              <a:pathLst>
                <a:path w="841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15" y="49155"/>
                  </a:lnTo>
                  <a:lnTo>
                    <a:pt x="841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9" name="Google Shape;5379;p32"/>
            <p:cNvSpPr/>
            <p:nvPr/>
          </p:nvSpPr>
          <p:spPr>
            <a:xfrm>
              <a:off x="3770675" y="-634175"/>
              <a:ext cx="385950" cy="1194575"/>
            </a:xfrm>
            <a:custGeom>
              <a:avLst/>
              <a:gdLst/>
              <a:ahLst/>
              <a:cxnLst/>
              <a:rect l="l" t="t" r="r" b="b"/>
              <a:pathLst>
                <a:path w="1543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5438" y="47782"/>
                  </a:lnTo>
                  <a:lnTo>
                    <a:pt x="15438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0" name="Google Shape;5380;p32"/>
            <p:cNvSpPr/>
            <p:nvPr/>
          </p:nvSpPr>
          <p:spPr>
            <a:xfrm>
              <a:off x="38641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1" name="Google Shape;5381;p32"/>
            <p:cNvSpPr/>
            <p:nvPr/>
          </p:nvSpPr>
          <p:spPr>
            <a:xfrm>
              <a:off x="42267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2" name="Google Shape;5382;p32"/>
            <p:cNvSpPr/>
            <p:nvPr/>
          </p:nvSpPr>
          <p:spPr>
            <a:xfrm>
              <a:off x="4308775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481" y="49155"/>
                  </a:lnTo>
                  <a:lnTo>
                    <a:pt x="748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3" name="Google Shape;5383;p32"/>
            <p:cNvSpPr/>
            <p:nvPr/>
          </p:nvSpPr>
          <p:spPr>
            <a:xfrm>
              <a:off x="46718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4" name="Google Shape;5384;p32"/>
            <p:cNvSpPr/>
            <p:nvPr/>
          </p:nvSpPr>
          <p:spPr>
            <a:xfrm>
              <a:off x="47419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5" name="Google Shape;5385;p32"/>
            <p:cNvSpPr/>
            <p:nvPr/>
          </p:nvSpPr>
          <p:spPr>
            <a:xfrm>
              <a:off x="51164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6" name="Google Shape;5386;p32"/>
            <p:cNvSpPr/>
            <p:nvPr/>
          </p:nvSpPr>
          <p:spPr>
            <a:xfrm>
              <a:off x="51984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7" name="Google Shape;5387;p32"/>
            <p:cNvSpPr/>
            <p:nvPr/>
          </p:nvSpPr>
          <p:spPr>
            <a:xfrm>
              <a:off x="5549600" y="-634175"/>
              <a:ext cx="375000" cy="1228900"/>
            </a:xfrm>
            <a:custGeom>
              <a:avLst/>
              <a:gdLst/>
              <a:ahLst/>
              <a:cxnLst/>
              <a:rect l="l" t="t" r="r" b="b"/>
              <a:pathLst>
                <a:path w="1500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99" y="49155"/>
                  </a:lnTo>
                  <a:lnTo>
                    <a:pt x="1499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8" name="Google Shape;5388;p32"/>
            <p:cNvSpPr/>
            <p:nvPr/>
          </p:nvSpPr>
          <p:spPr>
            <a:xfrm>
              <a:off x="5631650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957" y="49155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9" name="Google Shape;5389;p32"/>
            <p:cNvSpPr/>
            <p:nvPr/>
          </p:nvSpPr>
          <p:spPr>
            <a:xfrm>
              <a:off x="60066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0" name="Google Shape;5390;p32"/>
            <p:cNvSpPr/>
            <p:nvPr/>
          </p:nvSpPr>
          <p:spPr>
            <a:xfrm>
              <a:off x="60767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1" name="Google Shape;5391;p32"/>
            <p:cNvSpPr/>
            <p:nvPr/>
          </p:nvSpPr>
          <p:spPr>
            <a:xfrm>
              <a:off x="6451225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045" y="49155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2" name="Google Shape;5392;p32"/>
            <p:cNvSpPr/>
            <p:nvPr/>
          </p:nvSpPr>
          <p:spPr>
            <a:xfrm>
              <a:off x="6532775" y="-634175"/>
              <a:ext cx="187525" cy="1228900"/>
            </a:xfrm>
            <a:custGeom>
              <a:avLst/>
              <a:gdLst/>
              <a:ahLst/>
              <a:cxnLst/>
              <a:rect l="l" t="t" r="r" b="b"/>
              <a:pathLst>
                <a:path w="750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501" y="49155"/>
                  </a:lnTo>
                  <a:lnTo>
                    <a:pt x="750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3" name="Google Shape;5393;p32"/>
            <p:cNvSpPr/>
            <p:nvPr/>
          </p:nvSpPr>
          <p:spPr>
            <a:xfrm>
              <a:off x="6884400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4" name="Google Shape;5394;p32"/>
            <p:cNvSpPr/>
            <p:nvPr/>
          </p:nvSpPr>
          <p:spPr>
            <a:xfrm>
              <a:off x="69783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5" name="Google Shape;5395;p32"/>
            <p:cNvSpPr/>
            <p:nvPr/>
          </p:nvSpPr>
          <p:spPr>
            <a:xfrm>
              <a:off x="211400" y="-634175"/>
              <a:ext cx="7094250" cy="25"/>
            </a:xfrm>
            <a:custGeom>
              <a:avLst/>
              <a:gdLst/>
              <a:ahLst/>
              <a:cxnLst/>
              <a:rect l="l" t="t" r="r" b="b"/>
              <a:pathLst>
                <a:path w="283770" h="1" fill="none" extrusionOk="0">
                  <a:moveTo>
                    <a:pt x="0" y="0"/>
                  </a:moveTo>
                  <a:lnTo>
                    <a:pt x="283769" y="0"/>
                  </a:lnTo>
                </a:path>
              </a:pathLst>
            </a:custGeom>
            <a:noFill/>
            <a:ln w="46750" cap="flat" cmpd="sng">
              <a:solidFill>
                <a:srgbClr val="FFB726"/>
              </a:solidFill>
              <a:prstDash val="solid"/>
              <a:miter lim="198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6" name="Google Shape;5396;p32"/>
            <p:cNvSpPr/>
            <p:nvPr/>
          </p:nvSpPr>
          <p:spPr>
            <a:xfrm>
              <a:off x="7287225" y="-693375"/>
              <a:ext cx="127825" cy="128350"/>
            </a:xfrm>
            <a:custGeom>
              <a:avLst/>
              <a:gdLst/>
              <a:ahLst/>
              <a:cxnLst/>
              <a:rect l="l" t="t" r="r" b="b"/>
              <a:pathLst>
                <a:path w="5113" h="5134" extrusionOk="0">
                  <a:moveTo>
                    <a:pt x="2566" y="1"/>
                  </a:moveTo>
                  <a:cubicBezTo>
                    <a:pt x="1134" y="1"/>
                    <a:pt x="0" y="1155"/>
                    <a:pt x="0" y="2567"/>
                  </a:cubicBezTo>
                  <a:cubicBezTo>
                    <a:pt x="0" y="3979"/>
                    <a:pt x="1134" y="5133"/>
                    <a:pt x="2566" y="5133"/>
                  </a:cubicBezTo>
                  <a:cubicBezTo>
                    <a:pt x="3979" y="5133"/>
                    <a:pt x="5113" y="3979"/>
                    <a:pt x="5113" y="2567"/>
                  </a:cubicBezTo>
                  <a:cubicBezTo>
                    <a:pt x="5113" y="1155"/>
                    <a:pt x="3979" y="1"/>
                    <a:pt x="2566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7" name="Google Shape;5397;p32"/>
            <p:cNvSpPr/>
            <p:nvPr/>
          </p:nvSpPr>
          <p:spPr>
            <a:xfrm>
              <a:off x="193475" y="-693375"/>
              <a:ext cx="128350" cy="128350"/>
            </a:xfrm>
            <a:custGeom>
              <a:avLst/>
              <a:gdLst/>
              <a:ahLst/>
              <a:cxnLst/>
              <a:rect l="l" t="t" r="r" b="b"/>
              <a:pathLst>
                <a:path w="5134" h="5134" extrusionOk="0">
                  <a:moveTo>
                    <a:pt x="2567" y="1"/>
                  </a:moveTo>
                  <a:cubicBezTo>
                    <a:pt x="1155" y="1"/>
                    <a:pt x="1" y="1155"/>
                    <a:pt x="1" y="2567"/>
                  </a:cubicBezTo>
                  <a:cubicBezTo>
                    <a:pt x="1" y="3979"/>
                    <a:pt x="1155" y="5133"/>
                    <a:pt x="2567" y="5133"/>
                  </a:cubicBezTo>
                  <a:cubicBezTo>
                    <a:pt x="3979" y="5133"/>
                    <a:pt x="5133" y="3979"/>
                    <a:pt x="5133" y="2567"/>
                  </a:cubicBezTo>
                  <a:cubicBezTo>
                    <a:pt x="5133" y="1155"/>
                    <a:pt x="3979" y="1"/>
                    <a:pt x="2567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98" name="Google Shape;5398;p32"/>
          <p:cNvGrpSpPr/>
          <p:nvPr/>
        </p:nvGrpSpPr>
        <p:grpSpPr>
          <a:xfrm>
            <a:off x="-20" y="4613271"/>
            <a:ext cx="9143683" cy="1629094"/>
            <a:chOff x="429225" y="4417075"/>
            <a:chExt cx="6749600" cy="1202550"/>
          </a:xfrm>
        </p:grpSpPr>
        <p:sp>
          <p:nvSpPr>
            <p:cNvPr id="5399" name="Google Shape;5399;p32"/>
            <p:cNvSpPr/>
            <p:nvPr/>
          </p:nvSpPr>
          <p:spPr>
            <a:xfrm>
              <a:off x="1901275" y="5022325"/>
              <a:ext cx="3806000" cy="502300"/>
            </a:xfrm>
            <a:custGeom>
              <a:avLst/>
              <a:gdLst/>
              <a:ahLst/>
              <a:cxnLst/>
              <a:rect l="l" t="t" r="r" b="b"/>
              <a:pathLst>
                <a:path w="152240" h="20092" extrusionOk="0">
                  <a:moveTo>
                    <a:pt x="0" y="0"/>
                  </a:moveTo>
                  <a:lnTo>
                    <a:pt x="0" y="20092"/>
                  </a:lnTo>
                  <a:lnTo>
                    <a:pt x="152239" y="20092"/>
                  </a:lnTo>
                  <a:lnTo>
                    <a:pt x="152239" y="0"/>
                  </a:lnTo>
                  <a:close/>
                </a:path>
              </a:pathLst>
            </a:custGeom>
            <a:solidFill>
              <a:srgbClr val="C3C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0" name="Google Shape;5400;p32"/>
            <p:cNvSpPr/>
            <p:nvPr/>
          </p:nvSpPr>
          <p:spPr>
            <a:xfrm>
              <a:off x="429225" y="4417075"/>
              <a:ext cx="650000" cy="553050"/>
            </a:xfrm>
            <a:custGeom>
              <a:avLst/>
              <a:gdLst/>
              <a:ahLst/>
              <a:cxnLst/>
              <a:rect l="l" t="t" r="r" b="b"/>
              <a:pathLst>
                <a:path w="26000" h="22122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1" name="Google Shape;5401;p32"/>
            <p:cNvSpPr/>
            <p:nvPr/>
          </p:nvSpPr>
          <p:spPr>
            <a:xfrm>
              <a:off x="4297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2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2" name="Google Shape;5402;p32"/>
            <p:cNvSpPr/>
            <p:nvPr/>
          </p:nvSpPr>
          <p:spPr>
            <a:xfrm>
              <a:off x="9449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3" name="Google Shape;5403;p32"/>
            <p:cNvSpPr/>
            <p:nvPr/>
          </p:nvSpPr>
          <p:spPr>
            <a:xfrm>
              <a:off x="4297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3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4" name="Google Shape;5404;p32"/>
            <p:cNvSpPr/>
            <p:nvPr/>
          </p:nvSpPr>
          <p:spPr>
            <a:xfrm>
              <a:off x="4302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9" y="20828"/>
                  </a:lnTo>
                  <a:lnTo>
                    <a:pt x="24489" y="6088"/>
                  </a:lnTo>
                  <a:cubicBezTo>
                    <a:pt x="2446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5" name="Google Shape;5405;p32"/>
            <p:cNvSpPr/>
            <p:nvPr/>
          </p:nvSpPr>
          <p:spPr>
            <a:xfrm>
              <a:off x="1191600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6" name="Google Shape;5406;p32"/>
            <p:cNvSpPr/>
            <p:nvPr/>
          </p:nvSpPr>
          <p:spPr>
            <a:xfrm>
              <a:off x="11926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7" name="Google Shape;5407;p32"/>
            <p:cNvSpPr/>
            <p:nvPr/>
          </p:nvSpPr>
          <p:spPr>
            <a:xfrm>
              <a:off x="17078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8" name="Google Shape;5408;p32"/>
            <p:cNvSpPr/>
            <p:nvPr/>
          </p:nvSpPr>
          <p:spPr>
            <a:xfrm>
              <a:off x="1192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09" y="0"/>
                  </a:moveTo>
                  <a:cubicBezTo>
                    <a:pt x="75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5" y="4158"/>
                  </a:cubicBezTo>
                  <a:cubicBezTo>
                    <a:pt x="7221" y="3263"/>
                    <a:pt x="4476" y="1850"/>
                    <a:pt x="200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9" name="Google Shape;5409;p32"/>
            <p:cNvSpPr/>
            <p:nvPr/>
          </p:nvSpPr>
          <p:spPr>
            <a:xfrm>
              <a:off x="11926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08" y="160"/>
                  </a:cubicBezTo>
                  <a:lnTo>
                    <a:pt x="1824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88" y="2726"/>
                    <a:pt x="2174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0" name="Google Shape;5410;p32"/>
            <p:cNvSpPr/>
            <p:nvPr/>
          </p:nvSpPr>
          <p:spPr>
            <a:xfrm>
              <a:off x="1954475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1" y="22121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1" name="Google Shape;5411;p32"/>
            <p:cNvSpPr/>
            <p:nvPr/>
          </p:nvSpPr>
          <p:spPr>
            <a:xfrm>
              <a:off x="195447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2" name="Google Shape;5412;p32"/>
            <p:cNvSpPr/>
            <p:nvPr/>
          </p:nvSpPr>
          <p:spPr>
            <a:xfrm>
              <a:off x="24702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3" name="Google Shape;5413;p32"/>
            <p:cNvSpPr/>
            <p:nvPr/>
          </p:nvSpPr>
          <p:spPr>
            <a:xfrm>
              <a:off x="195447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4" name="Google Shape;5414;p32"/>
            <p:cNvSpPr/>
            <p:nvPr/>
          </p:nvSpPr>
          <p:spPr>
            <a:xfrm>
              <a:off x="19544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5" name="Google Shape;5415;p32"/>
            <p:cNvSpPr/>
            <p:nvPr/>
          </p:nvSpPr>
          <p:spPr>
            <a:xfrm>
              <a:off x="271687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6" name="Google Shape;5416;p32"/>
            <p:cNvSpPr/>
            <p:nvPr/>
          </p:nvSpPr>
          <p:spPr>
            <a:xfrm>
              <a:off x="27168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7" name="Google Shape;5417;p32"/>
            <p:cNvSpPr/>
            <p:nvPr/>
          </p:nvSpPr>
          <p:spPr>
            <a:xfrm>
              <a:off x="32326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8" name="Google Shape;5418;p32"/>
            <p:cNvSpPr/>
            <p:nvPr/>
          </p:nvSpPr>
          <p:spPr>
            <a:xfrm>
              <a:off x="271687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6" y="4158"/>
                  </a:cubicBezTo>
                  <a:cubicBezTo>
                    <a:pt x="7221" y="3263"/>
                    <a:pt x="4476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9" name="Google Shape;5419;p32"/>
            <p:cNvSpPr/>
            <p:nvPr/>
          </p:nvSpPr>
          <p:spPr>
            <a:xfrm>
              <a:off x="271737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68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0" name="Google Shape;5420;p32"/>
            <p:cNvSpPr/>
            <p:nvPr/>
          </p:nvSpPr>
          <p:spPr>
            <a:xfrm>
              <a:off x="347975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1" name="Google Shape;5421;p32"/>
            <p:cNvSpPr/>
            <p:nvPr/>
          </p:nvSpPr>
          <p:spPr>
            <a:xfrm>
              <a:off x="3479250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80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2" name="Google Shape;5422;p32"/>
            <p:cNvSpPr/>
            <p:nvPr/>
          </p:nvSpPr>
          <p:spPr>
            <a:xfrm>
              <a:off x="399497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3" name="Google Shape;5423;p32"/>
            <p:cNvSpPr/>
            <p:nvPr/>
          </p:nvSpPr>
          <p:spPr>
            <a:xfrm>
              <a:off x="3479250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3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86" y="4158"/>
                  </a:cubicBezTo>
                  <a:cubicBezTo>
                    <a:pt x="7242" y="3263"/>
                    <a:pt x="4477" y="1850"/>
                    <a:pt x="203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4" name="Google Shape;5424;p32"/>
            <p:cNvSpPr/>
            <p:nvPr/>
          </p:nvSpPr>
          <p:spPr>
            <a:xfrm>
              <a:off x="34792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5" name="Google Shape;5425;p32"/>
            <p:cNvSpPr/>
            <p:nvPr/>
          </p:nvSpPr>
          <p:spPr>
            <a:xfrm>
              <a:off x="652880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6" name="Google Shape;5426;p32"/>
            <p:cNvSpPr/>
            <p:nvPr/>
          </p:nvSpPr>
          <p:spPr>
            <a:xfrm>
              <a:off x="65661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7" name="Google Shape;5427;p32"/>
            <p:cNvSpPr/>
            <p:nvPr/>
          </p:nvSpPr>
          <p:spPr>
            <a:xfrm>
              <a:off x="65288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8" name="Google Shape;5428;p32"/>
            <p:cNvSpPr/>
            <p:nvPr/>
          </p:nvSpPr>
          <p:spPr>
            <a:xfrm>
              <a:off x="6566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6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33" y="1134"/>
                    <a:pt x="22479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9" name="Google Shape;5429;p32"/>
            <p:cNvSpPr/>
            <p:nvPr/>
          </p:nvSpPr>
          <p:spPr>
            <a:xfrm>
              <a:off x="6566600" y="4449400"/>
              <a:ext cx="611725" cy="520725"/>
            </a:xfrm>
            <a:custGeom>
              <a:avLst/>
              <a:gdLst/>
              <a:ahLst/>
              <a:cxnLst/>
              <a:rect l="l" t="t" r="r" b="b"/>
              <a:pathLst>
                <a:path w="2446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00" y="20828"/>
                  </a:lnTo>
                  <a:lnTo>
                    <a:pt x="200" y="6207"/>
                  </a:lnTo>
                  <a:cubicBezTo>
                    <a:pt x="200" y="2885"/>
                    <a:pt x="2885" y="160"/>
                    <a:pt x="6207" y="160"/>
                  </a:cubicBezTo>
                  <a:lnTo>
                    <a:pt x="18461" y="160"/>
                  </a:lnTo>
                  <a:cubicBezTo>
                    <a:pt x="21763" y="160"/>
                    <a:pt x="24469" y="2885"/>
                    <a:pt x="24469" y="6207"/>
                  </a:cubicBezTo>
                  <a:lnTo>
                    <a:pt x="24469" y="6088"/>
                  </a:lnTo>
                  <a:cubicBezTo>
                    <a:pt x="24469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0" name="Google Shape;5430;p32"/>
            <p:cNvSpPr/>
            <p:nvPr/>
          </p:nvSpPr>
          <p:spPr>
            <a:xfrm>
              <a:off x="5766425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1" name="Google Shape;5431;p32"/>
            <p:cNvSpPr/>
            <p:nvPr/>
          </p:nvSpPr>
          <p:spPr>
            <a:xfrm>
              <a:off x="580322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8"/>
                  </a:lnTo>
                  <a:cubicBezTo>
                    <a:pt x="2452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2" name="Google Shape;5432;p32"/>
            <p:cNvSpPr/>
            <p:nvPr/>
          </p:nvSpPr>
          <p:spPr>
            <a:xfrm>
              <a:off x="57664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3" name="Google Shape;5433;p32"/>
            <p:cNvSpPr/>
            <p:nvPr/>
          </p:nvSpPr>
          <p:spPr>
            <a:xfrm>
              <a:off x="580372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2479" y="0"/>
                  </a:moveTo>
                  <a:cubicBezTo>
                    <a:pt x="2003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508" y="19276"/>
                  </a:lnTo>
                  <a:lnTo>
                    <a:pt x="24508" y="4536"/>
                  </a:lnTo>
                  <a:cubicBezTo>
                    <a:pt x="2450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4" name="Google Shape;5434;p32"/>
            <p:cNvSpPr/>
            <p:nvPr/>
          </p:nvSpPr>
          <p:spPr>
            <a:xfrm>
              <a:off x="58037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45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508" y="2885"/>
                    <a:pt x="24508" y="6207"/>
                  </a:cubicBezTo>
                  <a:lnTo>
                    <a:pt x="24508" y="6088"/>
                  </a:lnTo>
                  <a:cubicBezTo>
                    <a:pt x="24508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5" name="Google Shape;5435;p32"/>
            <p:cNvSpPr/>
            <p:nvPr/>
          </p:nvSpPr>
          <p:spPr>
            <a:xfrm>
              <a:off x="500402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6" name="Google Shape;5436;p32"/>
            <p:cNvSpPr/>
            <p:nvPr/>
          </p:nvSpPr>
          <p:spPr>
            <a:xfrm>
              <a:off x="50413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7" name="Google Shape;5437;p32"/>
            <p:cNvSpPr/>
            <p:nvPr/>
          </p:nvSpPr>
          <p:spPr>
            <a:xfrm>
              <a:off x="50040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8" name="Google Shape;5438;p32"/>
            <p:cNvSpPr/>
            <p:nvPr/>
          </p:nvSpPr>
          <p:spPr>
            <a:xfrm>
              <a:off x="504182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4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9" name="Google Shape;5439;p32"/>
            <p:cNvSpPr/>
            <p:nvPr/>
          </p:nvSpPr>
          <p:spPr>
            <a:xfrm>
              <a:off x="504132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8" y="1"/>
                  </a:moveTo>
                  <a:cubicBezTo>
                    <a:pt x="2726" y="1"/>
                    <a:pt x="21" y="2726"/>
                    <a:pt x="1" y="6088"/>
                  </a:cubicBezTo>
                  <a:lnTo>
                    <a:pt x="1" y="20828"/>
                  </a:lnTo>
                  <a:lnTo>
                    <a:pt x="220" y="20828"/>
                  </a:lnTo>
                  <a:lnTo>
                    <a:pt x="220" y="6207"/>
                  </a:lnTo>
                  <a:cubicBezTo>
                    <a:pt x="220" y="2885"/>
                    <a:pt x="2905" y="160"/>
                    <a:pt x="6227" y="160"/>
                  </a:cubicBezTo>
                  <a:lnTo>
                    <a:pt x="18461" y="160"/>
                  </a:lnTo>
                  <a:cubicBezTo>
                    <a:pt x="21783" y="160"/>
                    <a:pt x="24489" y="2885"/>
                    <a:pt x="24489" y="6207"/>
                  </a:cubicBezTo>
                  <a:lnTo>
                    <a:pt x="24489" y="6088"/>
                  </a:lnTo>
                  <a:cubicBezTo>
                    <a:pt x="2448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0" name="Google Shape;5440;p32"/>
            <p:cNvSpPr/>
            <p:nvPr/>
          </p:nvSpPr>
          <p:spPr>
            <a:xfrm>
              <a:off x="4241650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1" name="Google Shape;5441;p32"/>
            <p:cNvSpPr/>
            <p:nvPr/>
          </p:nvSpPr>
          <p:spPr>
            <a:xfrm>
              <a:off x="42784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2" name="Google Shape;5442;p32"/>
            <p:cNvSpPr/>
            <p:nvPr/>
          </p:nvSpPr>
          <p:spPr>
            <a:xfrm>
              <a:off x="424165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3" name="Google Shape;5443;p32"/>
            <p:cNvSpPr/>
            <p:nvPr/>
          </p:nvSpPr>
          <p:spPr>
            <a:xfrm>
              <a:off x="427895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4536"/>
                  </a:lnTo>
                  <a:cubicBezTo>
                    <a:pt x="2448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4" name="Google Shape;5444;p32"/>
            <p:cNvSpPr/>
            <p:nvPr/>
          </p:nvSpPr>
          <p:spPr>
            <a:xfrm>
              <a:off x="427895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7" y="1"/>
                  </a:moveTo>
                  <a:cubicBezTo>
                    <a:pt x="274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488" y="2885"/>
                    <a:pt x="24488" y="6207"/>
                  </a:cubicBezTo>
                  <a:lnTo>
                    <a:pt x="24488" y="6088"/>
                  </a:lnTo>
                  <a:cubicBezTo>
                    <a:pt x="2448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5" name="Google Shape;5445;p32"/>
            <p:cNvSpPr/>
            <p:nvPr/>
          </p:nvSpPr>
          <p:spPr>
            <a:xfrm>
              <a:off x="810650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6" name="Google Shape;5446;p32"/>
            <p:cNvSpPr/>
            <p:nvPr/>
          </p:nvSpPr>
          <p:spPr>
            <a:xfrm>
              <a:off x="81065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08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7" name="Google Shape;5447;p32"/>
            <p:cNvSpPr/>
            <p:nvPr/>
          </p:nvSpPr>
          <p:spPr>
            <a:xfrm>
              <a:off x="1326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73" y="1017"/>
                    <a:pt x="4886" y="1406"/>
                    <a:pt x="4527" y="1406"/>
                  </a:cubicBezTo>
                  <a:cubicBezTo>
                    <a:pt x="4358" y="1406"/>
                    <a:pt x="4152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8" name="Google Shape;5448;p32"/>
            <p:cNvSpPr/>
            <p:nvPr/>
          </p:nvSpPr>
          <p:spPr>
            <a:xfrm>
              <a:off x="8106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1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53" y="5709"/>
                    <a:pt x="14880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9" name="Google Shape;5449;p32"/>
            <p:cNvSpPr/>
            <p:nvPr/>
          </p:nvSpPr>
          <p:spPr>
            <a:xfrm>
              <a:off x="811150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6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469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0" name="Google Shape;5450;p32"/>
            <p:cNvSpPr/>
            <p:nvPr/>
          </p:nvSpPr>
          <p:spPr>
            <a:xfrm>
              <a:off x="1573050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1" name="Google Shape;5451;p32"/>
            <p:cNvSpPr/>
            <p:nvPr/>
          </p:nvSpPr>
          <p:spPr>
            <a:xfrm>
              <a:off x="157355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2" name="Google Shape;5452;p32"/>
            <p:cNvSpPr/>
            <p:nvPr/>
          </p:nvSpPr>
          <p:spPr>
            <a:xfrm>
              <a:off x="20887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87" y="1017"/>
                    <a:pt x="4904" y="1406"/>
                    <a:pt x="4540" y="1406"/>
                  </a:cubicBezTo>
                  <a:cubicBezTo>
                    <a:pt x="4369" y="1406"/>
                    <a:pt x="4159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3" name="Google Shape;5453;p32"/>
            <p:cNvSpPr/>
            <p:nvPr/>
          </p:nvSpPr>
          <p:spPr>
            <a:xfrm>
              <a:off x="1573550" y="46935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2" y="5690"/>
                    <a:pt x="14860" y="5571"/>
                    <a:pt x="10165" y="4159"/>
                  </a:cubicBezTo>
                  <a:cubicBezTo>
                    <a:pt x="7241" y="326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4" name="Google Shape;5454;p32"/>
            <p:cNvSpPr/>
            <p:nvPr/>
          </p:nvSpPr>
          <p:spPr>
            <a:xfrm>
              <a:off x="1573550" y="4654800"/>
              <a:ext cx="612200" cy="521200"/>
            </a:xfrm>
            <a:custGeom>
              <a:avLst/>
              <a:gdLst/>
              <a:ahLst/>
              <a:cxnLst/>
              <a:rect l="l" t="t" r="r" b="b"/>
              <a:pathLst>
                <a:path w="24488" h="20848" extrusionOk="0">
                  <a:moveTo>
                    <a:pt x="6067" y="0"/>
                  </a:moveTo>
                  <a:cubicBezTo>
                    <a:pt x="2706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06" y="179"/>
                    <a:pt x="600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5" name="Google Shape;5455;p32"/>
            <p:cNvSpPr/>
            <p:nvPr/>
          </p:nvSpPr>
          <p:spPr>
            <a:xfrm>
              <a:off x="2335925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6" name="Google Shape;5456;p32"/>
            <p:cNvSpPr/>
            <p:nvPr/>
          </p:nvSpPr>
          <p:spPr>
            <a:xfrm>
              <a:off x="233592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7" name="Google Shape;5457;p32"/>
            <p:cNvSpPr/>
            <p:nvPr/>
          </p:nvSpPr>
          <p:spPr>
            <a:xfrm>
              <a:off x="28516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87" y="1017"/>
                    <a:pt x="4904" y="1406"/>
                    <a:pt x="4539" y="1406"/>
                  </a:cubicBezTo>
                  <a:cubicBezTo>
                    <a:pt x="4369" y="1406"/>
                    <a:pt x="4159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8" name="Google Shape;5458;p32"/>
            <p:cNvSpPr/>
            <p:nvPr/>
          </p:nvSpPr>
          <p:spPr>
            <a:xfrm>
              <a:off x="233592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17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3" y="5690"/>
                    <a:pt x="14860" y="5571"/>
                    <a:pt x="10166" y="4159"/>
                  </a:cubicBezTo>
                  <a:cubicBezTo>
                    <a:pt x="7222" y="326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9" name="Google Shape;5459;p32"/>
            <p:cNvSpPr/>
            <p:nvPr/>
          </p:nvSpPr>
          <p:spPr>
            <a:xfrm>
              <a:off x="2335925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68" y="0"/>
                  </a:moveTo>
                  <a:cubicBezTo>
                    <a:pt x="270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0" name="Google Shape;5460;p32"/>
            <p:cNvSpPr/>
            <p:nvPr/>
          </p:nvSpPr>
          <p:spPr>
            <a:xfrm>
              <a:off x="3097825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1" name="Google Shape;5461;p32"/>
            <p:cNvSpPr/>
            <p:nvPr/>
          </p:nvSpPr>
          <p:spPr>
            <a:xfrm>
              <a:off x="309782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2" name="Google Shape;5462;p32"/>
            <p:cNvSpPr/>
            <p:nvPr/>
          </p:nvSpPr>
          <p:spPr>
            <a:xfrm>
              <a:off x="361402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74" y="1017"/>
                    <a:pt x="4886" y="1406"/>
                    <a:pt x="4527" y="1406"/>
                  </a:cubicBezTo>
                  <a:cubicBezTo>
                    <a:pt x="4359" y="1406"/>
                    <a:pt x="4153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3" name="Google Shape;5463;p32"/>
            <p:cNvSpPr/>
            <p:nvPr/>
          </p:nvSpPr>
          <p:spPr>
            <a:xfrm>
              <a:off x="3098325" y="46935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60"/>
                  </a:lnTo>
                  <a:cubicBezTo>
                    <a:pt x="20052" y="5690"/>
                    <a:pt x="14880" y="5571"/>
                    <a:pt x="10185" y="4159"/>
                  </a:cubicBezTo>
                  <a:cubicBezTo>
                    <a:pt x="7241" y="3263"/>
                    <a:pt x="4476" y="183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4" name="Google Shape;5464;p32"/>
            <p:cNvSpPr/>
            <p:nvPr/>
          </p:nvSpPr>
          <p:spPr>
            <a:xfrm>
              <a:off x="309832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06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25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50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5" name="Google Shape;5465;p32"/>
            <p:cNvSpPr/>
            <p:nvPr/>
          </p:nvSpPr>
          <p:spPr>
            <a:xfrm>
              <a:off x="6147875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6" name="Google Shape;5466;p32"/>
            <p:cNvSpPr/>
            <p:nvPr/>
          </p:nvSpPr>
          <p:spPr>
            <a:xfrm>
              <a:off x="618417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10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7" name="Google Shape;5467;p32"/>
            <p:cNvSpPr/>
            <p:nvPr/>
          </p:nvSpPr>
          <p:spPr>
            <a:xfrm>
              <a:off x="6147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3" y="1320"/>
                    <a:pt x="1002" y="1406"/>
                    <a:pt x="832" y="1406"/>
                  </a:cubicBezTo>
                  <a:cubicBezTo>
                    <a:pt x="468" y="1406"/>
                    <a:pt x="285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8" name="Google Shape;5468;p32"/>
            <p:cNvSpPr/>
            <p:nvPr/>
          </p:nvSpPr>
          <p:spPr>
            <a:xfrm>
              <a:off x="61851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80" y="0"/>
                  </a:moveTo>
                  <a:cubicBezTo>
                    <a:pt x="20013" y="1850"/>
                    <a:pt x="17248" y="3263"/>
                    <a:pt x="14324" y="4158"/>
                  </a:cubicBezTo>
                  <a:cubicBezTo>
                    <a:pt x="9609" y="5570"/>
                    <a:pt x="443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9" name="Google Shape;5469;p32"/>
            <p:cNvSpPr/>
            <p:nvPr/>
          </p:nvSpPr>
          <p:spPr>
            <a:xfrm>
              <a:off x="618467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2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802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0" name="Google Shape;5470;p32"/>
            <p:cNvSpPr/>
            <p:nvPr/>
          </p:nvSpPr>
          <p:spPr>
            <a:xfrm>
              <a:off x="5385475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1" name="Google Shape;5471;p32"/>
            <p:cNvSpPr/>
            <p:nvPr/>
          </p:nvSpPr>
          <p:spPr>
            <a:xfrm>
              <a:off x="542227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2" name="Google Shape;5472;p32"/>
            <p:cNvSpPr/>
            <p:nvPr/>
          </p:nvSpPr>
          <p:spPr>
            <a:xfrm>
              <a:off x="53854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2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3" name="Google Shape;5473;p32"/>
            <p:cNvSpPr/>
            <p:nvPr/>
          </p:nvSpPr>
          <p:spPr>
            <a:xfrm>
              <a:off x="54227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67" y="3263"/>
                    <a:pt x="14323" y="4159"/>
                  </a:cubicBezTo>
                  <a:cubicBezTo>
                    <a:pt x="9629" y="5571"/>
                    <a:pt x="4456" y="5690"/>
                    <a:pt x="0" y="7660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4" name="Google Shape;5474;p32"/>
            <p:cNvSpPr/>
            <p:nvPr/>
          </p:nvSpPr>
          <p:spPr>
            <a:xfrm>
              <a:off x="5422775" y="4654800"/>
              <a:ext cx="611725" cy="521200"/>
            </a:xfrm>
            <a:custGeom>
              <a:avLst/>
              <a:gdLst/>
              <a:ahLst/>
              <a:cxnLst/>
              <a:rect l="l" t="t" r="r" b="b"/>
              <a:pathLst>
                <a:path w="24469" h="20848" extrusionOk="0">
                  <a:moveTo>
                    <a:pt x="6068" y="0"/>
                  </a:moveTo>
                  <a:cubicBezTo>
                    <a:pt x="2706" y="0"/>
                    <a:pt x="0" y="2726"/>
                    <a:pt x="0" y="6107"/>
                  </a:cubicBezTo>
                  <a:lnTo>
                    <a:pt x="0" y="20848"/>
                  </a:lnTo>
                  <a:lnTo>
                    <a:pt x="199" y="20848"/>
                  </a:lnTo>
                  <a:lnTo>
                    <a:pt x="199" y="6227"/>
                  </a:lnTo>
                  <a:cubicBezTo>
                    <a:pt x="199" y="2885"/>
                    <a:pt x="2885" y="179"/>
                    <a:pt x="6207" y="179"/>
                  </a:cubicBezTo>
                  <a:lnTo>
                    <a:pt x="18441" y="179"/>
                  </a:lnTo>
                  <a:cubicBezTo>
                    <a:pt x="21763" y="179"/>
                    <a:pt x="24468" y="2885"/>
                    <a:pt x="24468" y="6227"/>
                  </a:cubicBezTo>
                  <a:lnTo>
                    <a:pt x="24468" y="6107"/>
                  </a:lnTo>
                  <a:cubicBezTo>
                    <a:pt x="24468" y="274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5" name="Google Shape;5475;p32"/>
            <p:cNvSpPr/>
            <p:nvPr/>
          </p:nvSpPr>
          <p:spPr>
            <a:xfrm>
              <a:off x="4622600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6" name="Google Shape;5476;p32"/>
            <p:cNvSpPr/>
            <p:nvPr/>
          </p:nvSpPr>
          <p:spPr>
            <a:xfrm>
              <a:off x="465990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7" name="Google Shape;5477;p32"/>
            <p:cNvSpPr/>
            <p:nvPr/>
          </p:nvSpPr>
          <p:spPr>
            <a:xfrm>
              <a:off x="46226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9" y="1320"/>
                    <a:pt x="1013" y="1406"/>
                    <a:pt x="845" y="1406"/>
                  </a:cubicBezTo>
                  <a:cubicBezTo>
                    <a:pt x="486" y="1406"/>
                    <a:pt x="298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8" name="Google Shape;5478;p32"/>
            <p:cNvSpPr/>
            <p:nvPr/>
          </p:nvSpPr>
          <p:spPr>
            <a:xfrm>
              <a:off x="46608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31"/>
                    <a:pt x="17248" y="3263"/>
                    <a:pt x="14324" y="4159"/>
                  </a:cubicBezTo>
                  <a:cubicBezTo>
                    <a:pt x="9609" y="5571"/>
                    <a:pt x="4437" y="5690"/>
                    <a:pt x="1" y="7660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17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32"/>
            <p:cNvSpPr/>
            <p:nvPr/>
          </p:nvSpPr>
          <p:spPr>
            <a:xfrm>
              <a:off x="4659900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4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783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32"/>
            <p:cNvSpPr/>
            <p:nvPr/>
          </p:nvSpPr>
          <p:spPr>
            <a:xfrm>
              <a:off x="3860700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1" name="Google Shape;5481;p32"/>
            <p:cNvSpPr/>
            <p:nvPr/>
          </p:nvSpPr>
          <p:spPr>
            <a:xfrm>
              <a:off x="389700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10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2" name="Google Shape;5482;p32"/>
            <p:cNvSpPr/>
            <p:nvPr/>
          </p:nvSpPr>
          <p:spPr>
            <a:xfrm>
              <a:off x="38607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3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3" name="Google Shape;5483;p32"/>
            <p:cNvSpPr/>
            <p:nvPr/>
          </p:nvSpPr>
          <p:spPr>
            <a:xfrm>
              <a:off x="3898000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47" y="3263"/>
                    <a:pt x="14323" y="4159"/>
                  </a:cubicBezTo>
                  <a:cubicBezTo>
                    <a:pt x="9629" y="5571"/>
                    <a:pt x="4456" y="5690"/>
                    <a:pt x="1" y="7660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4" name="Google Shape;5484;p32"/>
            <p:cNvSpPr/>
            <p:nvPr/>
          </p:nvSpPr>
          <p:spPr>
            <a:xfrm>
              <a:off x="3898000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88" y="0"/>
                  </a:moveTo>
                  <a:cubicBezTo>
                    <a:pt x="2726" y="0"/>
                    <a:pt x="1" y="2726"/>
                    <a:pt x="1" y="6107"/>
                  </a:cubicBezTo>
                  <a:lnTo>
                    <a:pt x="1" y="20848"/>
                  </a:lnTo>
                  <a:lnTo>
                    <a:pt x="219" y="20848"/>
                  </a:lnTo>
                  <a:lnTo>
                    <a:pt x="219" y="6227"/>
                  </a:lnTo>
                  <a:cubicBezTo>
                    <a:pt x="219" y="2885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5"/>
                    <a:pt x="24488" y="6227"/>
                  </a:cubicBezTo>
                  <a:lnTo>
                    <a:pt x="24488" y="6107"/>
                  </a:lnTo>
                  <a:cubicBezTo>
                    <a:pt x="2448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5" name="Google Shape;5485;p32"/>
            <p:cNvSpPr/>
            <p:nvPr/>
          </p:nvSpPr>
          <p:spPr>
            <a:xfrm>
              <a:off x="429225" y="4827850"/>
              <a:ext cx="650000" cy="758450"/>
            </a:xfrm>
            <a:custGeom>
              <a:avLst/>
              <a:gdLst/>
              <a:ahLst/>
              <a:cxnLst/>
              <a:rect l="l" t="t" r="r" b="b"/>
              <a:pathLst>
                <a:path w="26000" h="30338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6" name="Google Shape;5486;p32"/>
            <p:cNvSpPr/>
            <p:nvPr/>
          </p:nvSpPr>
          <p:spPr>
            <a:xfrm>
              <a:off x="4297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2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7" name="Google Shape;5487;p32"/>
            <p:cNvSpPr/>
            <p:nvPr/>
          </p:nvSpPr>
          <p:spPr>
            <a:xfrm>
              <a:off x="9449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8" name="Google Shape;5488;p32"/>
            <p:cNvSpPr/>
            <p:nvPr/>
          </p:nvSpPr>
          <p:spPr>
            <a:xfrm>
              <a:off x="4297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7659"/>
                  </a:lnTo>
                  <a:cubicBezTo>
                    <a:pt x="2003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9" name="Google Shape;5489;p32"/>
            <p:cNvSpPr/>
            <p:nvPr/>
          </p:nvSpPr>
          <p:spPr>
            <a:xfrm>
              <a:off x="4302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489" y="29043"/>
                  </a:lnTo>
                  <a:lnTo>
                    <a:pt x="24489" y="6087"/>
                  </a:lnTo>
                  <a:cubicBezTo>
                    <a:pt x="2446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0" name="Google Shape;5490;p32"/>
            <p:cNvSpPr/>
            <p:nvPr/>
          </p:nvSpPr>
          <p:spPr>
            <a:xfrm>
              <a:off x="1191600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1" name="Google Shape;5491;p32"/>
            <p:cNvSpPr/>
            <p:nvPr/>
          </p:nvSpPr>
          <p:spPr>
            <a:xfrm>
              <a:off x="11926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2" name="Google Shape;5492;p32"/>
            <p:cNvSpPr/>
            <p:nvPr/>
          </p:nvSpPr>
          <p:spPr>
            <a:xfrm>
              <a:off x="17078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3" name="Google Shape;5493;p32"/>
            <p:cNvSpPr/>
            <p:nvPr/>
          </p:nvSpPr>
          <p:spPr>
            <a:xfrm>
              <a:off x="1192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09" y="1"/>
                  </a:moveTo>
                  <a:cubicBezTo>
                    <a:pt x="75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5" y="4138"/>
                  </a:cubicBezTo>
                  <a:cubicBezTo>
                    <a:pt x="7221" y="324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4" name="Google Shape;5494;p32"/>
            <p:cNvSpPr/>
            <p:nvPr/>
          </p:nvSpPr>
          <p:spPr>
            <a:xfrm>
              <a:off x="11926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88" y="2725"/>
                    <a:pt x="2174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5" name="Google Shape;5495;p32"/>
            <p:cNvSpPr/>
            <p:nvPr/>
          </p:nvSpPr>
          <p:spPr>
            <a:xfrm>
              <a:off x="1954475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1" y="30337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6" name="Google Shape;5496;p32"/>
            <p:cNvSpPr/>
            <p:nvPr/>
          </p:nvSpPr>
          <p:spPr>
            <a:xfrm>
              <a:off x="195447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32"/>
            <p:cNvSpPr/>
            <p:nvPr/>
          </p:nvSpPr>
          <p:spPr>
            <a:xfrm>
              <a:off x="24702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32"/>
            <p:cNvSpPr/>
            <p:nvPr/>
          </p:nvSpPr>
          <p:spPr>
            <a:xfrm>
              <a:off x="195447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32"/>
            <p:cNvSpPr/>
            <p:nvPr/>
          </p:nvSpPr>
          <p:spPr>
            <a:xfrm>
              <a:off x="19544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32"/>
            <p:cNvSpPr/>
            <p:nvPr/>
          </p:nvSpPr>
          <p:spPr>
            <a:xfrm>
              <a:off x="271687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32"/>
            <p:cNvSpPr/>
            <p:nvPr/>
          </p:nvSpPr>
          <p:spPr>
            <a:xfrm>
              <a:off x="27168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32"/>
            <p:cNvSpPr/>
            <p:nvPr/>
          </p:nvSpPr>
          <p:spPr>
            <a:xfrm>
              <a:off x="32326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32"/>
            <p:cNvSpPr/>
            <p:nvPr/>
          </p:nvSpPr>
          <p:spPr>
            <a:xfrm>
              <a:off x="271687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6" y="4138"/>
                  </a:cubicBezTo>
                  <a:cubicBezTo>
                    <a:pt x="7221" y="324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32"/>
            <p:cNvSpPr/>
            <p:nvPr/>
          </p:nvSpPr>
          <p:spPr>
            <a:xfrm>
              <a:off x="271737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32"/>
            <p:cNvSpPr/>
            <p:nvPr/>
          </p:nvSpPr>
          <p:spPr>
            <a:xfrm>
              <a:off x="347975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32"/>
            <p:cNvSpPr/>
            <p:nvPr/>
          </p:nvSpPr>
          <p:spPr>
            <a:xfrm>
              <a:off x="3479250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32"/>
            <p:cNvSpPr/>
            <p:nvPr/>
          </p:nvSpPr>
          <p:spPr>
            <a:xfrm>
              <a:off x="399497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32"/>
            <p:cNvSpPr/>
            <p:nvPr/>
          </p:nvSpPr>
          <p:spPr>
            <a:xfrm>
              <a:off x="3479250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3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86" y="4138"/>
                  </a:cubicBezTo>
                  <a:cubicBezTo>
                    <a:pt x="7242" y="3243"/>
                    <a:pt x="4477" y="1831"/>
                    <a:pt x="203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32"/>
            <p:cNvSpPr/>
            <p:nvPr/>
          </p:nvSpPr>
          <p:spPr>
            <a:xfrm>
              <a:off x="34792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32"/>
            <p:cNvSpPr/>
            <p:nvPr/>
          </p:nvSpPr>
          <p:spPr>
            <a:xfrm>
              <a:off x="652880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32"/>
            <p:cNvSpPr/>
            <p:nvPr/>
          </p:nvSpPr>
          <p:spPr>
            <a:xfrm>
              <a:off x="65661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32"/>
            <p:cNvSpPr/>
            <p:nvPr/>
          </p:nvSpPr>
          <p:spPr>
            <a:xfrm>
              <a:off x="65288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32"/>
            <p:cNvSpPr/>
            <p:nvPr/>
          </p:nvSpPr>
          <p:spPr>
            <a:xfrm>
              <a:off x="6566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6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33" y="1115"/>
                    <a:pt x="22479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32"/>
            <p:cNvSpPr/>
            <p:nvPr/>
          </p:nvSpPr>
          <p:spPr>
            <a:xfrm>
              <a:off x="6566600" y="4860200"/>
              <a:ext cx="611725" cy="726100"/>
            </a:xfrm>
            <a:custGeom>
              <a:avLst/>
              <a:gdLst/>
              <a:ahLst/>
              <a:cxnLst/>
              <a:rect l="l" t="t" r="r" b="b"/>
              <a:pathLst>
                <a:path w="2446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00" y="29043"/>
                  </a:lnTo>
                  <a:lnTo>
                    <a:pt x="200" y="6207"/>
                  </a:lnTo>
                  <a:cubicBezTo>
                    <a:pt x="200" y="2884"/>
                    <a:pt x="2885" y="179"/>
                    <a:pt x="6207" y="179"/>
                  </a:cubicBezTo>
                  <a:lnTo>
                    <a:pt x="18461" y="179"/>
                  </a:lnTo>
                  <a:cubicBezTo>
                    <a:pt x="21763" y="179"/>
                    <a:pt x="24469" y="2884"/>
                    <a:pt x="24469" y="6207"/>
                  </a:cubicBezTo>
                  <a:lnTo>
                    <a:pt x="24469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32"/>
            <p:cNvSpPr/>
            <p:nvPr/>
          </p:nvSpPr>
          <p:spPr>
            <a:xfrm>
              <a:off x="5766425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32"/>
            <p:cNvSpPr/>
            <p:nvPr/>
          </p:nvSpPr>
          <p:spPr>
            <a:xfrm>
              <a:off x="580322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28" y="29043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32"/>
            <p:cNvSpPr/>
            <p:nvPr/>
          </p:nvSpPr>
          <p:spPr>
            <a:xfrm>
              <a:off x="57664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32"/>
            <p:cNvSpPr/>
            <p:nvPr/>
          </p:nvSpPr>
          <p:spPr>
            <a:xfrm>
              <a:off x="580372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2479" y="1"/>
                  </a:moveTo>
                  <a:cubicBezTo>
                    <a:pt x="2003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508" y="27492"/>
                  </a:lnTo>
                  <a:lnTo>
                    <a:pt x="24508" y="4516"/>
                  </a:lnTo>
                  <a:cubicBezTo>
                    <a:pt x="2450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32"/>
            <p:cNvSpPr/>
            <p:nvPr/>
          </p:nvSpPr>
          <p:spPr>
            <a:xfrm>
              <a:off x="58037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508" y="2884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32"/>
            <p:cNvSpPr/>
            <p:nvPr/>
          </p:nvSpPr>
          <p:spPr>
            <a:xfrm>
              <a:off x="500402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32"/>
            <p:cNvSpPr/>
            <p:nvPr/>
          </p:nvSpPr>
          <p:spPr>
            <a:xfrm>
              <a:off x="50413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32"/>
            <p:cNvSpPr/>
            <p:nvPr/>
          </p:nvSpPr>
          <p:spPr>
            <a:xfrm>
              <a:off x="50040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3" name="Google Shape;5523;p32"/>
            <p:cNvSpPr/>
            <p:nvPr/>
          </p:nvSpPr>
          <p:spPr>
            <a:xfrm>
              <a:off x="504182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4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4" name="Google Shape;5524;p32"/>
            <p:cNvSpPr/>
            <p:nvPr/>
          </p:nvSpPr>
          <p:spPr>
            <a:xfrm>
              <a:off x="504132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8" y="0"/>
                  </a:moveTo>
                  <a:cubicBezTo>
                    <a:pt x="2726" y="0"/>
                    <a:pt x="21" y="2725"/>
                    <a:pt x="1" y="6087"/>
                  </a:cubicBezTo>
                  <a:lnTo>
                    <a:pt x="1" y="29043"/>
                  </a:lnTo>
                  <a:lnTo>
                    <a:pt x="220" y="29043"/>
                  </a:lnTo>
                  <a:lnTo>
                    <a:pt x="220" y="6207"/>
                  </a:lnTo>
                  <a:cubicBezTo>
                    <a:pt x="220" y="2884"/>
                    <a:pt x="2905" y="179"/>
                    <a:pt x="6227" y="179"/>
                  </a:cubicBezTo>
                  <a:lnTo>
                    <a:pt x="18461" y="179"/>
                  </a:lnTo>
                  <a:cubicBezTo>
                    <a:pt x="21783" y="179"/>
                    <a:pt x="24489" y="2884"/>
                    <a:pt x="24489" y="6207"/>
                  </a:cubicBezTo>
                  <a:lnTo>
                    <a:pt x="24489" y="6087"/>
                  </a:lnTo>
                  <a:cubicBezTo>
                    <a:pt x="2448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32"/>
            <p:cNvSpPr/>
            <p:nvPr/>
          </p:nvSpPr>
          <p:spPr>
            <a:xfrm>
              <a:off x="4241650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32"/>
            <p:cNvSpPr/>
            <p:nvPr/>
          </p:nvSpPr>
          <p:spPr>
            <a:xfrm>
              <a:off x="42784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32"/>
            <p:cNvSpPr/>
            <p:nvPr/>
          </p:nvSpPr>
          <p:spPr>
            <a:xfrm>
              <a:off x="424165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32"/>
            <p:cNvSpPr/>
            <p:nvPr/>
          </p:nvSpPr>
          <p:spPr>
            <a:xfrm>
              <a:off x="427895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451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32"/>
            <p:cNvSpPr/>
            <p:nvPr/>
          </p:nvSpPr>
          <p:spPr>
            <a:xfrm>
              <a:off x="427895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7" y="0"/>
                  </a:moveTo>
                  <a:cubicBezTo>
                    <a:pt x="274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4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32"/>
            <p:cNvSpPr/>
            <p:nvPr/>
          </p:nvSpPr>
          <p:spPr>
            <a:xfrm>
              <a:off x="810650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32"/>
            <p:cNvSpPr/>
            <p:nvPr/>
          </p:nvSpPr>
          <p:spPr>
            <a:xfrm>
              <a:off x="81065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08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32"/>
            <p:cNvSpPr/>
            <p:nvPr/>
          </p:nvSpPr>
          <p:spPr>
            <a:xfrm>
              <a:off x="1325875" y="5265000"/>
              <a:ext cx="135300" cy="319300"/>
            </a:xfrm>
            <a:custGeom>
              <a:avLst/>
              <a:gdLst/>
              <a:ahLst/>
              <a:cxnLst/>
              <a:rect l="l" t="t" r="r" b="b"/>
              <a:pathLst>
                <a:path w="5412" h="12772" extrusionOk="0">
                  <a:moveTo>
                    <a:pt x="5411" y="1"/>
                  </a:moveTo>
                  <a:cubicBezTo>
                    <a:pt x="5116" y="1009"/>
                    <a:pt x="4929" y="1390"/>
                    <a:pt x="4575" y="1390"/>
                  </a:cubicBezTo>
                  <a:cubicBezTo>
                    <a:pt x="4405" y="1390"/>
                    <a:pt x="4197" y="1303"/>
                    <a:pt x="3919" y="1154"/>
                  </a:cubicBezTo>
                  <a:lnTo>
                    <a:pt x="1" y="12772"/>
                  </a:lnTo>
                  <a:lnTo>
                    <a:pt x="5411" y="12772"/>
                  </a:lnTo>
                  <a:lnTo>
                    <a:pt x="541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32"/>
            <p:cNvSpPr/>
            <p:nvPr/>
          </p:nvSpPr>
          <p:spPr>
            <a:xfrm>
              <a:off x="8106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010" y="0"/>
                  </a:moveTo>
                  <a:cubicBezTo>
                    <a:pt x="777" y="1114"/>
                    <a:pt x="1" y="2705"/>
                    <a:pt x="1" y="4516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7659"/>
                  </a:lnTo>
                  <a:cubicBezTo>
                    <a:pt x="20053" y="5689"/>
                    <a:pt x="14880" y="5570"/>
                    <a:pt x="10166" y="4138"/>
                  </a:cubicBezTo>
                  <a:cubicBezTo>
                    <a:pt x="7242" y="3243"/>
                    <a:pt x="4477" y="183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32"/>
            <p:cNvSpPr/>
            <p:nvPr/>
          </p:nvSpPr>
          <p:spPr>
            <a:xfrm>
              <a:off x="811150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26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32"/>
            <p:cNvSpPr/>
            <p:nvPr/>
          </p:nvSpPr>
          <p:spPr>
            <a:xfrm>
              <a:off x="1573050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6" name="Google Shape;5536;p32"/>
            <p:cNvSpPr/>
            <p:nvPr/>
          </p:nvSpPr>
          <p:spPr>
            <a:xfrm>
              <a:off x="157355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5537;p32"/>
            <p:cNvSpPr/>
            <p:nvPr/>
          </p:nvSpPr>
          <p:spPr>
            <a:xfrm>
              <a:off x="208875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90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32"/>
            <p:cNvSpPr/>
            <p:nvPr/>
          </p:nvSpPr>
          <p:spPr>
            <a:xfrm>
              <a:off x="1573550" y="51023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2" y="5710"/>
                    <a:pt x="14860" y="5571"/>
                    <a:pt x="10165" y="4158"/>
                  </a:cubicBezTo>
                  <a:cubicBezTo>
                    <a:pt x="7241" y="3263"/>
                    <a:pt x="4476" y="185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32"/>
            <p:cNvSpPr/>
            <p:nvPr/>
          </p:nvSpPr>
          <p:spPr>
            <a:xfrm>
              <a:off x="1573550" y="5063600"/>
              <a:ext cx="612200" cy="520700"/>
            </a:xfrm>
            <a:custGeom>
              <a:avLst/>
              <a:gdLst/>
              <a:ahLst/>
              <a:cxnLst/>
              <a:rect l="l" t="t" r="r" b="b"/>
              <a:pathLst>
                <a:path w="24488" h="20828" extrusionOk="0">
                  <a:moveTo>
                    <a:pt x="6067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06" y="159"/>
                    <a:pt x="600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32"/>
            <p:cNvSpPr/>
            <p:nvPr/>
          </p:nvSpPr>
          <p:spPr>
            <a:xfrm>
              <a:off x="2335925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32"/>
            <p:cNvSpPr/>
            <p:nvPr/>
          </p:nvSpPr>
          <p:spPr>
            <a:xfrm>
              <a:off x="233592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32"/>
            <p:cNvSpPr/>
            <p:nvPr/>
          </p:nvSpPr>
          <p:spPr>
            <a:xfrm>
              <a:off x="2851150" y="5265000"/>
              <a:ext cx="134800" cy="319300"/>
            </a:xfrm>
            <a:custGeom>
              <a:avLst/>
              <a:gdLst/>
              <a:ahLst/>
              <a:cxnLst/>
              <a:rect l="l" t="t" r="r" b="b"/>
              <a:pathLst>
                <a:path w="5392" h="12772" extrusionOk="0">
                  <a:moveTo>
                    <a:pt x="5391" y="1"/>
                  </a:moveTo>
                  <a:cubicBezTo>
                    <a:pt x="5109" y="1009"/>
                    <a:pt x="4927" y="1390"/>
                    <a:pt x="4568" y="1390"/>
                  </a:cubicBezTo>
                  <a:cubicBezTo>
                    <a:pt x="4396" y="1390"/>
                    <a:pt x="4183" y="1303"/>
                    <a:pt x="3899" y="1154"/>
                  </a:cubicBezTo>
                  <a:lnTo>
                    <a:pt x="0" y="12772"/>
                  </a:lnTo>
                  <a:lnTo>
                    <a:pt x="5391" y="12772"/>
                  </a:lnTo>
                  <a:lnTo>
                    <a:pt x="539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32"/>
            <p:cNvSpPr/>
            <p:nvPr/>
          </p:nvSpPr>
          <p:spPr>
            <a:xfrm>
              <a:off x="233592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36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3" y="5710"/>
                    <a:pt x="14860" y="5571"/>
                    <a:pt x="10166" y="4158"/>
                  </a:cubicBezTo>
                  <a:cubicBezTo>
                    <a:pt x="7222" y="3263"/>
                    <a:pt x="4476" y="185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32"/>
            <p:cNvSpPr/>
            <p:nvPr/>
          </p:nvSpPr>
          <p:spPr>
            <a:xfrm>
              <a:off x="2335925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06" y="159"/>
                    <a:pt x="6008" y="159"/>
                  </a:cubicBezTo>
                  <a:lnTo>
                    <a:pt x="1824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32"/>
            <p:cNvSpPr/>
            <p:nvPr/>
          </p:nvSpPr>
          <p:spPr>
            <a:xfrm>
              <a:off x="3097825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32"/>
            <p:cNvSpPr/>
            <p:nvPr/>
          </p:nvSpPr>
          <p:spPr>
            <a:xfrm>
              <a:off x="309782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32"/>
            <p:cNvSpPr/>
            <p:nvPr/>
          </p:nvSpPr>
          <p:spPr>
            <a:xfrm>
              <a:off x="361402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32"/>
            <p:cNvSpPr/>
            <p:nvPr/>
          </p:nvSpPr>
          <p:spPr>
            <a:xfrm>
              <a:off x="3098325" y="51023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59"/>
                  </a:lnTo>
                  <a:cubicBezTo>
                    <a:pt x="20052" y="5710"/>
                    <a:pt x="14880" y="5571"/>
                    <a:pt x="10185" y="4158"/>
                  </a:cubicBezTo>
                  <a:cubicBezTo>
                    <a:pt x="7241" y="3263"/>
                    <a:pt x="4476" y="185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32"/>
            <p:cNvSpPr/>
            <p:nvPr/>
          </p:nvSpPr>
          <p:spPr>
            <a:xfrm>
              <a:off x="309832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06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25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50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32"/>
            <p:cNvSpPr/>
            <p:nvPr/>
          </p:nvSpPr>
          <p:spPr>
            <a:xfrm>
              <a:off x="6147875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1" name="Google Shape;5551;p32"/>
            <p:cNvSpPr/>
            <p:nvPr/>
          </p:nvSpPr>
          <p:spPr>
            <a:xfrm>
              <a:off x="618417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10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2" name="Google Shape;5552;p32"/>
            <p:cNvSpPr/>
            <p:nvPr/>
          </p:nvSpPr>
          <p:spPr>
            <a:xfrm>
              <a:off x="61478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08" y="1303"/>
                    <a:pt x="996" y="1390"/>
                    <a:pt x="824" y="1390"/>
                  </a:cubicBezTo>
                  <a:cubicBezTo>
                    <a:pt x="465" y="1390"/>
                    <a:pt x="282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32"/>
            <p:cNvSpPr/>
            <p:nvPr/>
          </p:nvSpPr>
          <p:spPr>
            <a:xfrm>
              <a:off x="61851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2480" y="0"/>
                  </a:moveTo>
                  <a:cubicBezTo>
                    <a:pt x="20013" y="1830"/>
                    <a:pt x="17248" y="3243"/>
                    <a:pt x="14324" y="4138"/>
                  </a:cubicBezTo>
                  <a:cubicBezTo>
                    <a:pt x="9609" y="5570"/>
                    <a:pt x="4437" y="5689"/>
                    <a:pt x="1" y="7659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4516"/>
                  </a:lnTo>
                  <a:cubicBezTo>
                    <a:pt x="24489" y="2705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32"/>
            <p:cNvSpPr/>
            <p:nvPr/>
          </p:nvSpPr>
          <p:spPr>
            <a:xfrm>
              <a:off x="618467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2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802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32"/>
            <p:cNvSpPr/>
            <p:nvPr/>
          </p:nvSpPr>
          <p:spPr>
            <a:xfrm>
              <a:off x="5385475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32"/>
            <p:cNvSpPr/>
            <p:nvPr/>
          </p:nvSpPr>
          <p:spPr>
            <a:xfrm>
              <a:off x="542227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32"/>
            <p:cNvSpPr/>
            <p:nvPr/>
          </p:nvSpPr>
          <p:spPr>
            <a:xfrm>
              <a:off x="53854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32"/>
            <p:cNvSpPr/>
            <p:nvPr/>
          </p:nvSpPr>
          <p:spPr>
            <a:xfrm>
              <a:off x="54227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67" y="3263"/>
                    <a:pt x="14323" y="4158"/>
                  </a:cubicBezTo>
                  <a:cubicBezTo>
                    <a:pt x="9629" y="5571"/>
                    <a:pt x="4456" y="5710"/>
                    <a:pt x="0" y="7659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32"/>
            <p:cNvSpPr/>
            <p:nvPr/>
          </p:nvSpPr>
          <p:spPr>
            <a:xfrm>
              <a:off x="5422775" y="5063600"/>
              <a:ext cx="611725" cy="520700"/>
            </a:xfrm>
            <a:custGeom>
              <a:avLst/>
              <a:gdLst/>
              <a:ahLst/>
              <a:cxnLst/>
              <a:rect l="l" t="t" r="r" b="b"/>
              <a:pathLst>
                <a:path w="24469" h="20828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199" y="20828"/>
                  </a:lnTo>
                  <a:lnTo>
                    <a:pt x="199" y="6207"/>
                  </a:lnTo>
                  <a:cubicBezTo>
                    <a:pt x="199" y="2885"/>
                    <a:pt x="2885" y="159"/>
                    <a:pt x="6207" y="159"/>
                  </a:cubicBezTo>
                  <a:lnTo>
                    <a:pt x="18441" y="159"/>
                  </a:lnTo>
                  <a:cubicBezTo>
                    <a:pt x="21763" y="159"/>
                    <a:pt x="24468" y="2885"/>
                    <a:pt x="24468" y="6207"/>
                  </a:cubicBezTo>
                  <a:lnTo>
                    <a:pt x="2446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32"/>
            <p:cNvSpPr/>
            <p:nvPr/>
          </p:nvSpPr>
          <p:spPr>
            <a:xfrm>
              <a:off x="4622600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32"/>
            <p:cNvSpPr/>
            <p:nvPr/>
          </p:nvSpPr>
          <p:spPr>
            <a:xfrm>
              <a:off x="465990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32"/>
            <p:cNvSpPr/>
            <p:nvPr/>
          </p:nvSpPr>
          <p:spPr>
            <a:xfrm>
              <a:off x="46226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15" y="1303"/>
                    <a:pt x="1007" y="1390"/>
                    <a:pt x="837" y="1390"/>
                  </a:cubicBezTo>
                  <a:cubicBezTo>
                    <a:pt x="483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32"/>
            <p:cNvSpPr/>
            <p:nvPr/>
          </p:nvSpPr>
          <p:spPr>
            <a:xfrm>
              <a:off x="46608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51"/>
                    <a:pt x="17248" y="3263"/>
                    <a:pt x="14324" y="4158"/>
                  </a:cubicBezTo>
                  <a:cubicBezTo>
                    <a:pt x="9609" y="5571"/>
                    <a:pt x="4437" y="5710"/>
                    <a:pt x="1" y="7659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36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32"/>
            <p:cNvSpPr/>
            <p:nvPr/>
          </p:nvSpPr>
          <p:spPr>
            <a:xfrm>
              <a:off x="4659900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4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783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32"/>
            <p:cNvSpPr/>
            <p:nvPr/>
          </p:nvSpPr>
          <p:spPr>
            <a:xfrm>
              <a:off x="3860700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32"/>
            <p:cNvSpPr/>
            <p:nvPr/>
          </p:nvSpPr>
          <p:spPr>
            <a:xfrm>
              <a:off x="389700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32"/>
            <p:cNvSpPr/>
            <p:nvPr/>
          </p:nvSpPr>
          <p:spPr>
            <a:xfrm>
              <a:off x="38607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32"/>
            <p:cNvSpPr/>
            <p:nvPr/>
          </p:nvSpPr>
          <p:spPr>
            <a:xfrm>
              <a:off x="3898000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47" y="3263"/>
                    <a:pt x="14323" y="4158"/>
                  </a:cubicBezTo>
                  <a:cubicBezTo>
                    <a:pt x="9629" y="5571"/>
                    <a:pt x="4456" y="5710"/>
                    <a:pt x="1" y="7659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32"/>
            <p:cNvSpPr/>
            <p:nvPr/>
          </p:nvSpPr>
          <p:spPr>
            <a:xfrm>
              <a:off x="3898000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59"/>
                    <a:pt x="6247" y="159"/>
                  </a:cubicBezTo>
                  <a:lnTo>
                    <a:pt x="18481" y="159"/>
                  </a:lnTo>
                  <a:cubicBezTo>
                    <a:pt x="21783" y="159"/>
                    <a:pt x="24488" y="2885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70" name="Google Shape;5570;p32"/>
          <p:cNvSpPr txBox="1">
            <a:spLocks noGrp="1"/>
          </p:cNvSpPr>
          <p:nvPr>
            <p:ph type="title"/>
          </p:nvPr>
        </p:nvSpPr>
        <p:spPr>
          <a:xfrm>
            <a:off x="720000" y="6048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8">
    <p:spTree>
      <p:nvGrpSpPr>
        <p:cNvPr id="1" name="Shape 5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7" name="Google Shape;5637;p34"/>
          <p:cNvSpPr/>
          <p:nvPr/>
        </p:nvSpPr>
        <p:spPr>
          <a:xfrm>
            <a:off x="-7175" y="3543775"/>
            <a:ext cx="9158700" cy="1629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38" name="Google Shape;5638;p34"/>
          <p:cNvGrpSpPr/>
          <p:nvPr/>
        </p:nvGrpSpPr>
        <p:grpSpPr>
          <a:xfrm>
            <a:off x="4731051" y="3543884"/>
            <a:ext cx="3319678" cy="1649745"/>
            <a:chOff x="1951575" y="2613150"/>
            <a:chExt cx="3658450" cy="2837050"/>
          </a:xfrm>
        </p:grpSpPr>
        <p:sp>
          <p:nvSpPr>
            <p:cNvPr id="5639" name="Google Shape;5639;p34"/>
            <p:cNvSpPr/>
            <p:nvPr/>
          </p:nvSpPr>
          <p:spPr>
            <a:xfrm>
              <a:off x="1951575" y="2613150"/>
              <a:ext cx="3658450" cy="2837050"/>
            </a:xfrm>
            <a:custGeom>
              <a:avLst/>
              <a:gdLst/>
              <a:ahLst/>
              <a:cxnLst/>
              <a:rect l="l" t="t" r="r" b="b"/>
              <a:pathLst>
                <a:path w="146338" h="113482" extrusionOk="0">
                  <a:moveTo>
                    <a:pt x="51403" y="0"/>
                  </a:moveTo>
                  <a:lnTo>
                    <a:pt x="0" y="113482"/>
                  </a:lnTo>
                  <a:lnTo>
                    <a:pt x="146338" y="113482"/>
                  </a:lnTo>
                  <a:lnTo>
                    <a:pt x="9997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0" name="Google Shape;5640;p34"/>
            <p:cNvSpPr/>
            <p:nvPr/>
          </p:nvSpPr>
          <p:spPr>
            <a:xfrm>
              <a:off x="2161725" y="2613150"/>
              <a:ext cx="1188375" cy="2837050"/>
            </a:xfrm>
            <a:custGeom>
              <a:avLst/>
              <a:gdLst/>
              <a:ahLst/>
              <a:cxnLst/>
              <a:rect l="l" t="t" r="r" b="b"/>
              <a:pathLst>
                <a:path w="47535" h="113482" fill="none" extrusionOk="0">
                  <a:moveTo>
                    <a:pt x="47534" y="0"/>
                  </a:moveTo>
                  <a:lnTo>
                    <a:pt x="0" y="113482"/>
                  </a:lnTo>
                </a:path>
              </a:pathLst>
            </a:custGeom>
            <a:noFill/>
            <a:ln w="10850" cap="flat" cmpd="sng">
              <a:solidFill>
                <a:schemeClr val="accen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1" name="Google Shape;5641;p34"/>
            <p:cNvSpPr/>
            <p:nvPr/>
          </p:nvSpPr>
          <p:spPr>
            <a:xfrm>
              <a:off x="4330775" y="2613150"/>
              <a:ext cx="1104975" cy="2837050"/>
            </a:xfrm>
            <a:custGeom>
              <a:avLst/>
              <a:gdLst/>
              <a:ahLst/>
              <a:cxnLst/>
              <a:rect l="l" t="t" r="r" b="b"/>
              <a:pathLst>
                <a:path w="44199" h="113482" fill="none" extrusionOk="0">
                  <a:moveTo>
                    <a:pt x="0" y="0"/>
                  </a:moveTo>
                  <a:lnTo>
                    <a:pt x="44198" y="113482"/>
                  </a:lnTo>
                </a:path>
              </a:pathLst>
            </a:custGeom>
            <a:noFill/>
            <a:ln w="10850" cap="flat" cmpd="sng">
              <a:solidFill>
                <a:schemeClr val="accent2"/>
              </a:solidFill>
              <a:prstDash val="solid"/>
              <a:miter lim="3335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42" name="Google Shape;5642;p34"/>
          <p:cNvGrpSpPr/>
          <p:nvPr/>
        </p:nvGrpSpPr>
        <p:grpSpPr>
          <a:xfrm flipH="1">
            <a:off x="2676375" y="387375"/>
            <a:ext cx="6477200" cy="4366413"/>
            <a:chOff x="-1323575" y="346100"/>
            <a:chExt cx="6477200" cy="4366413"/>
          </a:xfrm>
        </p:grpSpPr>
        <p:sp>
          <p:nvSpPr>
            <p:cNvPr id="5643" name="Google Shape;5643;p34"/>
            <p:cNvSpPr/>
            <p:nvPr/>
          </p:nvSpPr>
          <p:spPr>
            <a:xfrm>
              <a:off x="-1323575" y="346100"/>
              <a:ext cx="6345125" cy="4202000"/>
            </a:xfrm>
            <a:custGeom>
              <a:avLst/>
              <a:gdLst/>
              <a:ahLst/>
              <a:cxnLst/>
              <a:rect l="l" t="t" r="r" b="b"/>
              <a:pathLst>
                <a:path w="253805" h="168080" extrusionOk="0">
                  <a:moveTo>
                    <a:pt x="253805" y="162914"/>
                  </a:moveTo>
                  <a:lnTo>
                    <a:pt x="574" y="0"/>
                  </a:lnTo>
                  <a:lnTo>
                    <a:pt x="0" y="131708"/>
                  </a:lnTo>
                  <a:lnTo>
                    <a:pt x="246631" y="168080"/>
                  </a:lnTo>
                  <a:close/>
                </a:path>
              </a:pathLst>
            </a:custGeom>
            <a:gradFill>
              <a:gsLst>
                <a:gs pos="0">
                  <a:srgbClr val="FFF6DB">
                    <a:alpha val="1960"/>
                  </a:srgbClr>
                </a:gs>
                <a:gs pos="100000">
                  <a:srgbClr val="FAD25C">
                    <a:alpha val="29411"/>
                  </a:srgbClr>
                </a:gs>
              </a:gsLst>
              <a:lin ang="18900044" scaled="0"/>
            </a:gradFill>
            <a:ln>
              <a:noFill/>
            </a:ln>
          </p:spPr>
        </p:sp>
        <p:grpSp>
          <p:nvGrpSpPr>
            <p:cNvPr id="5644" name="Google Shape;5644;p34"/>
            <p:cNvGrpSpPr/>
            <p:nvPr/>
          </p:nvGrpSpPr>
          <p:grpSpPr>
            <a:xfrm flipH="1">
              <a:off x="4793350" y="4364763"/>
              <a:ext cx="360275" cy="347750"/>
              <a:chOff x="1618825" y="2930900"/>
              <a:chExt cx="360275" cy="347750"/>
            </a:xfrm>
          </p:grpSpPr>
          <p:sp>
            <p:nvSpPr>
              <p:cNvPr id="5645" name="Google Shape;5645;p34"/>
              <p:cNvSpPr/>
              <p:nvPr/>
            </p:nvSpPr>
            <p:spPr>
              <a:xfrm>
                <a:off x="1670525" y="2930900"/>
                <a:ext cx="308575" cy="281975"/>
              </a:xfrm>
              <a:custGeom>
                <a:avLst/>
                <a:gdLst/>
                <a:ahLst/>
                <a:cxnLst/>
                <a:rect l="l" t="t" r="r" b="b"/>
                <a:pathLst>
                  <a:path w="12343" h="11279" extrusionOk="0">
                    <a:moveTo>
                      <a:pt x="4663" y="0"/>
                    </a:moveTo>
                    <a:cubicBezTo>
                      <a:pt x="4463" y="0"/>
                      <a:pt x="4317" y="54"/>
                      <a:pt x="4237" y="166"/>
                    </a:cubicBezTo>
                    <a:lnTo>
                      <a:pt x="1735" y="3302"/>
                    </a:lnTo>
                    <a:cubicBezTo>
                      <a:pt x="1" y="5403"/>
                      <a:pt x="368" y="8506"/>
                      <a:pt x="2503" y="10207"/>
                    </a:cubicBezTo>
                    <a:cubicBezTo>
                      <a:pt x="3408" y="10929"/>
                      <a:pt x="4483" y="11278"/>
                      <a:pt x="5552" y="11278"/>
                    </a:cubicBezTo>
                    <a:cubicBezTo>
                      <a:pt x="7002" y="11278"/>
                      <a:pt x="8442" y="10635"/>
                      <a:pt x="9441" y="9406"/>
                    </a:cubicBezTo>
                    <a:lnTo>
                      <a:pt x="11943" y="6304"/>
                    </a:lnTo>
                    <a:cubicBezTo>
                      <a:pt x="12343" y="5737"/>
                      <a:pt x="10975" y="3902"/>
                      <a:pt x="8840" y="2234"/>
                    </a:cubicBezTo>
                    <a:cubicBezTo>
                      <a:pt x="7156" y="871"/>
                      <a:pt x="5472" y="0"/>
                      <a:pt x="46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6" name="Google Shape;5646;p34"/>
              <p:cNvSpPr/>
              <p:nvPr/>
            </p:nvSpPr>
            <p:spPr>
              <a:xfrm>
                <a:off x="1703050" y="3050950"/>
                <a:ext cx="2702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0809" h="6477" extrusionOk="0">
                    <a:moveTo>
                      <a:pt x="10108" y="1"/>
                    </a:moveTo>
                    <a:lnTo>
                      <a:pt x="10108" y="1"/>
                    </a:lnTo>
                    <a:cubicBezTo>
                      <a:pt x="10375" y="435"/>
                      <a:pt x="10475" y="835"/>
                      <a:pt x="10308" y="1035"/>
                    </a:cubicBezTo>
                    <a:lnTo>
                      <a:pt x="7806" y="4171"/>
                    </a:lnTo>
                    <a:cubicBezTo>
                      <a:pt x="6827" y="5380"/>
                      <a:pt x="5384" y="6026"/>
                      <a:pt x="3929" y="6026"/>
                    </a:cubicBezTo>
                    <a:cubicBezTo>
                      <a:pt x="2855" y="6026"/>
                      <a:pt x="1774" y="5674"/>
                      <a:pt x="868" y="4938"/>
                    </a:cubicBezTo>
                    <a:cubicBezTo>
                      <a:pt x="534" y="4671"/>
                      <a:pt x="268" y="4371"/>
                      <a:pt x="1" y="4037"/>
                    </a:cubicBezTo>
                    <a:lnTo>
                      <a:pt x="1" y="4037"/>
                    </a:lnTo>
                    <a:cubicBezTo>
                      <a:pt x="301" y="4537"/>
                      <a:pt x="701" y="5038"/>
                      <a:pt x="1168" y="5405"/>
                    </a:cubicBezTo>
                    <a:cubicBezTo>
                      <a:pt x="2074" y="6127"/>
                      <a:pt x="3148" y="6476"/>
                      <a:pt x="4215" y="6476"/>
                    </a:cubicBezTo>
                    <a:cubicBezTo>
                      <a:pt x="5661" y="6476"/>
                      <a:pt x="7094" y="5833"/>
                      <a:pt x="8073" y="4604"/>
                    </a:cubicBezTo>
                    <a:lnTo>
                      <a:pt x="10575" y="1502"/>
                    </a:lnTo>
                    <a:cubicBezTo>
                      <a:pt x="10808" y="1235"/>
                      <a:pt x="10575" y="635"/>
                      <a:pt x="101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7" name="Google Shape;5647;p34"/>
              <p:cNvSpPr/>
              <p:nvPr/>
            </p:nvSpPr>
            <p:spPr>
              <a:xfrm>
                <a:off x="1783100" y="2944200"/>
                <a:ext cx="177675" cy="133475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5339" extrusionOk="0">
                    <a:moveTo>
                      <a:pt x="740" y="1"/>
                    </a:moveTo>
                    <a:cubicBezTo>
                      <a:pt x="573" y="1"/>
                      <a:pt x="446" y="44"/>
                      <a:pt x="368" y="135"/>
                    </a:cubicBezTo>
                    <a:cubicBezTo>
                      <a:pt x="1" y="602"/>
                      <a:pt x="1168" y="2103"/>
                      <a:pt x="2936" y="3504"/>
                    </a:cubicBezTo>
                    <a:cubicBezTo>
                      <a:pt x="4333" y="4605"/>
                      <a:pt x="5708" y="5339"/>
                      <a:pt x="6400" y="5339"/>
                    </a:cubicBezTo>
                    <a:cubicBezTo>
                      <a:pt x="6567" y="5339"/>
                      <a:pt x="6695" y="5296"/>
                      <a:pt x="6772" y="5205"/>
                    </a:cubicBezTo>
                    <a:cubicBezTo>
                      <a:pt x="7106" y="4805"/>
                      <a:pt x="5972" y="3237"/>
                      <a:pt x="4204" y="1836"/>
                    </a:cubicBezTo>
                    <a:cubicBezTo>
                      <a:pt x="2807" y="734"/>
                      <a:pt x="1432" y="1"/>
                      <a:pt x="7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8" name="Google Shape;5648;p34"/>
              <p:cNvSpPr/>
              <p:nvPr/>
            </p:nvSpPr>
            <p:spPr>
              <a:xfrm>
                <a:off x="1783100" y="2945050"/>
                <a:ext cx="171000" cy="134050"/>
              </a:xfrm>
              <a:custGeom>
                <a:avLst/>
                <a:gdLst/>
                <a:ahLst/>
                <a:cxnLst/>
                <a:rect l="l" t="t" r="r" b="b"/>
                <a:pathLst>
                  <a:path w="6840" h="5362" extrusionOk="0">
                    <a:moveTo>
                      <a:pt x="568" y="1"/>
                    </a:moveTo>
                    <a:cubicBezTo>
                      <a:pt x="468" y="1"/>
                      <a:pt x="435" y="67"/>
                      <a:pt x="401" y="134"/>
                    </a:cubicBezTo>
                    <a:cubicBezTo>
                      <a:pt x="1" y="601"/>
                      <a:pt x="1168" y="2102"/>
                      <a:pt x="2936" y="3503"/>
                    </a:cubicBezTo>
                    <a:cubicBezTo>
                      <a:pt x="4336" y="4660"/>
                      <a:pt x="5757" y="5362"/>
                      <a:pt x="6429" y="5362"/>
                    </a:cubicBezTo>
                    <a:cubicBezTo>
                      <a:pt x="6590" y="5362"/>
                      <a:pt x="6708" y="5321"/>
                      <a:pt x="6772" y="5238"/>
                    </a:cubicBezTo>
                    <a:cubicBezTo>
                      <a:pt x="6839" y="5071"/>
                      <a:pt x="6806" y="4804"/>
                      <a:pt x="6672" y="4504"/>
                    </a:cubicBezTo>
                    <a:cubicBezTo>
                      <a:pt x="6619" y="4519"/>
                      <a:pt x="6557" y="4527"/>
                      <a:pt x="6487" y="4527"/>
                    </a:cubicBezTo>
                    <a:cubicBezTo>
                      <a:pt x="5815" y="4527"/>
                      <a:pt x="4423" y="3817"/>
                      <a:pt x="3003" y="2669"/>
                    </a:cubicBezTo>
                    <a:cubicBezTo>
                      <a:pt x="1802" y="1735"/>
                      <a:pt x="902" y="734"/>
                      <a:pt x="5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9" name="Google Shape;5649;p34"/>
              <p:cNvSpPr/>
              <p:nvPr/>
            </p:nvSpPr>
            <p:spPr>
              <a:xfrm>
                <a:off x="1619650" y="3249425"/>
                <a:ext cx="311100" cy="28400"/>
              </a:xfrm>
              <a:custGeom>
                <a:avLst/>
                <a:gdLst/>
                <a:ahLst/>
                <a:cxnLst/>
                <a:rect l="l" t="t" r="r" b="b"/>
                <a:pathLst>
                  <a:path w="12444" h="1136" extrusionOk="0">
                    <a:moveTo>
                      <a:pt x="6205" y="1"/>
                    </a:moveTo>
                    <a:cubicBezTo>
                      <a:pt x="2770" y="1"/>
                      <a:pt x="1" y="201"/>
                      <a:pt x="1" y="501"/>
                    </a:cubicBezTo>
                    <a:lnTo>
                      <a:pt x="1" y="1135"/>
                    </a:lnTo>
                    <a:lnTo>
                      <a:pt x="12443" y="1135"/>
                    </a:lnTo>
                    <a:lnTo>
                      <a:pt x="12443" y="501"/>
                    </a:lnTo>
                    <a:cubicBezTo>
                      <a:pt x="12443" y="201"/>
                      <a:pt x="9641" y="1"/>
                      <a:pt x="6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0" name="Google Shape;5650;p34"/>
              <p:cNvSpPr/>
              <p:nvPr/>
            </p:nvSpPr>
            <p:spPr>
              <a:xfrm>
                <a:off x="1618825" y="3264450"/>
                <a:ext cx="311075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12443" h="568" extrusionOk="0">
                    <a:moveTo>
                      <a:pt x="1" y="0"/>
                    </a:moveTo>
                    <a:lnTo>
                      <a:pt x="1" y="567"/>
                    </a:lnTo>
                    <a:lnTo>
                      <a:pt x="12443" y="567"/>
                    </a:lnTo>
                    <a:lnTo>
                      <a:pt x="124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1" name="Google Shape;5651;p34"/>
              <p:cNvSpPr/>
              <p:nvPr/>
            </p:nvSpPr>
            <p:spPr>
              <a:xfrm>
                <a:off x="1705550" y="3136850"/>
                <a:ext cx="80925" cy="115100"/>
              </a:xfrm>
              <a:custGeom>
                <a:avLst/>
                <a:gdLst/>
                <a:ahLst/>
                <a:cxnLst/>
                <a:rect l="l" t="t" r="r" b="b"/>
                <a:pathLst>
                  <a:path w="3237" h="4604" fill="none" extrusionOk="0">
                    <a:moveTo>
                      <a:pt x="1602" y="4604"/>
                    </a:moveTo>
                    <a:cubicBezTo>
                      <a:pt x="1602" y="4604"/>
                      <a:pt x="1" y="1669"/>
                      <a:pt x="3236" y="1"/>
                    </a:cubicBezTo>
                  </a:path>
                </a:pathLst>
              </a:custGeom>
              <a:solidFill>
                <a:schemeClr val="lt1"/>
              </a:solidFill>
              <a:ln w="22525" cap="rnd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2" name="Google Shape;5652;p34"/>
              <p:cNvSpPr/>
              <p:nvPr/>
            </p:nvSpPr>
            <p:spPr>
              <a:xfrm>
                <a:off x="1691375" y="3016775"/>
                <a:ext cx="55900" cy="1076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4304" extrusionOk="0">
                    <a:moveTo>
                      <a:pt x="2236" y="0"/>
                    </a:moveTo>
                    <a:lnTo>
                      <a:pt x="2236" y="0"/>
                    </a:lnTo>
                    <a:cubicBezTo>
                      <a:pt x="568" y="601"/>
                      <a:pt x="1" y="2769"/>
                      <a:pt x="601" y="4303"/>
                    </a:cubicBezTo>
                    <a:cubicBezTo>
                      <a:pt x="568" y="2702"/>
                      <a:pt x="901" y="1034"/>
                      <a:pt x="22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53" name="Google Shape;5653;p34"/>
          <p:cNvGrpSpPr/>
          <p:nvPr/>
        </p:nvGrpSpPr>
        <p:grpSpPr>
          <a:xfrm flipH="1">
            <a:off x="1291200" y="-695850"/>
            <a:ext cx="8077575" cy="5747913"/>
            <a:chOff x="-97475" y="-719175"/>
            <a:chExt cx="8077575" cy="5747913"/>
          </a:xfrm>
        </p:grpSpPr>
        <p:sp>
          <p:nvSpPr>
            <p:cNvPr id="5654" name="Google Shape;5654;p34"/>
            <p:cNvSpPr/>
            <p:nvPr/>
          </p:nvSpPr>
          <p:spPr>
            <a:xfrm>
              <a:off x="-97475" y="-719175"/>
              <a:ext cx="7816800" cy="5460950"/>
            </a:xfrm>
            <a:custGeom>
              <a:avLst/>
              <a:gdLst/>
              <a:ahLst/>
              <a:cxnLst/>
              <a:rect l="l" t="t" r="r" b="b"/>
              <a:pathLst>
                <a:path w="312672" h="218438" extrusionOk="0">
                  <a:moveTo>
                    <a:pt x="312672" y="208242"/>
                  </a:moveTo>
                  <a:lnTo>
                    <a:pt x="0" y="0"/>
                  </a:lnTo>
                  <a:lnTo>
                    <a:pt x="3612" y="140676"/>
                  </a:lnTo>
                  <a:lnTo>
                    <a:pt x="304905" y="218438"/>
                  </a:lnTo>
                  <a:close/>
                </a:path>
              </a:pathLst>
            </a:custGeom>
            <a:gradFill>
              <a:gsLst>
                <a:gs pos="0">
                  <a:srgbClr val="FFF6DB">
                    <a:alpha val="1960"/>
                  </a:srgbClr>
                </a:gs>
                <a:gs pos="100000">
                  <a:srgbClr val="FAD25C">
                    <a:alpha val="29411"/>
                  </a:srgbClr>
                </a:gs>
              </a:gsLst>
              <a:lin ang="18900044" scaled="0"/>
            </a:gradFill>
            <a:ln>
              <a:noFill/>
            </a:ln>
          </p:spPr>
        </p:sp>
        <p:grpSp>
          <p:nvGrpSpPr>
            <p:cNvPr id="5655" name="Google Shape;5655;p34"/>
            <p:cNvGrpSpPr/>
            <p:nvPr/>
          </p:nvGrpSpPr>
          <p:grpSpPr>
            <a:xfrm flipH="1">
              <a:off x="7387975" y="4456863"/>
              <a:ext cx="592125" cy="571875"/>
              <a:chOff x="1378650" y="3847600"/>
              <a:chExt cx="592125" cy="571875"/>
            </a:xfrm>
          </p:grpSpPr>
          <p:sp>
            <p:nvSpPr>
              <p:cNvPr id="5656" name="Google Shape;5656;p34"/>
              <p:cNvSpPr/>
              <p:nvPr/>
            </p:nvSpPr>
            <p:spPr>
              <a:xfrm>
                <a:off x="1463725" y="3847600"/>
                <a:ext cx="507050" cy="464750"/>
              </a:xfrm>
              <a:custGeom>
                <a:avLst/>
                <a:gdLst/>
                <a:ahLst/>
                <a:cxnLst/>
                <a:rect l="l" t="t" r="r" b="b"/>
                <a:pathLst>
                  <a:path w="20282" h="18590" extrusionOk="0">
                    <a:moveTo>
                      <a:pt x="7602" y="0"/>
                    </a:moveTo>
                    <a:cubicBezTo>
                      <a:pt x="7280" y="0"/>
                      <a:pt x="7041" y="83"/>
                      <a:pt x="6905" y="258"/>
                    </a:cubicBezTo>
                    <a:lnTo>
                      <a:pt x="2769" y="5428"/>
                    </a:lnTo>
                    <a:cubicBezTo>
                      <a:pt x="0" y="8931"/>
                      <a:pt x="567" y="14034"/>
                      <a:pt x="4070" y="16836"/>
                    </a:cubicBezTo>
                    <a:cubicBezTo>
                      <a:pt x="5561" y="18016"/>
                      <a:pt x="7343" y="18590"/>
                      <a:pt x="9112" y="18590"/>
                    </a:cubicBezTo>
                    <a:cubicBezTo>
                      <a:pt x="11496" y="18590"/>
                      <a:pt x="13855" y="17546"/>
                      <a:pt x="15445" y="15535"/>
                    </a:cubicBezTo>
                    <a:lnTo>
                      <a:pt x="19581" y="10365"/>
                    </a:lnTo>
                    <a:cubicBezTo>
                      <a:pt x="20281" y="9431"/>
                      <a:pt x="18046" y="6496"/>
                      <a:pt x="14544" y="3694"/>
                    </a:cubicBezTo>
                    <a:cubicBezTo>
                      <a:pt x="11721" y="1435"/>
                      <a:pt x="8941" y="0"/>
                      <a:pt x="760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7" name="Google Shape;5657;p34"/>
              <p:cNvSpPr/>
              <p:nvPr/>
            </p:nvSpPr>
            <p:spPr>
              <a:xfrm>
                <a:off x="1516250" y="4045000"/>
                <a:ext cx="445350" cy="267350"/>
              </a:xfrm>
              <a:custGeom>
                <a:avLst/>
                <a:gdLst/>
                <a:ahLst/>
                <a:cxnLst/>
                <a:rect l="l" t="t" r="r" b="b"/>
                <a:pathLst>
                  <a:path w="17814" h="10694" extrusionOk="0">
                    <a:moveTo>
                      <a:pt x="16646" y="1"/>
                    </a:moveTo>
                    <a:lnTo>
                      <a:pt x="16646" y="1"/>
                    </a:lnTo>
                    <a:cubicBezTo>
                      <a:pt x="17113" y="801"/>
                      <a:pt x="17246" y="1368"/>
                      <a:pt x="16979" y="1702"/>
                    </a:cubicBezTo>
                    <a:lnTo>
                      <a:pt x="12843" y="6872"/>
                    </a:lnTo>
                    <a:cubicBezTo>
                      <a:pt x="11251" y="8886"/>
                      <a:pt x="8888" y="9940"/>
                      <a:pt x="6500" y="9940"/>
                    </a:cubicBezTo>
                    <a:cubicBezTo>
                      <a:pt x="4735" y="9940"/>
                      <a:pt x="2957" y="9364"/>
                      <a:pt x="1468" y="8173"/>
                    </a:cubicBezTo>
                    <a:cubicBezTo>
                      <a:pt x="935" y="7706"/>
                      <a:pt x="434" y="7206"/>
                      <a:pt x="1" y="6672"/>
                    </a:cubicBezTo>
                    <a:lnTo>
                      <a:pt x="1" y="6672"/>
                    </a:lnTo>
                    <a:cubicBezTo>
                      <a:pt x="501" y="7506"/>
                      <a:pt x="1135" y="8307"/>
                      <a:pt x="1969" y="8940"/>
                    </a:cubicBezTo>
                    <a:cubicBezTo>
                      <a:pt x="3460" y="10120"/>
                      <a:pt x="5242" y="10694"/>
                      <a:pt x="7011" y="10694"/>
                    </a:cubicBezTo>
                    <a:cubicBezTo>
                      <a:pt x="9395" y="10694"/>
                      <a:pt x="11754" y="9650"/>
                      <a:pt x="13344" y="7639"/>
                    </a:cubicBezTo>
                    <a:lnTo>
                      <a:pt x="17480" y="2469"/>
                    </a:lnTo>
                    <a:cubicBezTo>
                      <a:pt x="17813" y="2035"/>
                      <a:pt x="17480" y="1135"/>
                      <a:pt x="1664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8" name="Google Shape;5658;p34"/>
              <p:cNvSpPr/>
              <p:nvPr/>
            </p:nvSpPr>
            <p:spPr>
              <a:xfrm>
                <a:off x="1648850" y="3869750"/>
                <a:ext cx="291900" cy="220450"/>
              </a:xfrm>
              <a:custGeom>
                <a:avLst/>
                <a:gdLst/>
                <a:ahLst/>
                <a:cxnLst/>
                <a:rect l="l" t="t" r="r" b="b"/>
                <a:pathLst>
                  <a:path w="11676" h="8818" extrusionOk="0">
                    <a:moveTo>
                      <a:pt x="1136" y="1"/>
                    </a:moveTo>
                    <a:cubicBezTo>
                      <a:pt x="876" y="1"/>
                      <a:pt x="681" y="67"/>
                      <a:pt x="568" y="206"/>
                    </a:cubicBezTo>
                    <a:cubicBezTo>
                      <a:pt x="0" y="973"/>
                      <a:pt x="1835" y="3475"/>
                      <a:pt x="4737" y="5776"/>
                    </a:cubicBezTo>
                    <a:cubicBezTo>
                      <a:pt x="7116" y="7614"/>
                      <a:pt x="9428" y="8817"/>
                      <a:pt x="10522" y="8817"/>
                    </a:cubicBezTo>
                    <a:cubicBezTo>
                      <a:pt x="10778" y="8817"/>
                      <a:pt x="10967" y="8751"/>
                      <a:pt x="11075" y="8612"/>
                    </a:cubicBezTo>
                    <a:cubicBezTo>
                      <a:pt x="11675" y="7845"/>
                      <a:pt x="9807" y="5376"/>
                      <a:pt x="6905" y="3041"/>
                    </a:cubicBezTo>
                    <a:cubicBezTo>
                      <a:pt x="4554" y="1203"/>
                      <a:pt x="2246" y="1"/>
                      <a:pt x="11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9" name="Google Shape;5659;p34"/>
              <p:cNvSpPr/>
              <p:nvPr/>
            </p:nvSpPr>
            <p:spPr>
              <a:xfrm>
                <a:off x="1648850" y="3870725"/>
                <a:ext cx="281900" cy="219475"/>
              </a:xfrm>
              <a:custGeom>
                <a:avLst/>
                <a:gdLst/>
                <a:ahLst/>
                <a:cxnLst/>
                <a:rect l="l" t="t" r="r" b="b"/>
                <a:pathLst>
                  <a:path w="11276" h="8779" extrusionOk="0">
                    <a:moveTo>
                      <a:pt x="868" y="0"/>
                    </a:moveTo>
                    <a:cubicBezTo>
                      <a:pt x="768" y="67"/>
                      <a:pt x="634" y="100"/>
                      <a:pt x="568" y="167"/>
                    </a:cubicBezTo>
                    <a:cubicBezTo>
                      <a:pt x="0" y="934"/>
                      <a:pt x="1868" y="3402"/>
                      <a:pt x="4737" y="5737"/>
                    </a:cubicBezTo>
                    <a:cubicBezTo>
                      <a:pt x="7116" y="7575"/>
                      <a:pt x="9428" y="8778"/>
                      <a:pt x="10522" y="8778"/>
                    </a:cubicBezTo>
                    <a:cubicBezTo>
                      <a:pt x="10778" y="8778"/>
                      <a:pt x="10967" y="8712"/>
                      <a:pt x="11075" y="8573"/>
                    </a:cubicBezTo>
                    <a:cubicBezTo>
                      <a:pt x="11275" y="8339"/>
                      <a:pt x="11208" y="7939"/>
                      <a:pt x="10975" y="7405"/>
                    </a:cubicBezTo>
                    <a:cubicBezTo>
                      <a:pt x="10895" y="7425"/>
                      <a:pt x="10804" y="7434"/>
                      <a:pt x="10704" y="7434"/>
                    </a:cubicBezTo>
                    <a:cubicBezTo>
                      <a:pt x="9593" y="7434"/>
                      <a:pt x="7293" y="6269"/>
                      <a:pt x="4937" y="4403"/>
                    </a:cubicBezTo>
                    <a:cubicBezTo>
                      <a:pt x="2936" y="2802"/>
                      <a:pt x="1435" y="1134"/>
                      <a:pt x="8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0" name="Google Shape;5660;p34"/>
              <p:cNvSpPr/>
              <p:nvPr/>
            </p:nvSpPr>
            <p:spPr>
              <a:xfrm>
                <a:off x="1378650" y="4372750"/>
                <a:ext cx="512900" cy="46725"/>
              </a:xfrm>
              <a:custGeom>
                <a:avLst/>
                <a:gdLst/>
                <a:ahLst/>
                <a:cxnLst/>
                <a:rect l="l" t="t" r="r" b="b"/>
                <a:pathLst>
                  <a:path w="20516" h="1869" extrusionOk="0">
                    <a:moveTo>
                      <a:pt x="10275" y="0"/>
                    </a:moveTo>
                    <a:cubicBezTo>
                      <a:pt x="4604" y="0"/>
                      <a:pt x="1" y="367"/>
                      <a:pt x="1" y="834"/>
                    </a:cubicBezTo>
                    <a:lnTo>
                      <a:pt x="1" y="1868"/>
                    </a:lnTo>
                    <a:lnTo>
                      <a:pt x="20515" y="1868"/>
                    </a:lnTo>
                    <a:lnTo>
                      <a:pt x="20515" y="834"/>
                    </a:lnTo>
                    <a:cubicBezTo>
                      <a:pt x="20515" y="367"/>
                      <a:pt x="15912" y="0"/>
                      <a:pt x="1027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1" name="Google Shape;5661;p34"/>
              <p:cNvSpPr/>
              <p:nvPr/>
            </p:nvSpPr>
            <p:spPr>
              <a:xfrm>
                <a:off x="1378650" y="4395250"/>
                <a:ext cx="512900" cy="24225"/>
              </a:xfrm>
              <a:custGeom>
                <a:avLst/>
                <a:gdLst/>
                <a:ahLst/>
                <a:cxnLst/>
                <a:rect l="l" t="t" r="r" b="b"/>
                <a:pathLst>
                  <a:path w="20516" h="969" extrusionOk="0">
                    <a:moveTo>
                      <a:pt x="1" y="1"/>
                    </a:moveTo>
                    <a:lnTo>
                      <a:pt x="1" y="968"/>
                    </a:lnTo>
                    <a:lnTo>
                      <a:pt x="20515" y="968"/>
                    </a:lnTo>
                    <a:lnTo>
                      <a:pt x="205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2" name="Google Shape;5662;p34"/>
              <p:cNvSpPr/>
              <p:nvPr/>
            </p:nvSpPr>
            <p:spPr>
              <a:xfrm>
                <a:off x="1520425" y="4186775"/>
                <a:ext cx="133450" cy="188500"/>
              </a:xfrm>
              <a:custGeom>
                <a:avLst/>
                <a:gdLst/>
                <a:ahLst/>
                <a:cxnLst/>
                <a:rect l="l" t="t" r="r" b="b"/>
                <a:pathLst>
                  <a:path w="5338" h="7540" fill="none" extrusionOk="0">
                    <a:moveTo>
                      <a:pt x="2669" y="7539"/>
                    </a:moveTo>
                    <a:cubicBezTo>
                      <a:pt x="2669" y="7539"/>
                      <a:pt x="0" y="2769"/>
                      <a:pt x="5338" y="0"/>
                    </a:cubicBezTo>
                  </a:path>
                </a:pathLst>
              </a:custGeom>
              <a:solidFill>
                <a:schemeClr val="lt1"/>
              </a:solidFill>
              <a:ln w="37525" cap="rnd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3" name="Google Shape;5663;p34"/>
              <p:cNvSpPr/>
              <p:nvPr/>
            </p:nvSpPr>
            <p:spPr>
              <a:xfrm>
                <a:off x="1498750" y="3989125"/>
                <a:ext cx="91750" cy="176825"/>
              </a:xfrm>
              <a:custGeom>
                <a:avLst/>
                <a:gdLst/>
                <a:ahLst/>
                <a:cxnLst/>
                <a:rect l="l" t="t" r="r" b="b"/>
                <a:pathLst>
                  <a:path w="3670" h="7073" extrusionOk="0">
                    <a:moveTo>
                      <a:pt x="3669" y="1"/>
                    </a:moveTo>
                    <a:cubicBezTo>
                      <a:pt x="867" y="935"/>
                      <a:pt x="0" y="4537"/>
                      <a:pt x="968" y="7072"/>
                    </a:cubicBezTo>
                    <a:cubicBezTo>
                      <a:pt x="867" y="4404"/>
                      <a:pt x="1435" y="1702"/>
                      <a:pt x="366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64" name="Google Shape;5664;p34"/>
          <p:cNvGrpSpPr/>
          <p:nvPr/>
        </p:nvGrpSpPr>
        <p:grpSpPr>
          <a:xfrm>
            <a:off x="23" y="-132180"/>
            <a:ext cx="1291188" cy="5305618"/>
            <a:chOff x="1440600" y="197825"/>
            <a:chExt cx="990175" cy="3797050"/>
          </a:xfrm>
        </p:grpSpPr>
        <p:sp>
          <p:nvSpPr>
            <p:cNvPr id="5665" name="Google Shape;5665;p34"/>
            <p:cNvSpPr/>
            <p:nvPr/>
          </p:nvSpPr>
          <p:spPr>
            <a:xfrm>
              <a:off x="1440600" y="197825"/>
              <a:ext cx="990175" cy="1889850"/>
            </a:xfrm>
            <a:custGeom>
              <a:avLst/>
              <a:gdLst/>
              <a:ahLst/>
              <a:cxnLst/>
              <a:rect l="l" t="t" r="r" b="b"/>
              <a:pathLst>
                <a:path w="39607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219" y="75593"/>
                  </a:lnTo>
                  <a:cubicBezTo>
                    <a:pt x="21405" y="75593"/>
                    <a:pt x="38652" y="42074"/>
                    <a:pt x="39606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6" name="Google Shape;5666;p34"/>
            <p:cNvSpPr/>
            <p:nvPr/>
          </p:nvSpPr>
          <p:spPr>
            <a:xfrm>
              <a:off x="1440600" y="2105050"/>
              <a:ext cx="590825" cy="1889825"/>
            </a:xfrm>
            <a:custGeom>
              <a:avLst/>
              <a:gdLst/>
              <a:ahLst/>
              <a:cxnLst/>
              <a:rect l="l" t="t" r="r" b="b"/>
              <a:pathLst>
                <a:path w="23633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3633" y="75593"/>
                  </a:lnTo>
                  <a:cubicBezTo>
                    <a:pt x="23056" y="33659"/>
                    <a:pt x="12712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7" name="Google Shape;5667;p34"/>
            <p:cNvSpPr/>
            <p:nvPr/>
          </p:nvSpPr>
          <p:spPr>
            <a:xfrm>
              <a:off x="1440600" y="197825"/>
              <a:ext cx="858875" cy="1889850"/>
            </a:xfrm>
            <a:custGeom>
              <a:avLst/>
              <a:gdLst/>
              <a:ahLst/>
              <a:cxnLst/>
              <a:rect l="l" t="t" r="r" b="b"/>
              <a:pathLst>
                <a:path w="34355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79" y="75593"/>
                  </a:lnTo>
                  <a:cubicBezTo>
                    <a:pt x="18560" y="75593"/>
                    <a:pt x="33539" y="42074"/>
                    <a:pt x="34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8" name="Google Shape;5668;p34"/>
            <p:cNvSpPr/>
            <p:nvPr/>
          </p:nvSpPr>
          <p:spPr>
            <a:xfrm>
              <a:off x="1440600" y="197825"/>
              <a:ext cx="644550" cy="1889850"/>
            </a:xfrm>
            <a:custGeom>
              <a:avLst/>
              <a:gdLst/>
              <a:ahLst/>
              <a:cxnLst/>
              <a:rect l="l" t="t" r="r" b="b"/>
              <a:pathLst>
                <a:path w="25782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39" y="75593"/>
                  </a:lnTo>
                  <a:cubicBezTo>
                    <a:pt x="13905" y="75593"/>
                    <a:pt x="25144" y="42074"/>
                    <a:pt x="2578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9" name="Google Shape;5669;p34"/>
            <p:cNvSpPr/>
            <p:nvPr/>
          </p:nvSpPr>
          <p:spPr>
            <a:xfrm>
              <a:off x="1526125" y="471350"/>
              <a:ext cx="341675" cy="1616325"/>
            </a:xfrm>
            <a:custGeom>
              <a:avLst/>
              <a:gdLst/>
              <a:ahLst/>
              <a:cxnLst/>
              <a:rect l="l" t="t" r="r" b="b"/>
              <a:pathLst>
                <a:path w="13667" h="64653" extrusionOk="0">
                  <a:moveTo>
                    <a:pt x="5690" y="1"/>
                  </a:moveTo>
                  <a:cubicBezTo>
                    <a:pt x="5690" y="1"/>
                    <a:pt x="8177" y="38215"/>
                    <a:pt x="1" y="64652"/>
                  </a:cubicBezTo>
                  <a:cubicBezTo>
                    <a:pt x="13508" y="46788"/>
                    <a:pt x="13667" y="1"/>
                    <a:pt x="136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0" name="Google Shape;5670;p34"/>
            <p:cNvSpPr/>
            <p:nvPr/>
          </p:nvSpPr>
          <p:spPr>
            <a:xfrm>
              <a:off x="1440600" y="2105050"/>
              <a:ext cx="512750" cy="1889825"/>
            </a:xfrm>
            <a:custGeom>
              <a:avLst/>
              <a:gdLst/>
              <a:ahLst/>
              <a:cxnLst/>
              <a:rect l="l" t="t" r="r" b="b"/>
              <a:pathLst>
                <a:path w="20510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0509" y="75593"/>
                  </a:lnTo>
                  <a:cubicBezTo>
                    <a:pt x="20012" y="33659"/>
                    <a:pt x="11021" y="23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1" name="Google Shape;5671;p34"/>
            <p:cNvSpPr/>
            <p:nvPr/>
          </p:nvSpPr>
          <p:spPr>
            <a:xfrm>
              <a:off x="1440600" y="2105050"/>
              <a:ext cx="384450" cy="1889825"/>
            </a:xfrm>
            <a:custGeom>
              <a:avLst/>
              <a:gdLst/>
              <a:ahLst/>
              <a:cxnLst/>
              <a:rect l="l" t="t" r="r" b="b"/>
              <a:pathLst>
                <a:path w="15378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15377" y="75593"/>
                  </a:lnTo>
                  <a:cubicBezTo>
                    <a:pt x="14999" y="33659"/>
                    <a:pt x="8256" y="23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2" name="Google Shape;5672;p34"/>
            <p:cNvSpPr/>
            <p:nvPr/>
          </p:nvSpPr>
          <p:spPr>
            <a:xfrm>
              <a:off x="1440600" y="2197550"/>
              <a:ext cx="214850" cy="1797325"/>
            </a:xfrm>
            <a:custGeom>
              <a:avLst/>
              <a:gdLst/>
              <a:ahLst/>
              <a:cxnLst/>
              <a:rect l="l" t="t" r="r" b="b"/>
              <a:pathLst>
                <a:path w="8594" h="71893" extrusionOk="0">
                  <a:moveTo>
                    <a:pt x="4317" y="0"/>
                  </a:moveTo>
                  <a:lnTo>
                    <a:pt x="0" y="617"/>
                  </a:lnTo>
                  <a:lnTo>
                    <a:pt x="0" y="71893"/>
                  </a:lnTo>
                  <a:lnTo>
                    <a:pt x="8594" y="71893"/>
                  </a:lnTo>
                  <a:cubicBezTo>
                    <a:pt x="8594" y="21902"/>
                    <a:pt x="4317" y="0"/>
                    <a:pt x="43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3" name="Google Shape;5673;p34"/>
            <p:cNvSpPr/>
            <p:nvPr/>
          </p:nvSpPr>
          <p:spPr>
            <a:xfrm>
              <a:off x="1440600" y="2035925"/>
              <a:ext cx="214850" cy="206400"/>
            </a:xfrm>
            <a:custGeom>
              <a:avLst/>
              <a:gdLst/>
              <a:ahLst/>
              <a:cxnLst/>
              <a:rect l="l" t="t" r="r" b="b"/>
              <a:pathLst>
                <a:path w="8594" h="8256" extrusionOk="0">
                  <a:moveTo>
                    <a:pt x="0" y="0"/>
                  </a:moveTo>
                  <a:lnTo>
                    <a:pt x="0" y="7082"/>
                  </a:lnTo>
                  <a:lnTo>
                    <a:pt x="8594" y="8256"/>
                  </a:lnTo>
                  <a:lnTo>
                    <a:pt x="8594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4" name="Google Shape;5674;p34"/>
          <p:cNvGrpSpPr/>
          <p:nvPr/>
        </p:nvGrpSpPr>
        <p:grpSpPr>
          <a:xfrm flipH="1">
            <a:off x="7860239" y="-132180"/>
            <a:ext cx="1291188" cy="5305618"/>
            <a:chOff x="1440600" y="197825"/>
            <a:chExt cx="990175" cy="3797050"/>
          </a:xfrm>
        </p:grpSpPr>
        <p:sp>
          <p:nvSpPr>
            <p:cNvPr id="5675" name="Google Shape;5675;p34"/>
            <p:cNvSpPr/>
            <p:nvPr/>
          </p:nvSpPr>
          <p:spPr>
            <a:xfrm>
              <a:off x="1440600" y="197825"/>
              <a:ext cx="990175" cy="1889850"/>
            </a:xfrm>
            <a:custGeom>
              <a:avLst/>
              <a:gdLst/>
              <a:ahLst/>
              <a:cxnLst/>
              <a:rect l="l" t="t" r="r" b="b"/>
              <a:pathLst>
                <a:path w="39607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219" y="75593"/>
                  </a:lnTo>
                  <a:cubicBezTo>
                    <a:pt x="21405" y="75593"/>
                    <a:pt x="38652" y="42074"/>
                    <a:pt x="39606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6" name="Google Shape;5676;p34"/>
            <p:cNvSpPr/>
            <p:nvPr/>
          </p:nvSpPr>
          <p:spPr>
            <a:xfrm>
              <a:off x="1440600" y="2105050"/>
              <a:ext cx="590825" cy="1889825"/>
            </a:xfrm>
            <a:custGeom>
              <a:avLst/>
              <a:gdLst/>
              <a:ahLst/>
              <a:cxnLst/>
              <a:rect l="l" t="t" r="r" b="b"/>
              <a:pathLst>
                <a:path w="23633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3633" y="75593"/>
                  </a:lnTo>
                  <a:cubicBezTo>
                    <a:pt x="23056" y="33659"/>
                    <a:pt x="12712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7" name="Google Shape;5677;p34"/>
            <p:cNvSpPr/>
            <p:nvPr/>
          </p:nvSpPr>
          <p:spPr>
            <a:xfrm>
              <a:off x="1440600" y="197825"/>
              <a:ext cx="858875" cy="1889850"/>
            </a:xfrm>
            <a:custGeom>
              <a:avLst/>
              <a:gdLst/>
              <a:ahLst/>
              <a:cxnLst/>
              <a:rect l="l" t="t" r="r" b="b"/>
              <a:pathLst>
                <a:path w="34355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79" y="75593"/>
                  </a:lnTo>
                  <a:cubicBezTo>
                    <a:pt x="18560" y="75593"/>
                    <a:pt x="33539" y="42074"/>
                    <a:pt x="34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8" name="Google Shape;5678;p34"/>
            <p:cNvSpPr/>
            <p:nvPr/>
          </p:nvSpPr>
          <p:spPr>
            <a:xfrm>
              <a:off x="1440600" y="197825"/>
              <a:ext cx="644550" cy="1889850"/>
            </a:xfrm>
            <a:custGeom>
              <a:avLst/>
              <a:gdLst/>
              <a:ahLst/>
              <a:cxnLst/>
              <a:rect l="l" t="t" r="r" b="b"/>
              <a:pathLst>
                <a:path w="25782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39" y="75593"/>
                  </a:lnTo>
                  <a:cubicBezTo>
                    <a:pt x="13905" y="75593"/>
                    <a:pt x="25144" y="42074"/>
                    <a:pt x="2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9" name="Google Shape;5679;p34"/>
            <p:cNvSpPr/>
            <p:nvPr/>
          </p:nvSpPr>
          <p:spPr>
            <a:xfrm>
              <a:off x="1526125" y="471350"/>
              <a:ext cx="341675" cy="1616325"/>
            </a:xfrm>
            <a:custGeom>
              <a:avLst/>
              <a:gdLst/>
              <a:ahLst/>
              <a:cxnLst/>
              <a:rect l="l" t="t" r="r" b="b"/>
              <a:pathLst>
                <a:path w="13667" h="64653" extrusionOk="0">
                  <a:moveTo>
                    <a:pt x="5690" y="1"/>
                  </a:moveTo>
                  <a:cubicBezTo>
                    <a:pt x="5690" y="1"/>
                    <a:pt x="8177" y="38215"/>
                    <a:pt x="1" y="64652"/>
                  </a:cubicBezTo>
                  <a:cubicBezTo>
                    <a:pt x="13508" y="46788"/>
                    <a:pt x="13667" y="1"/>
                    <a:pt x="136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0" name="Google Shape;5680;p34"/>
            <p:cNvSpPr/>
            <p:nvPr/>
          </p:nvSpPr>
          <p:spPr>
            <a:xfrm>
              <a:off x="1440600" y="2105050"/>
              <a:ext cx="512750" cy="1889825"/>
            </a:xfrm>
            <a:custGeom>
              <a:avLst/>
              <a:gdLst/>
              <a:ahLst/>
              <a:cxnLst/>
              <a:rect l="l" t="t" r="r" b="b"/>
              <a:pathLst>
                <a:path w="20510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0509" y="75593"/>
                  </a:lnTo>
                  <a:cubicBezTo>
                    <a:pt x="20012" y="33659"/>
                    <a:pt x="11021" y="23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34"/>
            <p:cNvSpPr/>
            <p:nvPr/>
          </p:nvSpPr>
          <p:spPr>
            <a:xfrm>
              <a:off x="1440600" y="2105050"/>
              <a:ext cx="384450" cy="1889825"/>
            </a:xfrm>
            <a:custGeom>
              <a:avLst/>
              <a:gdLst/>
              <a:ahLst/>
              <a:cxnLst/>
              <a:rect l="l" t="t" r="r" b="b"/>
              <a:pathLst>
                <a:path w="15378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15377" y="75593"/>
                  </a:lnTo>
                  <a:cubicBezTo>
                    <a:pt x="14999" y="33659"/>
                    <a:pt x="8256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34"/>
            <p:cNvSpPr/>
            <p:nvPr/>
          </p:nvSpPr>
          <p:spPr>
            <a:xfrm>
              <a:off x="1440600" y="2197550"/>
              <a:ext cx="214850" cy="1797325"/>
            </a:xfrm>
            <a:custGeom>
              <a:avLst/>
              <a:gdLst/>
              <a:ahLst/>
              <a:cxnLst/>
              <a:rect l="l" t="t" r="r" b="b"/>
              <a:pathLst>
                <a:path w="8594" h="71893" extrusionOk="0">
                  <a:moveTo>
                    <a:pt x="4317" y="0"/>
                  </a:moveTo>
                  <a:lnTo>
                    <a:pt x="0" y="617"/>
                  </a:lnTo>
                  <a:lnTo>
                    <a:pt x="0" y="71893"/>
                  </a:lnTo>
                  <a:lnTo>
                    <a:pt x="8594" y="71893"/>
                  </a:lnTo>
                  <a:cubicBezTo>
                    <a:pt x="8594" y="21902"/>
                    <a:pt x="4317" y="0"/>
                    <a:pt x="43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34"/>
            <p:cNvSpPr/>
            <p:nvPr/>
          </p:nvSpPr>
          <p:spPr>
            <a:xfrm>
              <a:off x="1440600" y="2035925"/>
              <a:ext cx="214850" cy="206400"/>
            </a:xfrm>
            <a:custGeom>
              <a:avLst/>
              <a:gdLst/>
              <a:ahLst/>
              <a:cxnLst/>
              <a:rect l="l" t="t" r="r" b="b"/>
              <a:pathLst>
                <a:path w="8594" h="8256" extrusionOk="0">
                  <a:moveTo>
                    <a:pt x="0" y="0"/>
                  </a:moveTo>
                  <a:lnTo>
                    <a:pt x="0" y="7082"/>
                  </a:lnTo>
                  <a:lnTo>
                    <a:pt x="8594" y="8256"/>
                  </a:lnTo>
                  <a:lnTo>
                    <a:pt x="8594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4" name="Google Shape;5684;p34"/>
          <p:cNvGrpSpPr/>
          <p:nvPr/>
        </p:nvGrpSpPr>
        <p:grpSpPr>
          <a:xfrm>
            <a:off x="-417858" y="-823150"/>
            <a:ext cx="9978772" cy="1382075"/>
            <a:chOff x="193475" y="-693375"/>
            <a:chExt cx="7221575" cy="1382075"/>
          </a:xfrm>
        </p:grpSpPr>
        <p:sp>
          <p:nvSpPr>
            <p:cNvPr id="5685" name="Google Shape;5685;p34"/>
            <p:cNvSpPr/>
            <p:nvPr/>
          </p:nvSpPr>
          <p:spPr>
            <a:xfrm>
              <a:off x="363575" y="384325"/>
              <a:ext cx="6883875" cy="304375"/>
            </a:xfrm>
            <a:custGeom>
              <a:avLst/>
              <a:gdLst/>
              <a:ahLst/>
              <a:cxnLst/>
              <a:rect l="l" t="t" r="r" b="b"/>
              <a:pathLst>
                <a:path w="275355" h="12175" extrusionOk="0">
                  <a:moveTo>
                    <a:pt x="0" y="0"/>
                  </a:moveTo>
                  <a:lnTo>
                    <a:pt x="0" y="9390"/>
                  </a:lnTo>
                  <a:lnTo>
                    <a:pt x="0" y="10782"/>
                  </a:lnTo>
                  <a:lnTo>
                    <a:pt x="14522" y="10782"/>
                  </a:lnTo>
                  <a:lnTo>
                    <a:pt x="14522" y="9370"/>
                  </a:lnTo>
                  <a:lnTo>
                    <a:pt x="16869" y="9370"/>
                  </a:lnTo>
                  <a:lnTo>
                    <a:pt x="16869" y="12175"/>
                  </a:lnTo>
                  <a:lnTo>
                    <a:pt x="30913" y="12175"/>
                  </a:lnTo>
                  <a:lnTo>
                    <a:pt x="30913" y="9370"/>
                  </a:lnTo>
                  <a:lnTo>
                    <a:pt x="33261" y="9370"/>
                  </a:lnTo>
                  <a:lnTo>
                    <a:pt x="33261" y="10782"/>
                  </a:lnTo>
                  <a:lnTo>
                    <a:pt x="47782" y="10782"/>
                  </a:lnTo>
                  <a:lnTo>
                    <a:pt x="47782" y="9370"/>
                  </a:lnTo>
                  <a:lnTo>
                    <a:pt x="50110" y="9370"/>
                  </a:lnTo>
                  <a:lnTo>
                    <a:pt x="50110" y="12175"/>
                  </a:lnTo>
                  <a:lnTo>
                    <a:pt x="64632" y="12175"/>
                  </a:lnTo>
                  <a:lnTo>
                    <a:pt x="64632" y="9370"/>
                  </a:lnTo>
                  <a:lnTo>
                    <a:pt x="66979" y="9370"/>
                  </a:lnTo>
                  <a:lnTo>
                    <a:pt x="66979" y="10782"/>
                  </a:lnTo>
                  <a:lnTo>
                    <a:pt x="81023" y="10782"/>
                  </a:lnTo>
                  <a:lnTo>
                    <a:pt x="81023" y="9370"/>
                  </a:lnTo>
                  <a:lnTo>
                    <a:pt x="83370" y="9370"/>
                  </a:lnTo>
                  <a:lnTo>
                    <a:pt x="83370" y="12175"/>
                  </a:lnTo>
                  <a:lnTo>
                    <a:pt x="97892" y="12175"/>
                  </a:lnTo>
                  <a:lnTo>
                    <a:pt x="97892" y="9370"/>
                  </a:lnTo>
                  <a:lnTo>
                    <a:pt x="101174" y="9370"/>
                  </a:lnTo>
                  <a:lnTo>
                    <a:pt x="101174" y="10782"/>
                  </a:lnTo>
                  <a:lnTo>
                    <a:pt x="115656" y="10782"/>
                  </a:lnTo>
                  <a:lnTo>
                    <a:pt x="115656" y="9370"/>
                  </a:lnTo>
                  <a:lnTo>
                    <a:pt x="118481" y="9370"/>
                  </a:lnTo>
                  <a:lnTo>
                    <a:pt x="118481" y="12175"/>
                  </a:lnTo>
                  <a:lnTo>
                    <a:pt x="133460" y="12175"/>
                  </a:lnTo>
                  <a:lnTo>
                    <a:pt x="133460" y="9370"/>
                  </a:lnTo>
                  <a:lnTo>
                    <a:pt x="136285" y="9370"/>
                  </a:lnTo>
                  <a:lnTo>
                    <a:pt x="136285" y="10782"/>
                  </a:lnTo>
                  <a:lnTo>
                    <a:pt x="151722" y="10782"/>
                  </a:lnTo>
                  <a:lnTo>
                    <a:pt x="151722" y="9370"/>
                  </a:lnTo>
                  <a:lnTo>
                    <a:pt x="154527" y="9370"/>
                  </a:lnTo>
                  <a:lnTo>
                    <a:pt x="154527" y="12175"/>
                  </a:lnTo>
                  <a:lnTo>
                    <a:pt x="169048" y="12175"/>
                  </a:lnTo>
                  <a:lnTo>
                    <a:pt x="169048" y="9370"/>
                  </a:lnTo>
                  <a:lnTo>
                    <a:pt x="172331" y="9370"/>
                  </a:lnTo>
                  <a:lnTo>
                    <a:pt x="172331" y="10782"/>
                  </a:lnTo>
                  <a:lnTo>
                    <a:pt x="186852" y="10782"/>
                  </a:lnTo>
                  <a:lnTo>
                    <a:pt x="186852" y="9370"/>
                  </a:lnTo>
                  <a:lnTo>
                    <a:pt x="190115" y="9370"/>
                  </a:lnTo>
                  <a:lnTo>
                    <a:pt x="190115" y="12175"/>
                  </a:lnTo>
                  <a:lnTo>
                    <a:pt x="204636" y="12175"/>
                  </a:lnTo>
                  <a:lnTo>
                    <a:pt x="204636" y="9370"/>
                  </a:lnTo>
                  <a:lnTo>
                    <a:pt x="207441" y="9370"/>
                  </a:lnTo>
                  <a:lnTo>
                    <a:pt x="207441" y="12175"/>
                  </a:lnTo>
                  <a:lnTo>
                    <a:pt x="222440" y="12175"/>
                  </a:lnTo>
                  <a:lnTo>
                    <a:pt x="222440" y="9370"/>
                  </a:lnTo>
                  <a:lnTo>
                    <a:pt x="225722" y="9370"/>
                  </a:lnTo>
                  <a:lnTo>
                    <a:pt x="225722" y="10782"/>
                  </a:lnTo>
                  <a:lnTo>
                    <a:pt x="240224" y="10782"/>
                  </a:lnTo>
                  <a:lnTo>
                    <a:pt x="240224" y="9370"/>
                  </a:lnTo>
                  <a:lnTo>
                    <a:pt x="243507" y="9370"/>
                  </a:lnTo>
                  <a:lnTo>
                    <a:pt x="243507" y="12175"/>
                  </a:lnTo>
                  <a:lnTo>
                    <a:pt x="257551" y="12175"/>
                  </a:lnTo>
                  <a:lnTo>
                    <a:pt x="257551" y="9370"/>
                  </a:lnTo>
                  <a:lnTo>
                    <a:pt x="260833" y="9370"/>
                  </a:lnTo>
                  <a:lnTo>
                    <a:pt x="260833" y="10782"/>
                  </a:lnTo>
                  <a:lnTo>
                    <a:pt x="275355" y="10782"/>
                  </a:lnTo>
                  <a:lnTo>
                    <a:pt x="2753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6" name="Google Shape;5686;p34"/>
            <p:cNvSpPr/>
            <p:nvPr/>
          </p:nvSpPr>
          <p:spPr>
            <a:xfrm>
              <a:off x="363575" y="-634175"/>
              <a:ext cx="6695900" cy="1158775"/>
            </a:xfrm>
            <a:custGeom>
              <a:avLst/>
              <a:gdLst/>
              <a:ahLst/>
              <a:cxnLst/>
              <a:rect l="l" t="t" r="r" b="b"/>
              <a:pathLst>
                <a:path w="267836" h="46351" extrusionOk="0">
                  <a:moveTo>
                    <a:pt x="0" y="0"/>
                  </a:moveTo>
                  <a:lnTo>
                    <a:pt x="0" y="46350"/>
                  </a:lnTo>
                  <a:lnTo>
                    <a:pt x="267835" y="46350"/>
                  </a:lnTo>
                  <a:lnTo>
                    <a:pt x="26783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7" name="Google Shape;5687;p34"/>
            <p:cNvSpPr/>
            <p:nvPr/>
          </p:nvSpPr>
          <p:spPr>
            <a:xfrm>
              <a:off x="363575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8" name="Google Shape;5688;p34"/>
            <p:cNvSpPr/>
            <p:nvPr/>
          </p:nvSpPr>
          <p:spPr>
            <a:xfrm>
              <a:off x="4341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9" name="Google Shape;5689;p34"/>
            <p:cNvSpPr/>
            <p:nvPr/>
          </p:nvSpPr>
          <p:spPr>
            <a:xfrm>
              <a:off x="785300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044" y="49155"/>
                  </a:lnTo>
                  <a:lnTo>
                    <a:pt x="14044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0" name="Google Shape;5690;p34"/>
            <p:cNvSpPr/>
            <p:nvPr/>
          </p:nvSpPr>
          <p:spPr>
            <a:xfrm>
              <a:off x="867350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480" y="49155"/>
                  </a:lnTo>
                  <a:lnTo>
                    <a:pt x="7480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1" name="Google Shape;5691;p34"/>
            <p:cNvSpPr/>
            <p:nvPr/>
          </p:nvSpPr>
          <p:spPr>
            <a:xfrm>
              <a:off x="119507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2" name="Google Shape;5692;p34"/>
            <p:cNvSpPr/>
            <p:nvPr/>
          </p:nvSpPr>
          <p:spPr>
            <a:xfrm>
              <a:off x="1277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7957" y="47782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3" name="Google Shape;5693;p34"/>
            <p:cNvSpPr/>
            <p:nvPr/>
          </p:nvSpPr>
          <p:spPr>
            <a:xfrm>
              <a:off x="1616300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3" y="49155"/>
                  </a:lnTo>
                  <a:lnTo>
                    <a:pt x="14523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4" name="Google Shape;5694;p34"/>
            <p:cNvSpPr/>
            <p:nvPr/>
          </p:nvSpPr>
          <p:spPr>
            <a:xfrm>
              <a:off x="1698375" y="-634175"/>
              <a:ext cx="210875" cy="1228900"/>
            </a:xfrm>
            <a:custGeom>
              <a:avLst/>
              <a:gdLst/>
              <a:ahLst/>
              <a:cxnLst/>
              <a:rect l="l" t="t" r="r" b="b"/>
              <a:pathLst>
                <a:path w="843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35" y="49155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5" name="Google Shape;5695;p34"/>
            <p:cNvSpPr/>
            <p:nvPr/>
          </p:nvSpPr>
          <p:spPr>
            <a:xfrm>
              <a:off x="2038025" y="-634175"/>
              <a:ext cx="351150" cy="1194575"/>
            </a:xfrm>
            <a:custGeom>
              <a:avLst/>
              <a:gdLst/>
              <a:ahLst/>
              <a:cxnLst/>
              <a:rect l="l" t="t" r="r" b="b"/>
              <a:pathLst>
                <a:path w="1404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045" y="47782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6" name="Google Shape;5696;p34"/>
            <p:cNvSpPr/>
            <p:nvPr/>
          </p:nvSpPr>
          <p:spPr>
            <a:xfrm>
              <a:off x="2108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7" name="Google Shape;5697;p34"/>
            <p:cNvSpPr/>
            <p:nvPr/>
          </p:nvSpPr>
          <p:spPr>
            <a:xfrm>
              <a:off x="24478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8" name="Google Shape;5698;p34"/>
            <p:cNvSpPr/>
            <p:nvPr/>
          </p:nvSpPr>
          <p:spPr>
            <a:xfrm>
              <a:off x="25293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9" name="Google Shape;5699;p34"/>
            <p:cNvSpPr/>
            <p:nvPr/>
          </p:nvSpPr>
          <p:spPr>
            <a:xfrm>
              <a:off x="28929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0" name="Google Shape;5700;p34"/>
            <p:cNvSpPr/>
            <p:nvPr/>
          </p:nvSpPr>
          <p:spPr>
            <a:xfrm>
              <a:off x="29739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1" name="Google Shape;5701;p34"/>
            <p:cNvSpPr/>
            <p:nvPr/>
          </p:nvSpPr>
          <p:spPr>
            <a:xfrm>
              <a:off x="3325600" y="-634175"/>
              <a:ext cx="374500" cy="1228900"/>
            </a:xfrm>
            <a:custGeom>
              <a:avLst/>
              <a:gdLst/>
              <a:ahLst/>
              <a:cxnLst/>
              <a:rect l="l" t="t" r="r" b="b"/>
              <a:pathLst>
                <a:path w="1498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79" y="49155"/>
                  </a:lnTo>
                  <a:lnTo>
                    <a:pt x="1497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2" name="Google Shape;5702;p34"/>
            <p:cNvSpPr/>
            <p:nvPr/>
          </p:nvSpPr>
          <p:spPr>
            <a:xfrm>
              <a:off x="3407650" y="-634175"/>
              <a:ext cx="210375" cy="1228900"/>
            </a:xfrm>
            <a:custGeom>
              <a:avLst/>
              <a:gdLst/>
              <a:ahLst/>
              <a:cxnLst/>
              <a:rect l="l" t="t" r="r" b="b"/>
              <a:pathLst>
                <a:path w="841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15" y="49155"/>
                  </a:lnTo>
                  <a:lnTo>
                    <a:pt x="841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3" name="Google Shape;5703;p34"/>
            <p:cNvSpPr/>
            <p:nvPr/>
          </p:nvSpPr>
          <p:spPr>
            <a:xfrm>
              <a:off x="3770675" y="-634175"/>
              <a:ext cx="385950" cy="1194575"/>
            </a:xfrm>
            <a:custGeom>
              <a:avLst/>
              <a:gdLst/>
              <a:ahLst/>
              <a:cxnLst/>
              <a:rect l="l" t="t" r="r" b="b"/>
              <a:pathLst>
                <a:path w="1543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5438" y="47782"/>
                  </a:lnTo>
                  <a:lnTo>
                    <a:pt x="15438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4" name="Google Shape;5704;p34"/>
            <p:cNvSpPr/>
            <p:nvPr/>
          </p:nvSpPr>
          <p:spPr>
            <a:xfrm>
              <a:off x="38641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5" name="Google Shape;5705;p34"/>
            <p:cNvSpPr/>
            <p:nvPr/>
          </p:nvSpPr>
          <p:spPr>
            <a:xfrm>
              <a:off x="42267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6" name="Google Shape;5706;p34"/>
            <p:cNvSpPr/>
            <p:nvPr/>
          </p:nvSpPr>
          <p:spPr>
            <a:xfrm>
              <a:off x="4308775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481" y="49155"/>
                  </a:lnTo>
                  <a:lnTo>
                    <a:pt x="748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7" name="Google Shape;5707;p34"/>
            <p:cNvSpPr/>
            <p:nvPr/>
          </p:nvSpPr>
          <p:spPr>
            <a:xfrm>
              <a:off x="46718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8" name="Google Shape;5708;p34"/>
            <p:cNvSpPr/>
            <p:nvPr/>
          </p:nvSpPr>
          <p:spPr>
            <a:xfrm>
              <a:off x="47419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9" name="Google Shape;5709;p34"/>
            <p:cNvSpPr/>
            <p:nvPr/>
          </p:nvSpPr>
          <p:spPr>
            <a:xfrm>
              <a:off x="51164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0" name="Google Shape;5710;p34"/>
            <p:cNvSpPr/>
            <p:nvPr/>
          </p:nvSpPr>
          <p:spPr>
            <a:xfrm>
              <a:off x="51984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1" name="Google Shape;5711;p34"/>
            <p:cNvSpPr/>
            <p:nvPr/>
          </p:nvSpPr>
          <p:spPr>
            <a:xfrm>
              <a:off x="5549600" y="-634175"/>
              <a:ext cx="375000" cy="1228900"/>
            </a:xfrm>
            <a:custGeom>
              <a:avLst/>
              <a:gdLst/>
              <a:ahLst/>
              <a:cxnLst/>
              <a:rect l="l" t="t" r="r" b="b"/>
              <a:pathLst>
                <a:path w="1500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99" y="49155"/>
                  </a:lnTo>
                  <a:lnTo>
                    <a:pt x="1499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2" name="Google Shape;5712;p34"/>
            <p:cNvSpPr/>
            <p:nvPr/>
          </p:nvSpPr>
          <p:spPr>
            <a:xfrm>
              <a:off x="5631650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957" y="49155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3" name="Google Shape;5713;p34"/>
            <p:cNvSpPr/>
            <p:nvPr/>
          </p:nvSpPr>
          <p:spPr>
            <a:xfrm>
              <a:off x="60066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4" name="Google Shape;5714;p34"/>
            <p:cNvSpPr/>
            <p:nvPr/>
          </p:nvSpPr>
          <p:spPr>
            <a:xfrm>
              <a:off x="60767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5" name="Google Shape;5715;p34"/>
            <p:cNvSpPr/>
            <p:nvPr/>
          </p:nvSpPr>
          <p:spPr>
            <a:xfrm>
              <a:off x="6451225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045" y="49155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6" name="Google Shape;5716;p34"/>
            <p:cNvSpPr/>
            <p:nvPr/>
          </p:nvSpPr>
          <p:spPr>
            <a:xfrm>
              <a:off x="6532775" y="-634175"/>
              <a:ext cx="187525" cy="1228900"/>
            </a:xfrm>
            <a:custGeom>
              <a:avLst/>
              <a:gdLst/>
              <a:ahLst/>
              <a:cxnLst/>
              <a:rect l="l" t="t" r="r" b="b"/>
              <a:pathLst>
                <a:path w="750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501" y="49155"/>
                  </a:lnTo>
                  <a:lnTo>
                    <a:pt x="750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7" name="Google Shape;5717;p34"/>
            <p:cNvSpPr/>
            <p:nvPr/>
          </p:nvSpPr>
          <p:spPr>
            <a:xfrm>
              <a:off x="6884400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8" name="Google Shape;5718;p34"/>
            <p:cNvSpPr/>
            <p:nvPr/>
          </p:nvSpPr>
          <p:spPr>
            <a:xfrm>
              <a:off x="69783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9" name="Google Shape;5719;p34"/>
            <p:cNvSpPr/>
            <p:nvPr/>
          </p:nvSpPr>
          <p:spPr>
            <a:xfrm>
              <a:off x="211400" y="-634175"/>
              <a:ext cx="7094250" cy="25"/>
            </a:xfrm>
            <a:custGeom>
              <a:avLst/>
              <a:gdLst/>
              <a:ahLst/>
              <a:cxnLst/>
              <a:rect l="l" t="t" r="r" b="b"/>
              <a:pathLst>
                <a:path w="283770" h="1" fill="none" extrusionOk="0">
                  <a:moveTo>
                    <a:pt x="0" y="0"/>
                  </a:moveTo>
                  <a:lnTo>
                    <a:pt x="283769" y="0"/>
                  </a:lnTo>
                </a:path>
              </a:pathLst>
            </a:custGeom>
            <a:noFill/>
            <a:ln w="46750" cap="flat" cmpd="sng">
              <a:solidFill>
                <a:srgbClr val="FFB726"/>
              </a:solidFill>
              <a:prstDash val="solid"/>
              <a:miter lim="198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0" name="Google Shape;5720;p34"/>
            <p:cNvSpPr/>
            <p:nvPr/>
          </p:nvSpPr>
          <p:spPr>
            <a:xfrm>
              <a:off x="7287225" y="-693375"/>
              <a:ext cx="127825" cy="128350"/>
            </a:xfrm>
            <a:custGeom>
              <a:avLst/>
              <a:gdLst/>
              <a:ahLst/>
              <a:cxnLst/>
              <a:rect l="l" t="t" r="r" b="b"/>
              <a:pathLst>
                <a:path w="5113" h="5134" extrusionOk="0">
                  <a:moveTo>
                    <a:pt x="2566" y="1"/>
                  </a:moveTo>
                  <a:cubicBezTo>
                    <a:pt x="1134" y="1"/>
                    <a:pt x="0" y="1155"/>
                    <a:pt x="0" y="2567"/>
                  </a:cubicBezTo>
                  <a:cubicBezTo>
                    <a:pt x="0" y="3979"/>
                    <a:pt x="1134" y="5133"/>
                    <a:pt x="2566" y="5133"/>
                  </a:cubicBezTo>
                  <a:cubicBezTo>
                    <a:pt x="3979" y="5133"/>
                    <a:pt x="5113" y="3979"/>
                    <a:pt x="5113" y="2567"/>
                  </a:cubicBezTo>
                  <a:cubicBezTo>
                    <a:pt x="5113" y="1155"/>
                    <a:pt x="3979" y="1"/>
                    <a:pt x="2566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1" name="Google Shape;5721;p34"/>
            <p:cNvSpPr/>
            <p:nvPr/>
          </p:nvSpPr>
          <p:spPr>
            <a:xfrm>
              <a:off x="193475" y="-693375"/>
              <a:ext cx="128350" cy="128350"/>
            </a:xfrm>
            <a:custGeom>
              <a:avLst/>
              <a:gdLst/>
              <a:ahLst/>
              <a:cxnLst/>
              <a:rect l="l" t="t" r="r" b="b"/>
              <a:pathLst>
                <a:path w="5134" h="5134" extrusionOk="0">
                  <a:moveTo>
                    <a:pt x="2567" y="1"/>
                  </a:moveTo>
                  <a:cubicBezTo>
                    <a:pt x="1155" y="1"/>
                    <a:pt x="1" y="1155"/>
                    <a:pt x="1" y="2567"/>
                  </a:cubicBezTo>
                  <a:cubicBezTo>
                    <a:pt x="1" y="3979"/>
                    <a:pt x="1155" y="5133"/>
                    <a:pt x="2567" y="5133"/>
                  </a:cubicBezTo>
                  <a:cubicBezTo>
                    <a:pt x="3979" y="5133"/>
                    <a:pt x="5133" y="3979"/>
                    <a:pt x="5133" y="2567"/>
                  </a:cubicBezTo>
                  <a:cubicBezTo>
                    <a:pt x="5133" y="1155"/>
                    <a:pt x="3979" y="1"/>
                    <a:pt x="2567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_1">
    <p:spTree>
      <p:nvGrpSpPr>
        <p:cNvPr id="1" name="Shape 5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3" name="Google Shape;5723;p35"/>
          <p:cNvSpPr/>
          <p:nvPr/>
        </p:nvSpPr>
        <p:spPr>
          <a:xfrm>
            <a:off x="-7175" y="4400950"/>
            <a:ext cx="9158700" cy="89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24" name="Google Shape;5724;p35"/>
          <p:cNvGrpSpPr/>
          <p:nvPr/>
        </p:nvGrpSpPr>
        <p:grpSpPr>
          <a:xfrm>
            <a:off x="50" y="-132175"/>
            <a:ext cx="832143" cy="5305618"/>
            <a:chOff x="1440600" y="197825"/>
            <a:chExt cx="990175" cy="3797050"/>
          </a:xfrm>
        </p:grpSpPr>
        <p:sp>
          <p:nvSpPr>
            <p:cNvPr id="5725" name="Google Shape;5725;p35"/>
            <p:cNvSpPr/>
            <p:nvPr/>
          </p:nvSpPr>
          <p:spPr>
            <a:xfrm>
              <a:off x="1440600" y="197825"/>
              <a:ext cx="990175" cy="1889850"/>
            </a:xfrm>
            <a:custGeom>
              <a:avLst/>
              <a:gdLst/>
              <a:ahLst/>
              <a:cxnLst/>
              <a:rect l="l" t="t" r="r" b="b"/>
              <a:pathLst>
                <a:path w="39607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219" y="75593"/>
                  </a:lnTo>
                  <a:cubicBezTo>
                    <a:pt x="21405" y="75593"/>
                    <a:pt x="38652" y="42074"/>
                    <a:pt x="39606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6" name="Google Shape;5726;p35"/>
            <p:cNvSpPr/>
            <p:nvPr/>
          </p:nvSpPr>
          <p:spPr>
            <a:xfrm>
              <a:off x="1440600" y="2105050"/>
              <a:ext cx="590825" cy="1889825"/>
            </a:xfrm>
            <a:custGeom>
              <a:avLst/>
              <a:gdLst/>
              <a:ahLst/>
              <a:cxnLst/>
              <a:rect l="l" t="t" r="r" b="b"/>
              <a:pathLst>
                <a:path w="23633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3633" y="75593"/>
                  </a:lnTo>
                  <a:cubicBezTo>
                    <a:pt x="23056" y="33659"/>
                    <a:pt x="12712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7" name="Google Shape;5727;p35"/>
            <p:cNvSpPr/>
            <p:nvPr/>
          </p:nvSpPr>
          <p:spPr>
            <a:xfrm>
              <a:off x="1440600" y="197825"/>
              <a:ext cx="858875" cy="1889850"/>
            </a:xfrm>
            <a:custGeom>
              <a:avLst/>
              <a:gdLst/>
              <a:ahLst/>
              <a:cxnLst/>
              <a:rect l="l" t="t" r="r" b="b"/>
              <a:pathLst>
                <a:path w="34355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79" y="75593"/>
                  </a:lnTo>
                  <a:cubicBezTo>
                    <a:pt x="18560" y="75593"/>
                    <a:pt x="33539" y="42074"/>
                    <a:pt x="34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8" name="Google Shape;5728;p35"/>
            <p:cNvSpPr/>
            <p:nvPr/>
          </p:nvSpPr>
          <p:spPr>
            <a:xfrm>
              <a:off x="1440600" y="197825"/>
              <a:ext cx="644550" cy="1889850"/>
            </a:xfrm>
            <a:custGeom>
              <a:avLst/>
              <a:gdLst/>
              <a:ahLst/>
              <a:cxnLst/>
              <a:rect l="l" t="t" r="r" b="b"/>
              <a:pathLst>
                <a:path w="25782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39" y="75593"/>
                  </a:lnTo>
                  <a:cubicBezTo>
                    <a:pt x="13905" y="75593"/>
                    <a:pt x="25144" y="42074"/>
                    <a:pt x="2578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9" name="Google Shape;5729;p35"/>
            <p:cNvSpPr/>
            <p:nvPr/>
          </p:nvSpPr>
          <p:spPr>
            <a:xfrm>
              <a:off x="1526125" y="471350"/>
              <a:ext cx="341675" cy="1616325"/>
            </a:xfrm>
            <a:custGeom>
              <a:avLst/>
              <a:gdLst/>
              <a:ahLst/>
              <a:cxnLst/>
              <a:rect l="l" t="t" r="r" b="b"/>
              <a:pathLst>
                <a:path w="13667" h="64653" extrusionOk="0">
                  <a:moveTo>
                    <a:pt x="5690" y="1"/>
                  </a:moveTo>
                  <a:cubicBezTo>
                    <a:pt x="5690" y="1"/>
                    <a:pt x="8177" y="38215"/>
                    <a:pt x="1" y="64652"/>
                  </a:cubicBezTo>
                  <a:cubicBezTo>
                    <a:pt x="13508" y="46788"/>
                    <a:pt x="13667" y="1"/>
                    <a:pt x="136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0" name="Google Shape;5730;p35"/>
            <p:cNvSpPr/>
            <p:nvPr/>
          </p:nvSpPr>
          <p:spPr>
            <a:xfrm>
              <a:off x="1440600" y="2105050"/>
              <a:ext cx="512750" cy="1889825"/>
            </a:xfrm>
            <a:custGeom>
              <a:avLst/>
              <a:gdLst/>
              <a:ahLst/>
              <a:cxnLst/>
              <a:rect l="l" t="t" r="r" b="b"/>
              <a:pathLst>
                <a:path w="20510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0509" y="75593"/>
                  </a:lnTo>
                  <a:cubicBezTo>
                    <a:pt x="20012" y="33659"/>
                    <a:pt x="11021" y="23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1" name="Google Shape;5731;p35"/>
            <p:cNvSpPr/>
            <p:nvPr/>
          </p:nvSpPr>
          <p:spPr>
            <a:xfrm>
              <a:off x="1440600" y="2105050"/>
              <a:ext cx="384450" cy="1889825"/>
            </a:xfrm>
            <a:custGeom>
              <a:avLst/>
              <a:gdLst/>
              <a:ahLst/>
              <a:cxnLst/>
              <a:rect l="l" t="t" r="r" b="b"/>
              <a:pathLst>
                <a:path w="15378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15377" y="75593"/>
                  </a:lnTo>
                  <a:cubicBezTo>
                    <a:pt x="14999" y="33659"/>
                    <a:pt x="8256" y="23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2" name="Google Shape;5732;p35"/>
            <p:cNvSpPr/>
            <p:nvPr/>
          </p:nvSpPr>
          <p:spPr>
            <a:xfrm>
              <a:off x="1440600" y="2197550"/>
              <a:ext cx="214850" cy="1797325"/>
            </a:xfrm>
            <a:custGeom>
              <a:avLst/>
              <a:gdLst/>
              <a:ahLst/>
              <a:cxnLst/>
              <a:rect l="l" t="t" r="r" b="b"/>
              <a:pathLst>
                <a:path w="8594" h="71893" extrusionOk="0">
                  <a:moveTo>
                    <a:pt x="4317" y="0"/>
                  </a:moveTo>
                  <a:lnTo>
                    <a:pt x="0" y="617"/>
                  </a:lnTo>
                  <a:lnTo>
                    <a:pt x="0" y="71893"/>
                  </a:lnTo>
                  <a:lnTo>
                    <a:pt x="8594" y="71893"/>
                  </a:lnTo>
                  <a:cubicBezTo>
                    <a:pt x="8594" y="21902"/>
                    <a:pt x="4317" y="0"/>
                    <a:pt x="43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3" name="Google Shape;5733;p35"/>
            <p:cNvSpPr/>
            <p:nvPr/>
          </p:nvSpPr>
          <p:spPr>
            <a:xfrm>
              <a:off x="1440600" y="2035925"/>
              <a:ext cx="214850" cy="206400"/>
            </a:xfrm>
            <a:custGeom>
              <a:avLst/>
              <a:gdLst/>
              <a:ahLst/>
              <a:cxnLst/>
              <a:rect l="l" t="t" r="r" b="b"/>
              <a:pathLst>
                <a:path w="8594" h="8256" extrusionOk="0">
                  <a:moveTo>
                    <a:pt x="0" y="0"/>
                  </a:moveTo>
                  <a:lnTo>
                    <a:pt x="0" y="7082"/>
                  </a:lnTo>
                  <a:lnTo>
                    <a:pt x="8594" y="8256"/>
                  </a:lnTo>
                  <a:lnTo>
                    <a:pt x="8594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34" name="Google Shape;5734;p35"/>
          <p:cNvGrpSpPr/>
          <p:nvPr/>
        </p:nvGrpSpPr>
        <p:grpSpPr>
          <a:xfrm flipH="1">
            <a:off x="8319293" y="-132175"/>
            <a:ext cx="832143" cy="5305618"/>
            <a:chOff x="1440600" y="197825"/>
            <a:chExt cx="990175" cy="3797050"/>
          </a:xfrm>
        </p:grpSpPr>
        <p:sp>
          <p:nvSpPr>
            <p:cNvPr id="5735" name="Google Shape;5735;p35"/>
            <p:cNvSpPr/>
            <p:nvPr/>
          </p:nvSpPr>
          <p:spPr>
            <a:xfrm>
              <a:off x="1440600" y="197825"/>
              <a:ext cx="990175" cy="1889850"/>
            </a:xfrm>
            <a:custGeom>
              <a:avLst/>
              <a:gdLst/>
              <a:ahLst/>
              <a:cxnLst/>
              <a:rect l="l" t="t" r="r" b="b"/>
              <a:pathLst>
                <a:path w="39607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219" y="75593"/>
                  </a:lnTo>
                  <a:cubicBezTo>
                    <a:pt x="21405" y="75593"/>
                    <a:pt x="38652" y="42074"/>
                    <a:pt x="39606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6" name="Google Shape;5736;p35"/>
            <p:cNvSpPr/>
            <p:nvPr/>
          </p:nvSpPr>
          <p:spPr>
            <a:xfrm>
              <a:off x="1440600" y="2105050"/>
              <a:ext cx="590825" cy="1889825"/>
            </a:xfrm>
            <a:custGeom>
              <a:avLst/>
              <a:gdLst/>
              <a:ahLst/>
              <a:cxnLst/>
              <a:rect l="l" t="t" r="r" b="b"/>
              <a:pathLst>
                <a:path w="23633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3633" y="75593"/>
                  </a:lnTo>
                  <a:cubicBezTo>
                    <a:pt x="23056" y="33659"/>
                    <a:pt x="12712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7" name="Google Shape;5737;p35"/>
            <p:cNvSpPr/>
            <p:nvPr/>
          </p:nvSpPr>
          <p:spPr>
            <a:xfrm>
              <a:off x="1440600" y="197825"/>
              <a:ext cx="858875" cy="1889850"/>
            </a:xfrm>
            <a:custGeom>
              <a:avLst/>
              <a:gdLst/>
              <a:ahLst/>
              <a:cxnLst/>
              <a:rect l="l" t="t" r="r" b="b"/>
              <a:pathLst>
                <a:path w="34355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79" y="75593"/>
                  </a:lnTo>
                  <a:cubicBezTo>
                    <a:pt x="18560" y="75593"/>
                    <a:pt x="33539" y="42074"/>
                    <a:pt x="34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8" name="Google Shape;5738;p35"/>
            <p:cNvSpPr/>
            <p:nvPr/>
          </p:nvSpPr>
          <p:spPr>
            <a:xfrm>
              <a:off x="1440600" y="197825"/>
              <a:ext cx="644550" cy="1889850"/>
            </a:xfrm>
            <a:custGeom>
              <a:avLst/>
              <a:gdLst/>
              <a:ahLst/>
              <a:cxnLst/>
              <a:rect l="l" t="t" r="r" b="b"/>
              <a:pathLst>
                <a:path w="25782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39" y="75593"/>
                  </a:lnTo>
                  <a:cubicBezTo>
                    <a:pt x="13905" y="75593"/>
                    <a:pt x="25144" y="42074"/>
                    <a:pt x="2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9" name="Google Shape;5739;p35"/>
            <p:cNvSpPr/>
            <p:nvPr/>
          </p:nvSpPr>
          <p:spPr>
            <a:xfrm>
              <a:off x="1526125" y="471350"/>
              <a:ext cx="341675" cy="1616325"/>
            </a:xfrm>
            <a:custGeom>
              <a:avLst/>
              <a:gdLst/>
              <a:ahLst/>
              <a:cxnLst/>
              <a:rect l="l" t="t" r="r" b="b"/>
              <a:pathLst>
                <a:path w="13667" h="64653" extrusionOk="0">
                  <a:moveTo>
                    <a:pt x="5690" y="1"/>
                  </a:moveTo>
                  <a:cubicBezTo>
                    <a:pt x="5690" y="1"/>
                    <a:pt x="8177" y="38215"/>
                    <a:pt x="1" y="64652"/>
                  </a:cubicBezTo>
                  <a:cubicBezTo>
                    <a:pt x="13508" y="46788"/>
                    <a:pt x="13667" y="1"/>
                    <a:pt x="136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0" name="Google Shape;5740;p35"/>
            <p:cNvSpPr/>
            <p:nvPr/>
          </p:nvSpPr>
          <p:spPr>
            <a:xfrm>
              <a:off x="1440600" y="2105050"/>
              <a:ext cx="512750" cy="1889825"/>
            </a:xfrm>
            <a:custGeom>
              <a:avLst/>
              <a:gdLst/>
              <a:ahLst/>
              <a:cxnLst/>
              <a:rect l="l" t="t" r="r" b="b"/>
              <a:pathLst>
                <a:path w="20510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0509" y="75593"/>
                  </a:lnTo>
                  <a:cubicBezTo>
                    <a:pt x="20012" y="33659"/>
                    <a:pt x="11021" y="23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1" name="Google Shape;5741;p35"/>
            <p:cNvSpPr/>
            <p:nvPr/>
          </p:nvSpPr>
          <p:spPr>
            <a:xfrm>
              <a:off x="1440600" y="2105050"/>
              <a:ext cx="384450" cy="1889825"/>
            </a:xfrm>
            <a:custGeom>
              <a:avLst/>
              <a:gdLst/>
              <a:ahLst/>
              <a:cxnLst/>
              <a:rect l="l" t="t" r="r" b="b"/>
              <a:pathLst>
                <a:path w="15378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15377" y="75593"/>
                  </a:lnTo>
                  <a:cubicBezTo>
                    <a:pt x="14999" y="33659"/>
                    <a:pt x="8256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2" name="Google Shape;5742;p35"/>
            <p:cNvSpPr/>
            <p:nvPr/>
          </p:nvSpPr>
          <p:spPr>
            <a:xfrm>
              <a:off x="1440600" y="2197550"/>
              <a:ext cx="214850" cy="1797325"/>
            </a:xfrm>
            <a:custGeom>
              <a:avLst/>
              <a:gdLst/>
              <a:ahLst/>
              <a:cxnLst/>
              <a:rect l="l" t="t" r="r" b="b"/>
              <a:pathLst>
                <a:path w="8594" h="71893" extrusionOk="0">
                  <a:moveTo>
                    <a:pt x="4317" y="0"/>
                  </a:moveTo>
                  <a:lnTo>
                    <a:pt x="0" y="617"/>
                  </a:lnTo>
                  <a:lnTo>
                    <a:pt x="0" y="71893"/>
                  </a:lnTo>
                  <a:lnTo>
                    <a:pt x="8594" y="71893"/>
                  </a:lnTo>
                  <a:cubicBezTo>
                    <a:pt x="8594" y="21902"/>
                    <a:pt x="4317" y="0"/>
                    <a:pt x="43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3" name="Google Shape;5743;p35"/>
            <p:cNvSpPr/>
            <p:nvPr/>
          </p:nvSpPr>
          <p:spPr>
            <a:xfrm>
              <a:off x="1440600" y="2035925"/>
              <a:ext cx="214850" cy="206400"/>
            </a:xfrm>
            <a:custGeom>
              <a:avLst/>
              <a:gdLst/>
              <a:ahLst/>
              <a:cxnLst/>
              <a:rect l="l" t="t" r="r" b="b"/>
              <a:pathLst>
                <a:path w="8594" h="8256" extrusionOk="0">
                  <a:moveTo>
                    <a:pt x="0" y="0"/>
                  </a:moveTo>
                  <a:lnTo>
                    <a:pt x="0" y="7082"/>
                  </a:lnTo>
                  <a:lnTo>
                    <a:pt x="8594" y="8256"/>
                  </a:lnTo>
                  <a:lnTo>
                    <a:pt x="8594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44" name="Google Shape;5744;p35"/>
          <p:cNvGrpSpPr/>
          <p:nvPr/>
        </p:nvGrpSpPr>
        <p:grpSpPr>
          <a:xfrm>
            <a:off x="-417858" y="-823150"/>
            <a:ext cx="9978772" cy="1382075"/>
            <a:chOff x="193475" y="-693375"/>
            <a:chExt cx="7221575" cy="1382075"/>
          </a:xfrm>
        </p:grpSpPr>
        <p:sp>
          <p:nvSpPr>
            <p:cNvPr id="5745" name="Google Shape;5745;p35"/>
            <p:cNvSpPr/>
            <p:nvPr/>
          </p:nvSpPr>
          <p:spPr>
            <a:xfrm>
              <a:off x="363575" y="384325"/>
              <a:ext cx="6883875" cy="304375"/>
            </a:xfrm>
            <a:custGeom>
              <a:avLst/>
              <a:gdLst/>
              <a:ahLst/>
              <a:cxnLst/>
              <a:rect l="l" t="t" r="r" b="b"/>
              <a:pathLst>
                <a:path w="275355" h="12175" extrusionOk="0">
                  <a:moveTo>
                    <a:pt x="0" y="0"/>
                  </a:moveTo>
                  <a:lnTo>
                    <a:pt x="0" y="9390"/>
                  </a:lnTo>
                  <a:lnTo>
                    <a:pt x="0" y="10782"/>
                  </a:lnTo>
                  <a:lnTo>
                    <a:pt x="14522" y="10782"/>
                  </a:lnTo>
                  <a:lnTo>
                    <a:pt x="14522" y="9370"/>
                  </a:lnTo>
                  <a:lnTo>
                    <a:pt x="16869" y="9370"/>
                  </a:lnTo>
                  <a:lnTo>
                    <a:pt x="16869" y="12175"/>
                  </a:lnTo>
                  <a:lnTo>
                    <a:pt x="30913" y="12175"/>
                  </a:lnTo>
                  <a:lnTo>
                    <a:pt x="30913" y="9370"/>
                  </a:lnTo>
                  <a:lnTo>
                    <a:pt x="33261" y="9370"/>
                  </a:lnTo>
                  <a:lnTo>
                    <a:pt x="33261" y="10782"/>
                  </a:lnTo>
                  <a:lnTo>
                    <a:pt x="47782" y="10782"/>
                  </a:lnTo>
                  <a:lnTo>
                    <a:pt x="47782" y="9370"/>
                  </a:lnTo>
                  <a:lnTo>
                    <a:pt x="50110" y="9370"/>
                  </a:lnTo>
                  <a:lnTo>
                    <a:pt x="50110" y="12175"/>
                  </a:lnTo>
                  <a:lnTo>
                    <a:pt x="64632" y="12175"/>
                  </a:lnTo>
                  <a:lnTo>
                    <a:pt x="64632" y="9370"/>
                  </a:lnTo>
                  <a:lnTo>
                    <a:pt x="66979" y="9370"/>
                  </a:lnTo>
                  <a:lnTo>
                    <a:pt x="66979" y="10782"/>
                  </a:lnTo>
                  <a:lnTo>
                    <a:pt x="81023" y="10782"/>
                  </a:lnTo>
                  <a:lnTo>
                    <a:pt x="81023" y="9370"/>
                  </a:lnTo>
                  <a:lnTo>
                    <a:pt x="83370" y="9370"/>
                  </a:lnTo>
                  <a:lnTo>
                    <a:pt x="83370" y="12175"/>
                  </a:lnTo>
                  <a:lnTo>
                    <a:pt x="97892" y="12175"/>
                  </a:lnTo>
                  <a:lnTo>
                    <a:pt x="97892" y="9370"/>
                  </a:lnTo>
                  <a:lnTo>
                    <a:pt x="101174" y="9370"/>
                  </a:lnTo>
                  <a:lnTo>
                    <a:pt x="101174" y="10782"/>
                  </a:lnTo>
                  <a:lnTo>
                    <a:pt x="115656" y="10782"/>
                  </a:lnTo>
                  <a:lnTo>
                    <a:pt x="115656" y="9370"/>
                  </a:lnTo>
                  <a:lnTo>
                    <a:pt x="118481" y="9370"/>
                  </a:lnTo>
                  <a:lnTo>
                    <a:pt x="118481" y="12175"/>
                  </a:lnTo>
                  <a:lnTo>
                    <a:pt x="133460" y="12175"/>
                  </a:lnTo>
                  <a:lnTo>
                    <a:pt x="133460" y="9370"/>
                  </a:lnTo>
                  <a:lnTo>
                    <a:pt x="136285" y="9370"/>
                  </a:lnTo>
                  <a:lnTo>
                    <a:pt x="136285" y="10782"/>
                  </a:lnTo>
                  <a:lnTo>
                    <a:pt x="151722" y="10782"/>
                  </a:lnTo>
                  <a:lnTo>
                    <a:pt x="151722" y="9370"/>
                  </a:lnTo>
                  <a:lnTo>
                    <a:pt x="154527" y="9370"/>
                  </a:lnTo>
                  <a:lnTo>
                    <a:pt x="154527" y="12175"/>
                  </a:lnTo>
                  <a:lnTo>
                    <a:pt x="169048" y="12175"/>
                  </a:lnTo>
                  <a:lnTo>
                    <a:pt x="169048" y="9370"/>
                  </a:lnTo>
                  <a:lnTo>
                    <a:pt x="172331" y="9370"/>
                  </a:lnTo>
                  <a:lnTo>
                    <a:pt x="172331" y="10782"/>
                  </a:lnTo>
                  <a:lnTo>
                    <a:pt x="186852" y="10782"/>
                  </a:lnTo>
                  <a:lnTo>
                    <a:pt x="186852" y="9370"/>
                  </a:lnTo>
                  <a:lnTo>
                    <a:pt x="190115" y="9370"/>
                  </a:lnTo>
                  <a:lnTo>
                    <a:pt x="190115" y="12175"/>
                  </a:lnTo>
                  <a:lnTo>
                    <a:pt x="204636" y="12175"/>
                  </a:lnTo>
                  <a:lnTo>
                    <a:pt x="204636" y="9370"/>
                  </a:lnTo>
                  <a:lnTo>
                    <a:pt x="207441" y="9370"/>
                  </a:lnTo>
                  <a:lnTo>
                    <a:pt x="207441" y="12175"/>
                  </a:lnTo>
                  <a:lnTo>
                    <a:pt x="222440" y="12175"/>
                  </a:lnTo>
                  <a:lnTo>
                    <a:pt x="222440" y="9370"/>
                  </a:lnTo>
                  <a:lnTo>
                    <a:pt x="225722" y="9370"/>
                  </a:lnTo>
                  <a:lnTo>
                    <a:pt x="225722" y="10782"/>
                  </a:lnTo>
                  <a:lnTo>
                    <a:pt x="240224" y="10782"/>
                  </a:lnTo>
                  <a:lnTo>
                    <a:pt x="240224" y="9370"/>
                  </a:lnTo>
                  <a:lnTo>
                    <a:pt x="243507" y="9370"/>
                  </a:lnTo>
                  <a:lnTo>
                    <a:pt x="243507" y="12175"/>
                  </a:lnTo>
                  <a:lnTo>
                    <a:pt x="257551" y="12175"/>
                  </a:lnTo>
                  <a:lnTo>
                    <a:pt x="257551" y="9370"/>
                  </a:lnTo>
                  <a:lnTo>
                    <a:pt x="260833" y="9370"/>
                  </a:lnTo>
                  <a:lnTo>
                    <a:pt x="260833" y="10782"/>
                  </a:lnTo>
                  <a:lnTo>
                    <a:pt x="275355" y="10782"/>
                  </a:lnTo>
                  <a:lnTo>
                    <a:pt x="2753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6" name="Google Shape;5746;p35"/>
            <p:cNvSpPr/>
            <p:nvPr/>
          </p:nvSpPr>
          <p:spPr>
            <a:xfrm>
              <a:off x="363575" y="-634175"/>
              <a:ext cx="6695900" cy="1158775"/>
            </a:xfrm>
            <a:custGeom>
              <a:avLst/>
              <a:gdLst/>
              <a:ahLst/>
              <a:cxnLst/>
              <a:rect l="l" t="t" r="r" b="b"/>
              <a:pathLst>
                <a:path w="267836" h="46351" extrusionOk="0">
                  <a:moveTo>
                    <a:pt x="0" y="0"/>
                  </a:moveTo>
                  <a:lnTo>
                    <a:pt x="0" y="46350"/>
                  </a:lnTo>
                  <a:lnTo>
                    <a:pt x="267835" y="46350"/>
                  </a:lnTo>
                  <a:lnTo>
                    <a:pt x="26783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7" name="Google Shape;5747;p35"/>
            <p:cNvSpPr/>
            <p:nvPr/>
          </p:nvSpPr>
          <p:spPr>
            <a:xfrm>
              <a:off x="363575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8" name="Google Shape;5748;p35"/>
            <p:cNvSpPr/>
            <p:nvPr/>
          </p:nvSpPr>
          <p:spPr>
            <a:xfrm>
              <a:off x="4341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9" name="Google Shape;5749;p35"/>
            <p:cNvSpPr/>
            <p:nvPr/>
          </p:nvSpPr>
          <p:spPr>
            <a:xfrm>
              <a:off x="785300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044" y="49155"/>
                  </a:lnTo>
                  <a:lnTo>
                    <a:pt x="14044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0" name="Google Shape;5750;p35"/>
            <p:cNvSpPr/>
            <p:nvPr/>
          </p:nvSpPr>
          <p:spPr>
            <a:xfrm>
              <a:off x="867350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480" y="49155"/>
                  </a:lnTo>
                  <a:lnTo>
                    <a:pt x="7480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1" name="Google Shape;5751;p35"/>
            <p:cNvSpPr/>
            <p:nvPr/>
          </p:nvSpPr>
          <p:spPr>
            <a:xfrm>
              <a:off x="119507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2" name="Google Shape;5752;p35"/>
            <p:cNvSpPr/>
            <p:nvPr/>
          </p:nvSpPr>
          <p:spPr>
            <a:xfrm>
              <a:off x="1277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7957" y="47782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3" name="Google Shape;5753;p35"/>
            <p:cNvSpPr/>
            <p:nvPr/>
          </p:nvSpPr>
          <p:spPr>
            <a:xfrm>
              <a:off x="1616300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3" y="49155"/>
                  </a:lnTo>
                  <a:lnTo>
                    <a:pt x="14523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4" name="Google Shape;5754;p35"/>
            <p:cNvSpPr/>
            <p:nvPr/>
          </p:nvSpPr>
          <p:spPr>
            <a:xfrm>
              <a:off x="1698375" y="-634175"/>
              <a:ext cx="210875" cy="1228900"/>
            </a:xfrm>
            <a:custGeom>
              <a:avLst/>
              <a:gdLst/>
              <a:ahLst/>
              <a:cxnLst/>
              <a:rect l="l" t="t" r="r" b="b"/>
              <a:pathLst>
                <a:path w="843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35" y="49155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5" name="Google Shape;5755;p35"/>
            <p:cNvSpPr/>
            <p:nvPr/>
          </p:nvSpPr>
          <p:spPr>
            <a:xfrm>
              <a:off x="2038025" y="-634175"/>
              <a:ext cx="351150" cy="1194575"/>
            </a:xfrm>
            <a:custGeom>
              <a:avLst/>
              <a:gdLst/>
              <a:ahLst/>
              <a:cxnLst/>
              <a:rect l="l" t="t" r="r" b="b"/>
              <a:pathLst>
                <a:path w="1404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045" y="47782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6" name="Google Shape;5756;p35"/>
            <p:cNvSpPr/>
            <p:nvPr/>
          </p:nvSpPr>
          <p:spPr>
            <a:xfrm>
              <a:off x="2108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7" name="Google Shape;5757;p35"/>
            <p:cNvSpPr/>
            <p:nvPr/>
          </p:nvSpPr>
          <p:spPr>
            <a:xfrm>
              <a:off x="24478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8" name="Google Shape;5758;p35"/>
            <p:cNvSpPr/>
            <p:nvPr/>
          </p:nvSpPr>
          <p:spPr>
            <a:xfrm>
              <a:off x="25293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9" name="Google Shape;5759;p35"/>
            <p:cNvSpPr/>
            <p:nvPr/>
          </p:nvSpPr>
          <p:spPr>
            <a:xfrm>
              <a:off x="28929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0" name="Google Shape;5760;p35"/>
            <p:cNvSpPr/>
            <p:nvPr/>
          </p:nvSpPr>
          <p:spPr>
            <a:xfrm>
              <a:off x="29739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1" name="Google Shape;5761;p35"/>
            <p:cNvSpPr/>
            <p:nvPr/>
          </p:nvSpPr>
          <p:spPr>
            <a:xfrm>
              <a:off x="3325600" y="-634175"/>
              <a:ext cx="374500" cy="1228900"/>
            </a:xfrm>
            <a:custGeom>
              <a:avLst/>
              <a:gdLst/>
              <a:ahLst/>
              <a:cxnLst/>
              <a:rect l="l" t="t" r="r" b="b"/>
              <a:pathLst>
                <a:path w="1498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79" y="49155"/>
                  </a:lnTo>
                  <a:lnTo>
                    <a:pt x="1497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2" name="Google Shape;5762;p35"/>
            <p:cNvSpPr/>
            <p:nvPr/>
          </p:nvSpPr>
          <p:spPr>
            <a:xfrm>
              <a:off x="3407650" y="-634175"/>
              <a:ext cx="210375" cy="1228900"/>
            </a:xfrm>
            <a:custGeom>
              <a:avLst/>
              <a:gdLst/>
              <a:ahLst/>
              <a:cxnLst/>
              <a:rect l="l" t="t" r="r" b="b"/>
              <a:pathLst>
                <a:path w="841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15" y="49155"/>
                  </a:lnTo>
                  <a:lnTo>
                    <a:pt x="841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3" name="Google Shape;5763;p35"/>
            <p:cNvSpPr/>
            <p:nvPr/>
          </p:nvSpPr>
          <p:spPr>
            <a:xfrm>
              <a:off x="3770675" y="-634175"/>
              <a:ext cx="385950" cy="1194575"/>
            </a:xfrm>
            <a:custGeom>
              <a:avLst/>
              <a:gdLst/>
              <a:ahLst/>
              <a:cxnLst/>
              <a:rect l="l" t="t" r="r" b="b"/>
              <a:pathLst>
                <a:path w="1543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5438" y="47782"/>
                  </a:lnTo>
                  <a:lnTo>
                    <a:pt x="15438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4" name="Google Shape;5764;p35"/>
            <p:cNvSpPr/>
            <p:nvPr/>
          </p:nvSpPr>
          <p:spPr>
            <a:xfrm>
              <a:off x="38641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5" name="Google Shape;5765;p35"/>
            <p:cNvSpPr/>
            <p:nvPr/>
          </p:nvSpPr>
          <p:spPr>
            <a:xfrm>
              <a:off x="42267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6" name="Google Shape;5766;p35"/>
            <p:cNvSpPr/>
            <p:nvPr/>
          </p:nvSpPr>
          <p:spPr>
            <a:xfrm>
              <a:off x="4308775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481" y="49155"/>
                  </a:lnTo>
                  <a:lnTo>
                    <a:pt x="748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7" name="Google Shape;5767;p35"/>
            <p:cNvSpPr/>
            <p:nvPr/>
          </p:nvSpPr>
          <p:spPr>
            <a:xfrm>
              <a:off x="46718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8" name="Google Shape;5768;p35"/>
            <p:cNvSpPr/>
            <p:nvPr/>
          </p:nvSpPr>
          <p:spPr>
            <a:xfrm>
              <a:off x="47419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9" name="Google Shape;5769;p35"/>
            <p:cNvSpPr/>
            <p:nvPr/>
          </p:nvSpPr>
          <p:spPr>
            <a:xfrm>
              <a:off x="51164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0" name="Google Shape;5770;p35"/>
            <p:cNvSpPr/>
            <p:nvPr/>
          </p:nvSpPr>
          <p:spPr>
            <a:xfrm>
              <a:off x="51984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1" name="Google Shape;5771;p35"/>
            <p:cNvSpPr/>
            <p:nvPr/>
          </p:nvSpPr>
          <p:spPr>
            <a:xfrm>
              <a:off x="5549600" y="-634175"/>
              <a:ext cx="375000" cy="1228900"/>
            </a:xfrm>
            <a:custGeom>
              <a:avLst/>
              <a:gdLst/>
              <a:ahLst/>
              <a:cxnLst/>
              <a:rect l="l" t="t" r="r" b="b"/>
              <a:pathLst>
                <a:path w="1500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99" y="49155"/>
                  </a:lnTo>
                  <a:lnTo>
                    <a:pt x="1499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2" name="Google Shape;5772;p35"/>
            <p:cNvSpPr/>
            <p:nvPr/>
          </p:nvSpPr>
          <p:spPr>
            <a:xfrm>
              <a:off x="5631650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957" y="49155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3" name="Google Shape;5773;p35"/>
            <p:cNvSpPr/>
            <p:nvPr/>
          </p:nvSpPr>
          <p:spPr>
            <a:xfrm>
              <a:off x="60066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4" name="Google Shape;5774;p35"/>
            <p:cNvSpPr/>
            <p:nvPr/>
          </p:nvSpPr>
          <p:spPr>
            <a:xfrm>
              <a:off x="60767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5" name="Google Shape;5775;p35"/>
            <p:cNvSpPr/>
            <p:nvPr/>
          </p:nvSpPr>
          <p:spPr>
            <a:xfrm>
              <a:off x="6451225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045" y="49155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6" name="Google Shape;5776;p35"/>
            <p:cNvSpPr/>
            <p:nvPr/>
          </p:nvSpPr>
          <p:spPr>
            <a:xfrm>
              <a:off x="6532775" y="-634175"/>
              <a:ext cx="187525" cy="1228900"/>
            </a:xfrm>
            <a:custGeom>
              <a:avLst/>
              <a:gdLst/>
              <a:ahLst/>
              <a:cxnLst/>
              <a:rect l="l" t="t" r="r" b="b"/>
              <a:pathLst>
                <a:path w="750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501" y="49155"/>
                  </a:lnTo>
                  <a:lnTo>
                    <a:pt x="750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7" name="Google Shape;5777;p35"/>
            <p:cNvSpPr/>
            <p:nvPr/>
          </p:nvSpPr>
          <p:spPr>
            <a:xfrm>
              <a:off x="6884400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8" name="Google Shape;5778;p35"/>
            <p:cNvSpPr/>
            <p:nvPr/>
          </p:nvSpPr>
          <p:spPr>
            <a:xfrm>
              <a:off x="69783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9" name="Google Shape;5779;p35"/>
            <p:cNvSpPr/>
            <p:nvPr/>
          </p:nvSpPr>
          <p:spPr>
            <a:xfrm>
              <a:off x="211400" y="-634175"/>
              <a:ext cx="7094250" cy="25"/>
            </a:xfrm>
            <a:custGeom>
              <a:avLst/>
              <a:gdLst/>
              <a:ahLst/>
              <a:cxnLst/>
              <a:rect l="l" t="t" r="r" b="b"/>
              <a:pathLst>
                <a:path w="283770" h="1" fill="none" extrusionOk="0">
                  <a:moveTo>
                    <a:pt x="0" y="0"/>
                  </a:moveTo>
                  <a:lnTo>
                    <a:pt x="283769" y="0"/>
                  </a:lnTo>
                </a:path>
              </a:pathLst>
            </a:custGeom>
            <a:noFill/>
            <a:ln w="46750" cap="flat" cmpd="sng">
              <a:solidFill>
                <a:srgbClr val="FFB726"/>
              </a:solidFill>
              <a:prstDash val="solid"/>
              <a:miter lim="198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0" name="Google Shape;5780;p35"/>
            <p:cNvSpPr/>
            <p:nvPr/>
          </p:nvSpPr>
          <p:spPr>
            <a:xfrm>
              <a:off x="7287225" y="-693375"/>
              <a:ext cx="127825" cy="128350"/>
            </a:xfrm>
            <a:custGeom>
              <a:avLst/>
              <a:gdLst/>
              <a:ahLst/>
              <a:cxnLst/>
              <a:rect l="l" t="t" r="r" b="b"/>
              <a:pathLst>
                <a:path w="5113" h="5134" extrusionOk="0">
                  <a:moveTo>
                    <a:pt x="2566" y="1"/>
                  </a:moveTo>
                  <a:cubicBezTo>
                    <a:pt x="1134" y="1"/>
                    <a:pt x="0" y="1155"/>
                    <a:pt x="0" y="2567"/>
                  </a:cubicBezTo>
                  <a:cubicBezTo>
                    <a:pt x="0" y="3979"/>
                    <a:pt x="1134" y="5133"/>
                    <a:pt x="2566" y="5133"/>
                  </a:cubicBezTo>
                  <a:cubicBezTo>
                    <a:pt x="3979" y="5133"/>
                    <a:pt x="5113" y="3979"/>
                    <a:pt x="5113" y="2567"/>
                  </a:cubicBezTo>
                  <a:cubicBezTo>
                    <a:pt x="5113" y="1155"/>
                    <a:pt x="3979" y="1"/>
                    <a:pt x="2566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1" name="Google Shape;5781;p35"/>
            <p:cNvSpPr/>
            <p:nvPr/>
          </p:nvSpPr>
          <p:spPr>
            <a:xfrm>
              <a:off x="193475" y="-693375"/>
              <a:ext cx="128350" cy="128350"/>
            </a:xfrm>
            <a:custGeom>
              <a:avLst/>
              <a:gdLst/>
              <a:ahLst/>
              <a:cxnLst/>
              <a:rect l="l" t="t" r="r" b="b"/>
              <a:pathLst>
                <a:path w="5134" h="5134" extrusionOk="0">
                  <a:moveTo>
                    <a:pt x="2567" y="1"/>
                  </a:moveTo>
                  <a:cubicBezTo>
                    <a:pt x="1155" y="1"/>
                    <a:pt x="1" y="1155"/>
                    <a:pt x="1" y="2567"/>
                  </a:cubicBezTo>
                  <a:cubicBezTo>
                    <a:pt x="1" y="3979"/>
                    <a:pt x="1155" y="5133"/>
                    <a:pt x="2567" y="5133"/>
                  </a:cubicBezTo>
                  <a:cubicBezTo>
                    <a:pt x="3979" y="5133"/>
                    <a:pt x="5133" y="3979"/>
                    <a:pt x="5133" y="2567"/>
                  </a:cubicBezTo>
                  <a:cubicBezTo>
                    <a:pt x="5133" y="1155"/>
                    <a:pt x="3979" y="1"/>
                    <a:pt x="2567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2" name="Google Shape;5782;p35"/>
          <p:cNvGrpSpPr/>
          <p:nvPr/>
        </p:nvGrpSpPr>
        <p:grpSpPr>
          <a:xfrm>
            <a:off x="-20" y="4613271"/>
            <a:ext cx="9143683" cy="1629094"/>
            <a:chOff x="429225" y="4417075"/>
            <a:chExt cx="6749600" cy="1202550"/>
          </a:xfrm>
        </p:grpSpPr>
        <p:sp>
          <p:nvSpPr>
            <p:cNvPr id="5783" name="Google Shape;5783;p35"/>
            <p:cNvSpPr/>
            <p:nvPr/>
          </p:nvSpPr>
          <p:spPr>
            <a:xfrm>
              <a:off x="1901275" y="5022325"/>
              <a:ext cx="3806000" cy="502300"/>
            </a:xfrm>
            <a:custGeom>
              <a:avLst/>
              <a:gdLst/>
              <a:ahLst/>
              <a:cxnLst/>
              <a:rect l="l" t="t" r="r" b="b"/>
              <a:pathLst>
                <a:path w="152240" h="20092" extrusionOk="0">
                  <a:moveTo>
                    <a:pt x="0" y="0"/>
                  </a:moveTo>
                  <a:lnTo>
                    <a:pt x="0" y="20092"/>
                  </a:lnTo>
                  <a:lnTo>
                    <a:pt x="152239" y="20092"/>
                  </a:lnTo>
                  <a:lnTo>
                    <a:pt x="152239" y="0"/>
                  </a:lnTo>
                  <a:close/>
                </a:path>
              </a:pathLst>
            </a:custGeom>
            <a:solidFill>
              <a:srgbClr val="C3C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4" name="Google Shape;5784;p35"/>
            <p:cNvSpPr/>
            <p:nvPr/>
          </p:nvSpPr>
          <p:spPr>
            <a:xfrm>
              <a:off x="429225" y="4417075"/>
              <a:ext cx="650000" cy="553050"/>
            </a:xfrm>
            <a:custGeom>
              <a:avLst/>
              <a:gdLst/>
              <a:ahLst/>
              <a:cxnLst/>
              <a:rect l="l" t="t" r="r" b="b"/>
              <a:pathLst>
                <a:path w="26000" h="22122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5" name="Google Shape;5785;p35"/>
            <p:cNvSpPr/>
            <p:nvPr/>
          </p:nvSpPr>
          <p:spPr>
            <a:xfrm>
              <a:off x="4297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2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6" name="Google Shape;5786;p35"/>
            <p:cNvSpPr/>
            <p:nvPr/>
          </p:nvSpPr>
          <p:spPr>
            <a:xfrm>
              <a:off x="9449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7" name="Google Shape;5787;p35"/>
            <p:cNvSpPr/>
            <p:nvPr/>
          </p:nvSpPr>
          <p:spPr>
            <a:xfrm>
              <a:off x="4297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3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8" name="Google Shape;5788;p35"/>
            <p:cNvSpPr/>
            <p:nvPr/>
          </p:nvSpPr>
          <p:spPr>
            <a:xfrm>
              <a:off x="4302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9" y="20828"/>
                  </a:lnTo>
                  <a:lnTo>
                    <a:pt x="24489" y="6088"/>
                  </a:lnTo>
                  <a:cubicBezTo>
                    <a:pt x="2446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9" name="Google Shape;5789;p35"/>
            <p:cNvSpPr/>
            <p:nvPr/>
          </p:nvSpPr>
          <p:spPr>
            <a:xfrm>
              <a:off x="1191600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0" name="Google Shape;5790;p35"/>
            <p:cNvSpPr/>
            <p:nvPr/>
          </p:nvSpPr>
          <p:spPr>
            <a:xfrm>
              <a:off x="11926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1" name="Google Shape;5791;p35"/>
            <p:cNvSpPr/>
            <p:nvPr/>
          </p:nvSpPr>
          <p:spPr>
            <a:xfrm>
              <a:off x="17078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2" name="Google Shape;5792;p35"/>
            <p:cNvSpPr/>
            <p:nvPr/>
          </p:nvSpPr>
          <p:spPr>
            <a:xfrm>
              <a:off x="1192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09" y="0"/>
                  </a:moveTo>
                  <a:cubicBezTo>
                    <a:pt x="75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5" y="4158"/>
                  </a:cubicBezTo>
                  <a:cubicBezTo>
                    <a:pt x="7221" y="3263"/>
                    <a:pt x="4476" y="1850"/>
                    <a:pt x="200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3" name="Google Shape;5793;p35"/>
            <p:cNvSpPr/>
            <p:nvPr/>
          </p:nvSpPr>
          <p:spPr>
            <a:xfrm>
              <a:off x="11926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08" y="160"/>
                  </a:cubicBezTo>
                  <a:lnTo>
                    <a:pt x="1824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88" y="2726"/>
                    <a:pt x="2174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4" name="Google Shape;5794;p35"/>
            <p:cNvSpPr/>
            <p:nvPr/>
          </p:nvSpPr>
          <p:spPr>
            <a:xfrm>
              <a:off x="1954475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1" y="22121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5" name="Google Shape;5795;p35"/>
            <p:cNvSpPr/>
            <p:nvPr/>
          </p:nvSpPr>
          <p:spPr>
            <a:xfrm>
              <a:off x="195447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6" name="Google Shape;5796;p35"/>
            <p:cNvSpPr/>
            <p:nvPr/>
          </p:nvSpPr>
          <p:spPr>
            <a:xfrm>
              <a:off x="24702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7" name="Google Shape;5797;p35"/>
            <p:cNvSpPr/>
            <p:nvPr/>
          </p:nvSpPr>
          <p:spPr>
            <a:xfrm>
              <a:off x="195447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8" name="Google Shape;5798;p35"/>
            <p:cNvSpPr/>
            <p:nvPr/>
          </p:nvSpPr>
          <p:spPr>
            <a:xfrm>
              <a:off x="19544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9" name="Google Shape;5799;p35"/>
            <p:cNvSpPr/>
            <p:nvPr/>
          </p:nvSpPr>
          <p:spPr>
            <a:xfrm>
              <a:off x="271687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0" name="Google Shape;5800;p35"/>
            <p:cNvSpPr/>
            <p:nvPr/>
          </p:nvSpPr>
          <p:spPr>
            <a:xfrm>
              <a:off x="27168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1" name="Google Shape;5801;p35"/>
            <p:cNvSpPr/>
            <p:nvPr/>
          </p:nvSpPr>
          <p:spPr>
            <a:xfrm>
              <a:off x="32326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2" name="Google Shape;5802;p35"/>
            <p:cNvSpPr/>
            <p:nvPr/>
          </p:nvSpPr>
          <p:spPr>
            <a:xfrm>
              <a:off x="271687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6" y="4158"/>
                  </a:cubicBezTo>
                  <a:cubicBezTo>
                    <a:pt x="7221" y="3263"/>
                    <a:pt x="4476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3" name="Google Shape;5803;p35"/>
            <p:cNvSpPr/>
            <p:nvPr/>
          </p:nvSpPr>
          <p:spPr>
            <a:xfrm>
              <a:off x="271737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68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4" name="Google Shape;5804;p35"/>
            <p:cNvSpPr/>
            <p:nvPr/>
          </p:nvSpPr>
          <p:spPr>
            <a:xfrm>
              <a:off x="347975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5" name="Google Shape;5805;p35"/>
            <p:cNvSpPr/>
            <p:nvPr/>
          </p:nvSpPr>
          <p:spPr>
            <a:xfrm>
              <a:off x="3479250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80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6" name="Google Shape;5806;p35"/>
            <p:cNvSpPr/>
            <p:nvPr/>
          </p:nvSpPr>
          <p:spPr>
            <a:xfrm>
              <a:off x="399497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7" name="Google Shape;5807;p35"/>
            <p:cNvSpPr/>
            <p:nvPr/>
          </p:nvSpPr>
          <p:spPr>
            <a:xfrm>
              <a:off x="3479250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3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86" y="4158"/>
                  </a:cubicBezTo>
                  <a:cubicBezTo>
                    <a:pt x="7242" y="3263"/>
                    <a:pt x="4477" y="1850"/>
                    <a:pt x="203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8" name="Google Shape;5808;p35"/>
            <p:cNvSpPr/>
            <p:nvPr/>
          </p:nvSpPr>
          <p:spPr>
            <a:xfrm>
              <a:off x="34792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9" name="Google Shape;5809;p35"/>
            <p:cNvSpPr/>
            <p:nvPr/>
          </p:nvSpPr>
          <p:spPr>
            <a:xfrm>
              <a:off x="652880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0" name="Google Shape;5810;p35"/>
            <p:cNvSpPr/>
            <p:nvPr/>
          </p:nvSpPr>
          <p:spPr>
            <a:xfrm>
              <a:off x="65661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1" name="Google Shape;5811;p35"/>
            <p:cNvSpPr/>
            <p:nvPr/>
          </p:nvSpPr>
          <p:spPr>
            <a:xfrm>
              <a:off x="65288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2" name="Google Shape;5812;p35"/>
            <p:cNvSpPr/>
            <p:nvPr/>
          </p:nvSpPr>
          <p:spPr>
            <a:xfrm>
              <a:off x="6566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6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33" y="1134"/>
                    <a:pt x="22479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3" name="Google Shape;5813;p35"/>
            <p:cNvSpPr/>
            <p:nvPr/>
          </p:nvSpPr>
          <p:spPr>
            <a:xfrm>
              <a:off x="6566600" y="4449400"/>
              <a:ext cx="611725" cy="520725"/>
            </a:xfrm>
            <a:custGeom>
              <a:avLst/>
              <a:gdLst/>
              <a:ahLst/>
              <a:cxnLst/>
              <a:rect l="l" t="t" r="r" b="b"/>
              <a:pathLst>
                <a:path w="2446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00" y="20828"/>
                  </a:lnTo>
                  <a:lnTo>
                    <a:pt x="200" y="6207"/>
                  </a:lnTo>
                  <a:cubicBezTo>
                    <a:pt x="200" y="2885"/>
                    <a:pt x="2885" y="160"/>
                    <a:pt x="6207" y="160"/>
                  </a:cubicBezTo>
                  <a:lnTo>
                    <a:pt x="18461" y="160"/>
                  </a:lnTo>
                  <a:cubicBezTo>
                    <a:pt x="21763" y="160"/>
                    <a:pt x="24469" y="2885"/>
                    <a:pt x="24469" y="6207"/>
                  </a:cubicBezTo>
                  <a:lnTo>
                    <a:pt x="24469" y="6088"/>
                  </a:lnTo>
                  <a:cubicBezTo>
                    <a:pt x="24469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4" name="Google Shape;5814;p35"/>
            <p:cNvSpPr/>
            <p:nvPr/>
          </p:nvSpPr>
          <p:spPr>
            <a:xfrm>
              <a:off x="5766425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5" name="Google Shape;5815;p35"/>
            <p:cNvSpPr/>
            <p:nvPr/>
          </p:nvSpPr>
          <p:spPr>
            <a:xfrm>
              <a:off x="580322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8"/>
                  </a:lnTo>
                  <a:cubicBezTo>
                    <a:pt x="2452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6" name="Google Shape;5816;p35"/>
            <p:cNvSpPr/>
            <p:nvPr/>
          </p:nvSpPr>
          <p:spPr>
            <a:xfrm>
              <a:off x="57664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7" name="Google Shape;5817;p35"/>
            <p:cNvSpPr/>
            <p:nvPr/>
          </p:nvSpPr>
          <p:spPr>
            <a:xfrm>
              <a:off x="580372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2479" y="0"/>
                  </a:moveTo>
                  <a:cubicBezTo>
                    <a:pt x="2003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508" y="19276"/>
                  </a:lnTo>
                  <a:lnTo>
                    <a:pt x="24508" y="4536"/>
                  </a:lnTo>
                  <a:cubicBezTo>
                    <a:pt x="2450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8" name="Google Shape;5818;p35"/>
            <p:cNvSpPr/>
            <p:nvPr/>
          </p:nvSpPr>
          <p:spPr>
            <a:xfrm>
              <a:off x="58037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45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508" y="2885"/>
                    <a:pt x="24508" y="6207"/>
                  </a:cubicBezTo>
                  <a:lnTo>
                    <a:pt x="24508" y="6088"/>
                  </a:lnTo>
                  <a:cubicBezTo>
                    <a:pt x="24508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9" name="Google Shape;5819;p35"/>
            <p:cNvSpPr/>
            <p:nvPr/>
          </p:nvSpPr>
          <p:spPr>
            <a:xfrm>
              <a:off x="500402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0" name="Google Shape;5820;p35"/>
            <p:cNvSpPr/>
            <p:nvPr/>
          </p:nvSpPr>
          <p:spPr>
            <a:xfrm>
              <a:off x="50413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1" name="Google Shape;5821;p35"/>
            <p:cNvSpPr/>
            <p:nvPr/>
          </p:nvSpPr>
          <p:spPr>
            <a:xfrm>
              <a:off x="50040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2" name="Google Shape;5822;p35"/>
            <p:cNvSpPr/>
            <p:nvPr/>
          </p:nvSpPr>
          <p:spPr>
            <a:xfrm>
              <a:off x="504182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4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3" name="Google Shape;5823;p35"/>
            <p:cNvSpPr/>
            <p:nvPr/>
          </p:nvSpPr>
          <p:spPr>
            <a:xfrm>
              <a:off x="504132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8" y="1"/>
                  </a:moveTo>
                  <a:cubicBezTo>
                    <a:pt x="2726" y="1"/>
                    <a:pt x="21" y="2726"/>
                    <a:pt x="1" y="6088"/>
                  </a:cubicBezTo>
                  <a:lnTo>
                    <a:pt x="1" y="20828"/>
                  </a:lnTo>
                  <a:lnTo>
                    <a:pt x="220" y="20828"/>
                  </a:lnTo>
                  <a:lnTo>
                    <a:pt x="220" y="6207"/>
                  </a:lnTo>
                  <a:cubicBezTo>
                    <a:pt x="220" y="2885"/>
                    <a:pt x="2905" y="160"/>
                    <a:pt x="6227" y="160"/>
                  </a:cubicBezTo>
                  <a:lnTo>
                    <a:pt x="18461" y="160"/>
                  </a:lnTo>
                  <a:cubicBezTo>
                    <a:pt x="21783" y="160"/>
                    <a:pt x="24489" y="2885"/>
                    <a:pt x="24489" y="6207"/>
                  </a:cubicBezTo>
                  <a:lnTo>
                    <a:pt x="24489" y="6088"/>
                  </a:lnTo>
                  <a:cubicBezTo>
                    <a:pt x="2448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4" name="Google Shape;5824;p35"/>
            <p:cNvSpPr/>
            <p:nvPr/>
          </p:nvSpPr>
          <p:spPr>
            <a:xfrm>
              <a:off x="4241650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5" name="Google Shape;5825;p35"/>
            <p:cNvSpPr/>
            <p:nvPr/>
          </p:nvSpPr>
          <p:spPr>
            <a:xfrm>
              <a:off x="42784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6" name="Google Shape;5826;p35"/>
            <p:cNvSpPr/>
            <p:nvPr/>
          </p:nvSpPr>
          <p:spPr>
            <a:xfrm>
              <a:off x="424165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7" name="Google Shape;5827;p35"/>
            <p:cNvSpPr/>
            <p:nvPr/>
          </p:nvSpPr>
          <p:spPr>
            <a:xfrm>
              <a:off x="427895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4536"/>
                  </a:lnTo>
                  <a:cubicBezTo>
                    <a:pt x="2448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8" name="Google Shape;5828;p35"/>
            <p:cNvSpPr/>
            <p:nvPr/>
          </p:nvSpPr>
          <p:spPr>
            <a:xfrm>
              <a:off x="427895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7" y="1"/>
                  </a:moveTo>
                  <a:cubicBezTo>
                    <a:pt x="274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488" y="2885"/>
                    <a:pt x="24488" y="6207"/>
                  </a:cubicBezTo>
                  <a:lnTo>
                    <a:pt x="24488" y="6088"/>
                  </a:lnTo>
                  <a:cubicBezTo>
                    <a:pt x="2448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9" name="Google Shape;5829;p35"/>
            <p:cNvSpPr/>
            <p:nvPr/>
          </p:nvSpPr>
          <p:spPr>
            <a:xfrm>
              <a:off x="810650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0" name="Google Shape;5830;p35"/>
            <p:cNvSpPr/>
            <p:nvPr/>
          </p:nvSpPr>
          <p:spPr>
            <a:xfrm>
              <a:off x="81065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08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1" name="Google Shape;5831;p35"/>
            <p:cNvSpPr/>
            <p:nvPr/>
          </p:nvSpPr>
          <p:spPr>
            <a:xfrm>
              <a:off x="1326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73" y="1017"/>
                    <a:pt x="4886" y="1406"/>
                    <a:pt x="4527" y="1406"/>
                  </a:cubicBezTo>
                  <a:cubicBezTo>
                    <a:pt x="4358" y="1406"/>
                    <a:pt x="4152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2" name="Google Shape;5832;p35"/>
            <p:cNvSpPr/>
            <p:nvPr/>
          </p:nvSpPr>
          <p:spPr>
            <a:xfrm>
              <a:off x="8106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1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53" y="5709"/>
                    <a:pt x="14880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3" name="Google Shape;5833;p35"/>
            <p:cNvSpPr/>
            <p:nvPr/>
          </p:nvSpPr>
          <p:spPr>
            <a:xfrm>
              <a:off x="811150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6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469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4" name="Google Shape;5834;p35"/>
            <p:cNvSpPr/>
            <p:nvPr/>
          </p:nvSpPr>
          <p:spPr>
            <a:xfrm>
              <a:off x="1573050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5" name="Google Shape;5835;p35"/>
            <p:cNvSpPr/>
            <p:nvPr/>
          </p:nvSpPr>
          <p:spPr>
            <a:xfrm>
              <a:off x="157355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6" name="Google Shape;5836;p35"/>
            <p:cNvSpPr/>
            <p:nvPr/>
          </p:nvSpPr>
          <p:spPr>
            <a:xfrm>
              <a:off x="20887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87" y="1017"/>
                    <a:pt x="4904" y="1406"/>
                    <a:pt x="4540" y="1406"/>
                  </a:cubicBezTo>
                  <a:cubicBezTo>
                    <a:pt x="4369" y="1406"/>
                    <a:pt x="4159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7" name="Google Shape;5837;p35"/>
            <p:cNvSpPr/>
            <p:nvPr/>
          </p:nvSpPr>
          <p:spPr>
            <a:xfrm>
              <a:off x="1573550" y="46935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2" y="5690"/>
                    <a:pt x="14860" y="5571"/>
                    <a:pt x="10165" y="4159"/>
                  </a:cubicBezTo>
                  <a:cubicBezTo>
                    <a:pt x="7241" y="326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8" name="Google Shape;5838;p35"/>
            <p:cNvSpPr/>
            <p:nvPr/>
          </p:nvSpPr>
          <p:spPr>
            <a:xfrm>
              <a:off x="1573550" y="4654800"/>
              <a:ext cx="612200" cy="521200"/>
            </a:xfrm>
            <a:custGeom>
              <a:avLst/>
              <a:gdLst/>
              <a:ahLst/>
              <a:cxnLst/>
              <a:rect l="l" t="t" r="r" b="b"/>
              <a:pathLst>
                <a:path w="24488" h="20848" extrusionOk="0">
                  <a:moveTo>
                    <a:pt x="6067" y="0"/>
                  </a:moveTo>
                  <a:cubicBezTo>
                    <a:pt x="2706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06" y="179"/>
                    <a:pt x="600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9" name="Google Shape;5839;p35"/>
            <p:cNvSpPr/>
            <p:nvPr/>
          </p:nvSpPr>
          <p:spPr>
            <a:xfrm>
              <a:off x="2335925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0" name="Google Shape;5840;p35"/>
            <p:cNvSpPr/>
            <p:nvPr/>
          </p:nvSpPr>
          <p:spPr>
            <a:xfrm>
              <a:off x="233592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1" name="Google Shape;5841;p35"/>
            <p:cNvSpPr/>
            <p:nvPr/>
          </p:nvSpPr>
          <p:spPr>
            <a:xfrm>
              <a:off x="28516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87" y="1017"/>
                    <a:pt x="4904" y="1406"/>
                    <a:pt x="4539" y="1406"/>
                  </a:cubicBezTo>
                  <a:cubicBezTo>
                    <a:pt x="4369" y="1406"/>
                    <a:pt x="4159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2" name="Google Shape;5842;p35"/>
            <p:cNvSpPr/>
            <p:nvPr/>
          </p:nvSpPr>
          <p:spPr>
            <a:xfrm>
              <a:off x="233592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17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3" y="5690"/>
                    <a:pt x="14860" y="5571"/>
                    <a:pt x="10166" y="4159"/>
                  </a:cubicBezTo>
                  <a:cubicBezTo>
                    <a:pt x="7222" y="326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3" name="Google Shape;5843;p35"/>
            <p:cNvSpPr/>
            <p:nvPr/>
          </p:nvSpPr>
          <p:spPr>
            <a:xfrm>
              <a:off x="2335925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68" y="0"/>
                  </a:moveTo>
                  <a:cubicBezTo>
                    <a:pt x="270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4" name="Google Shape;5844;p35"/>
            <p:cNvSpPr/>
            <p:nvPr/>
          </p:nvSpPr>
          <p:spPr>
            <a:xfrm>
              <a:off x="3097825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5" name="Google Shape;5845;p35"/>
            <p:cNvSpPr/>
            <p:nvPr/>
          </p:nvSpPr>
          <p:spPr>
            <a:xfrm>
              <a:off x="309782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6" name="Google Shape;5846;p35"/>
            <p:cNvSpPr/>
            <p:nvPr/>
          </p:nvSpPr>
          <p:spPr>
            <a:xfrm>
              <a:off x="361402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74" y="1017"/>
                    <a:pt x="4886" y="1406"/>
                    <a:pt x="4527" y="1406"/>
                  </a:cubicBezTo>
                  <a:cubicBezTo>
                    <a:pt x="4359" y="1406"/>
                    <a:pt x="4153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7" name="Google Shape;5847;p35"/>
            <p:cNvSpPr/>
            <p:nvPr/>
          </p:nvSpPr>
          <p:spPr>
            <a:xfrm>
              <a:off x="3098325" y="46935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60"/>
                  </a:lnTo>
                  <a:cubicBezTo>
                    <a:pt x="20052" y="5690"/>
                    <a:pt x="14880" y="5571"/>
                    <a:pt x="10185" y="4159"/>
                  </a:cubicBezTo>
                  <a:cubicBezTo>
                    <a:pt x="7241" y="3263"/>
                    <a:pt x="4476" y="183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8" name="Google Shape;5848;p35"/>
            <p:cNvSpPr/>
            <p:nvPr/>
          </p:nvSpPr>
          <p:spPr>
            <a:xfrm>
              <a:off x="309832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06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25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50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9" name="Google Shape;5849;p35"/>
            <p:cNvSpPr/>
            <p:nvPr/>
          </p:nvSpPr>
          <p:spPr>
            <a:xfrm>
              <a:off x="6147875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0" name="Google Shape;5850;p35"/>
            <p:cNvSpPr/>
            <p:nvPr/>
          </p:nvSpPr>
          <p:spPr>
            <a:xfrm>
              <a:off x="618417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10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1" name="Google Shape;5851;p35"/>
            <p:cNvSpPr/>
            <p:nvPr/>
          </p:nvSpPr>
          <p:spPr>
            <a:xfrm>
              <a:off x="6147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3" y="1320"/>
                    <a:pt x="1002" y="1406"/>
                    <a:pt x="832" y="1406"/>
                  </a:cubicBezTo>
                  <a:cubicBezTo>
                    <a:pt x="468" y="1406"/>
                    <a:pt x="285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2" name="Google Shape;5852;p35"/>
            <p:cNvSpPr/>
            <p:nvPr/>
          </p:nvSpPr>
          <p:spPr>
            <a:xfrm>
              <a:off x="61851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80" y="0"/>
                  </a:moveTo>
                  <a:cubicBezTo>
                    <a:pt x="20013" y="1850"/>
                    <a:pt x="17248" y="3263"/>
                    <a:pt x="14324" y="4158"/>
                  </a:cubicBezTo>
                  <a:cubicBezTo>
                    <a:pt x="9609" y="5570"/>
                    <a:pt x="443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3" name="Google Shape;5853;p35"/>
            <p:cNvSpPr/>
            <p:nvPr/>
          </p:nvSpPr>
          <p:spPr>
            <a:xfrm>
              <a:off x="618467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2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802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4" name="Google Shape;5854;p35"/>
            <p:cNvSpPr/>
            <p:nvPr/>
          </p:nvSpPr>
          <p:spPr>
            <a:xfrm>
              <a:off x="5385475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5" name="Google Shape;5855;p35"/>
            <p:cNvSpPr/>
            <p:nvPr/>
          </p:nvSpPr>
          <p:spPr>
            <a:xfrm>
              <a:off x="542227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6" name="Google Shape;5856;p35"/>
            <p:cNvSpPr/>
            <p:nvPr/>
          </p:nvSpPr>
          <p:spPr>
            <a:xfrm>
              <a:off x="53854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2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7" name="Google Shape;5857;p35"/>
            <p:cNvSpPr/>
            <p:nvPr/>
          </p:nvSpPr>
          <p:spPr>
            <a:xfrm>
              <a:off x="54227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67" y="3263"/>
                    <a:pt x="14323" y="4159"/>
                  </a:cubicBezTo>
                  <a:cubicBezTo>
                    <a:pt x="9629" y="5571"/>
                    <a:pt x="4456" y="5690"/>
                    <a:pt x="0" y="7660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8" name="Google Shape;5858;p35"/>
            <p:cNvSpPr/>
            <p:nvPr/>
          </p:nvSpPr>
          <p:spPr>
            <a:xfrm>
              <a:off x="5422775" y="4654800"/>
              <a:ext cx="611725" cy="521200"/>
            </a:xfrm>
            <a:custGeom>
              <a:avLst/>
              <a:gdLst/>
              <a:ahLst/>
              <a:cxnLst/>
              <a:rect l="l" t="t" r="r" b="b"/>
              <a:pathLst>
                <a:path w="24469" h="20848" extrusionOk="0">
                  <a:moveTo>
                    <a:pt x="6068" y="0"/>
                  </a:moveTo>
                  <a:cubicBezTo>
                    <a:pt x="2706" y="0"/>
                    <a:pt x="0" y="2726"/>
                    <a:pt x="0" y="6107"/>
                  </a:cubicBezTo>
                  <a:lnTo>
                    <a:pt x="0" y="20848"/>
                  </a:lnTo>
                  <a:lnTo>
                    <a:pt x="199" y="20848"/>
                  </a:lnTo>
                  <a:lnTo>
                    <a:pt x="199" y="6227"/>
                  </a:lnTo>
                  <a:cubicBezTo>
                    <a:pt x="199" y="2885"/>
                    <a:pt x="2885" y="179"/>
                    <a:pt x="6207" y="179"/>
                  </a:cubicBezTo>
                  <a:lnTo>
                    <a:pt x="18441" y="179"/>
                  </a:lnTo>
                  <a:cubicBezTo>
                    <a:pt x="21763" y="179"/>
                    <a:pt x="24468" y="2885"/>
                    <a:pt x="24468" y="6227"/>
                  </a:cubicBezTo>
                  <a:lnTo>
                    <a:pt x="24468" y="6107"/>
                  </a:lnTo>
                  <a:cubicBezTo>
                    <a:pt x="24468" y="274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9" name="Google Shape;5859;p35"/>
            <p:cNvSpPr/>
            <p:nvPr/>
          </p:nvSpPr>
          <p:spPr>
            <a:xfrm>
              <a:off x="4622600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0" name="Google Shape;5860;p35"/>
            <p:cNvSpPr/>
            <p:nvPr/>
          </p:nvSpPr>
          <p:spPr>
            <a:xfrm>
              <a:off x="465990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1" name="Google Shape;5861;p35"/>
            <p:cNvSpPr/>
            <p:nvPr/>
          </p:nvSpPr>
          <p:spPr>
            <a:xfrm>
              <a:off x="46226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9" y="1320"/>
                    <a:pt x="1013" y="1406"/>
                    <a:pt x="845" y="1406"/>
                  </a:cubicBezTo>
                  <a:cubicBezTo>
                    <a:pt x="486" y="1406"/>
                    <a:pt x="298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2" name="Google Shape;5862;p35"/>
            <p:cNvSpPr/>
            <p:nvPr/>
          </p:nvSpPr>
          <p:spPr>
            <a:xfrm>
              <a:off x="46608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31"/>
                    <a:pt x="17248" y="3263"/>
                    <a:pt x="14324" y="4159"/>
                  </a:cubicBezTo>
                  <a:cubicBezTo>
                    <a:pt x="9609" y="5571"/>
                    <a:pt x="4437" y="5690"/>
                    <a:pt x="1" y="7660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17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3" name="Google Shape;5863;p35"/>
            <p:cNvSpPr/>
            <p:nvPr/>
          </p:nvSpPr>
          <p:spPr>
            <a:xfrm>
              <a:off x="4659900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4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783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5864;p35"/>
            <p:cNvSpPr/>
            <p:nvPr/>
          </p:nvSpPr>
          <p:spPr>
            <a:xfrm>
              <a:off x="3860700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5865;p35"/>
            <p:cNvSpPr/>
            <p:nvPr/>
          </p:nvSpPr>
          <p:spPr>
            <a:xfrm>
              <a:off x="389700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10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5866;p35"/>
            <p:cNvSpPr/>
            <p:nvPr/>
          </p:nvSpPr>
          <p:spPr>
            <a:xfrm>
              <a:off x="38607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3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5867;p35"/>
            <p:cNvSpPr/>
            <p:nvPr/>
          </p:nvSpPr>
          <p:spPr>
            <a:xfrm>
              <a:off x="3898000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47" y="3263"/>
                    <a:pt x="14323" y="4159"/>
                  </a:cubicBezTo>
                  <a:cubicBezTo>
                    <a:pt x="9629" y="5571"/>
                    <a:pt x="4456" y="5690"/>
                    <a:pt x="1" y="7660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5868;p35"/>
            <p:cNvSpPr/>
            <p:nvPr/>
          </p:nvSpPr>
          <p:spPr>
            <a:xfrm>
              <a:off x="3898000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88" y="0"/>
                  </a:moveTo>
                  <a:cubicBezTo>
                    <a:pt x="2726" y="0"/>
                    <a:pt x="1" y="2726"/>
                    <a:pt x="1" y="6107"/>
                  </a:cubicBezTo>
                  <a:lnTo>
                    <a:pt x="1" y="20848"/>
                  </a:lnTo>
                  <a:lnTo>
                    <a:pt x="219" y="20848"/>
                  </a:lnTo>
                  <a:lnTo>
                    <a:pt x="219" y="6227"/>
                  </a:lnTo>
                  <a:cubicBezTo>
                    <a:pt x="219" y="2885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5"/>
                    <a:pt x="24488" y="6227"/>
                  </a:cubicBezTo>
                  <a:lnTo>
                    <a:pt x="24488" y="6107"/>
                  </a:lnTo>
                  <a:cubicBezTo>
                    <a:pt x="2448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5869;p35"/>
            <p:cNvSpPr/>
            <p:nvPr/>
          </p:nvSpPr>
          <p:spPr>
            <a:xfrm>
              <a:off x="429225" y="4827850"/>
              <a:ext cx="650000" cy="758450"/>
            </a:xfrm>
            <a:custGeom>
              <a:avLst/>
              <a:gdLst/>
              <a:ahLst/>
              <a:cxnLst/>
              <a:rect l="l" t="t" r="r" b="b"/>
              <a:pathLst>
                <a:path w="26000" h="30338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5870;p35"/>
            <p:cNvSpPr/>
            <p:nvPr/>
          </p:nvSpPr>
          <p:spPr>
            <a:xfrm>
              <a:off x="4297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2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5871;p35"/>
            <p:cNvSpPr/>
            <p:nvPr/>
          </p:nvSpPr>
          <p:spPr>
            <a:xfrm>
              <a:off x="9449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5872;p35"/>
            <p:cNvSpPr/>
            <p:nvPr/>
          </p:nvSpPr>
          <p:spPr>
            <a:xfrm>
              <a:off x="4297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7659"/>
                  </a:lnTo>
                  <a:cubicBezTo>
                    <a:pt x="2003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5873;p35"/>
            <p:cNvSpPr/>
            <p:nvPr/>
          </p:nvSpPr>
          <p:spPr>
            <a:xfrm>
              <a:off x="4302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489" y="29043"/>
                  </a:lnTo>
                  <a:lnTo>
                    <a:pt x="24489" y="6087"/>
                  </a:lnTo>
                  <a:cubicBezTo>
                    <a:pt x="2446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5874;p35"/>
            <p:cNvSpPr/>
            <p:nvPr/>
          </p:nvSpPr>
          <p:spPr>
            <a:xfrm>
              <a:off x="1191600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5875;p35"/>
            <p:cNvSpPr/>
            <p:nvPr/>
          </p:nvSpPr>
          <p:spPr>
            <a:xfrm>
              <a:off x="11926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5876;p35"/>
            <p:cNvSpPr/>
            <p:nvPr/>
          </p:nvSpPr>
          <p:spPr>
            <a:xfrm>
              <a:off x="17078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5877;p35"/>
            <p:cNvSpPr/>
            <p:nvPr/>
          </p:nvSpPr>
          <p:spPr>
            <a:xfrm>
              <a:off x="1192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09" y="1"/>
                  </a:moveTo>
                  <a:cubicBezTo>
                    <a:pt x="75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5" y="4138"/>
                  </a:cubicBezTo>
                  <a:cubicBezTo>
                    <a:pt x="7221" y="324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5878;p35"/>
            <p:cNvSpPr/>
            <p:nvPr/>
          </p:nvSpPr>
          <p:spPr>
            <a:xfrm>
              <a:off x="11926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88" y="2725"/>
                    <a:pt x="2174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9" name="Google Shape;5879;p35"/>
            <p:cNvSpPr/>
            <p:nvPr/>
          </p:nvSpPr>
          <p:spPr>
            <a:xfrm>
              <a:off x="1954475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1" y="30337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0" name="Google Shape;5880;p35"/>
            <p:cNvSpPr/>
            <p:nvPr/>
          </p:nvSpPr>
          <p:spPr>
            <a:xfrm>
              <a:off x="195447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1" name="Google Shape;5881;p35"/>
            <p:cNvSpPr/>
            <p:nvPr/>
          </p:nvSpPr>
          <p:spPr>
            <a:xfrm>
              <a:off x="24702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2" name="Google Shape;5882;p35"/>
            <p:cNvSpPr/>
            <p:nvPr/>
          </p:nvSpPr>
          <p:spPr>
            <a:xfrm>
              <a:off x="195447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3" name="Google Shape;5883;p35"/>
            <p:cNvSpPr/>
            <p:nvPr/>
          </p:nvSpPr>
          <p:spPr>
            <a:xfrm>
              <a:off x="19544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4" name="Google Shape;5884;p35"/>
            <p:cNvSpPr/>
            <p:nvPr/>
          </p:nvSpPr>
          <p:spPr>
            <a:xfrm>
              <a:off x="271687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5" name="Google Shape;5885;p35"/>
            <p:cNvSpPr/>
            <p:nvPr/>
          </p:nvSpPr>
          <p:spPr>
            <a:xfrm>
              <a:off x="27168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6" name="Google Shape;5886;p35"/>
            <p:cNvSpPr/>
            <p:nvPr/>
          </p:nvSpPr>
          <p:spPr>
            <a:xfrm>
              <a:off x="32326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7" name="Google Shape;5887;p35"/>
            <p:cNvSpPr/>
            <p:nvPr/>
          </p:nvSpPr>
          <p:spPr>
            <a:xfrm>
              <a:off x="271687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6" y="4138"/>
                  </a:cubicBezTo>
                  <a:cubicBezTo>
                    <a:pt x="7221" y="324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8" name="Google Shape;5888;p35"/>
            <p:cNvSpPr/>
            <p:nvPr/>
          </p:nvSpPr>
          <p:spPr>
            <a:xfrm>
              <a:off x="271737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9" name="Google Shape;5889;p35"/>
            <p:cNvSpPr/>
            <p:nvPr/>
          </p:nvSpPr>
          <p:spPr>
            <a:xfrm>
              <a:off x="347975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0" name="Google Shape;5890;p35"/>
            <p:cNvSpPr/>
            <p:nvPr/>
          </p:nvSpPr>
          <p:spPr>
            <a:xfrm>
              <a:off x="3479250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1" name="Google Shape;5891;p35"/>
            <p:cNvSpPr/>
            <p:nvPr/>
          </p:nvSpPr>
          <p:spPr>
            <a:xfrm>
              <a:off x="399497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2" name="Google Shape;5892;p35"/>
            <p:cNvSpPr/>
            <p:nvPr/>
          </p:nvSpPr>
          <p:spPr>
            <a:xfrm>
              <a:off x="3479250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3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86" y="4138"/>
                  </a:cubicBezTo>
                  <a:cubicBezTo>
                    <a:pt x="7242" y="3243"/>
                    <a:pt x="4477" y="1831"/>
                    <a:pt x="203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3" name="Google Shape;5893;p35"/>
            <p:cNvSpPr/>
            <p:nvPr/>
          </p:nvSpPr>
          <p:spPr>
            <a:xfrm>
              <a:off x="34792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4" name="Google Shape;5894;p35"/>
            <p:cNvSpPr/>
            <p:nvPr/>
          </p:nvSpPr>
          <p:spPr>
            <a:xfrm>
              <a:off x="652880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5" name="Google Shape;5895;p35"/>
            <p:cNvSpPr/>
            <p:nvPr/>
          </p:nvSpPr>
          <p:spPr>
            <a:xfrm>
              <a:off x="65661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6" name="Google Shape;5896;p35"/>
            <p:cNvSpPr/>
            <p:nvPr/>
          </p:nvSpPr>
          <p:spPr>
            <a:xfrm>
              <a:off x="65288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7" name="Google Shape;5897;p35"/>
            <p:cNvSpPr/>
            <p:nvPr/>
          </p:nvSpPr>
          <p:spPr>
            <a:xfrm>
              <a:off x="6566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6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33" y="1115"/>
                    <a:pt x="22479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8" name="Google Shape;5898;p35"/>
            <p:cNvSpPr/>
            <p:nvPr/>
          </p:nvSpPr>
          <p:spPr>
            <a:xfrm>
              <a:off x="6566600" y="4860200"/>
              <a:ext cx="611725" cy="726100"/>
            </a:xfrm>
            <a:custGeom>
              <a:avLst/>
              <a:gdLst/>
              <a:ahLst/>
              <a:cxnLst/>
              <a:rect l="l" t="t" r="r" b="b"/>
              <a:pathLst>
                <a:path w="2446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00" y="29043"/>
                  </a:lnTo>
                  <a:lnTo>
                    <a:pt x="200" y="6207"/>
                  </a:lnTo>
                  <a:cubicBezTo>
                    <a:pt x="200" y="2884"/>
                    <a:pt x="2885" y="179"/>
                    <a:pt x="6207" y="179"/>
                  </a:cubicBezTo>
                  <a:lnTo>
                    <a:pt x="18461" y="179"/>
                  </a:lnTo>
                  <a:cubicBezTo>
                    <a:pt x="21763" y="179"/>
                    <a:pt x="24469" y="2884"/>
                    <a:pt x="24469" y="6207"/>
                  </a:cubicBezTo>
                  <a:lnTo>
                    <a:pt x="24469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9" name="Google Shape;5899;p35"/>
            <p:cNvSpPr/>
            <p:nvPr/>
          </p:nvSpPr>
          <p:spPr>
            <a:xfrm>
              <a:off x="5766425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0" name="Google Shape;5900;p35"/>
            <p:cNvSpPr/>
            <p:nvPr/>
          </p:nvSpPr>
          <p:spPr>
            <a:xfrm>
              <a:off x="580322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28" y="29043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1" name="Google Shape;5901;p35"/>
            <p:cNvSpPr/>
            <p:nvPr/>
          </p:nvSpPr>
          <p:spPr>
            <a:xfrm>
              <a:off x="57664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2" name="Google Shape;5902;p35"/>
            <p:cNvSpPr/>
            <p:nvPr/>
          </p:nvSpPr>
          <p:spPr>
            <a:xfrm>
              <a:off x="580372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2479" y="1"/>
                  </a:moveTo>
                  <a:cubicBezTo>
                    <a:pt x="2003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508" y="27492"/>
                  </a:lnTo>
                  <a:lnTo>
                    <a:pt x="24508" y="4516"/>
                  </a:lnTo>
                  <a:cubicBezTo>
                    <a:pt x="2450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3" name="Google Shape;5903;p35"/>
            <p:cNvSpPr/>
            <p:nvPr/>
          </p:nvSpPr>
          <p:spPr>
            <a:xfrm>
              <a:off x="58037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508" y="2884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4" name="Google Shape;5904;p35"/>
            <p:cNvSpPr/>
            <p:nvPr/>
          </p:nvSpPr>
          <p:spPr>
            <a:xfrm>
              <a:off x="500402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5" name="Google Shape;5905;p35"/>
            <p:cNvSpPr/>
            <p:nvPr/>
          </p:nvSpPr>
          <p:spPr>
            <a:xfrm>
              <a:off x="50413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6" name="Google Shape;5906;p35"/>
            <p:cNvSpPr/>
            <p:nvPr/>
          </p:nvSpPr>
          <p:spPr>
            <a:xfrm>
              <a:off x="50040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7" name="Google Shape;5907;p35"/>
            <p:cNvSpPr/>
            <p:nvPr/>
          </p:nvSpPr>
          <p:spPr>
            <a:xfrm>
              <a:off x="504182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4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8" name="Google Shape;5908;p35"/>
            <p:cNvSpPr/>
            <p:nvPr/>
          </p:nvSpPr>
          <p:spPr>
            <a:xfrm>
              <a:off x="504132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8" y="0"/>
                  </a:moveTo>
                  <a:cubicBezTo>
                    <a:pt x="2726" y="0"/>
                    <a:pt x="21" y="2725"/>
                    <a:pt x="1" y="6087"/>
                  </a:cubicBezTo>
                  <a:lnTo>
                    <a:pt x="1" y="29043"/>
                  </a:lnTo>
                  <a:lnTo>
                    <a:pt x="220" y="29043"/>
                  </a:lnTo>
                  <a:lnTo>
                    <a:pt x="220" y="6207"/>
                  </a:lnTo>
                  <a:cubicBezTo>
                    <a:pt x="220" y="2884"/>
                    <a:pt x="2905" y="179"/>
                    <a:pt x="6227" y="179"/>
                  </a:cubicBezTo>
                  <a:lnTo>
                    <a:pt x="18461" y="179"/>
                  </a:lnTo>
                  <a:cubicBezTo>
                    <a:pt x="21783" y="179"/>
                    <a:pt x="24489" y="2884"/>
                    <a:pt x="24489" y="6207"/>
                  </a:cubicBezTo>
                  <a:lnTo>
                    <a:pt x="24489" y="6087"/>
                  </a:lnTo>
                  <a:cubicBezTo>
                    <a:pt x="2448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9" name="Google Shape;5909;p35"/>
            <p:cNvSpPr/>
            <p:nvPr/>
          </p:nvSpPr>
          <p:spPr>
            <a:xfrm>
              <a:off x="4241650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0" name="Google Shape;5910;p35"/>
            <p:cNvSpPr/>
            <p:nvPr/>
          </p:nvSpPr>
          <p:spPr>
            <a:xfrm>
              <a:off x="42784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1" name="Google Shape;5911;p35"/>
            <p:cNvSpPr/>
            <p:nvPr/>
          </p:nvSpPr>
          <p:spPr>
            <a:xfrm>
              <a:off x="424165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2" name="Google Shape;5912;p35"/>
            <p:cNvSpPr/>
            <p:nvPr/>
          </p:nvSpPr>
          <p:spPr>
            <a:xfrm>
              <a:off x="427895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451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3" name="Google Shape;5913;p35"/>
            <p:cNvSpPr/>
            <p:nvPr/>
          </p:nvSpPr>
          <p:spPr>
            <a:xfrm>
              <a:off x="427895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7" y="0"/>
                  </a:moveTo>
                  <a:cubicBezTo>
                    <a:pt x="274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4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4" name="Google Shape;5914;p35"/>
            <p:cNvSpPr/>
            <p:nvPr/>
          </p:nvSpPr>
          <p:spPr>
            <a:xfrm>
              <a:off x="810650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5" name="Google Shape;5915;p35"/>
            <p:cNvSpPr/>
            <p:nvPr/>
          </p:nvSpPr>
          <p:spPr>
            <a:xfrm>
              <a:off x="81065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08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6" name="Google Shape;5916;p35"/>
            <p:cNvSpPr/>
            <p:nvPr/>
          </p:nvSpPr>
          <p:spPr>
            <a:xfrm>
              <a:off x="1325875" y="5265000"/>
              <a:ext cx="135300" cy="319300"/>
            </a:xfrm>
            <a:custGeom>
              <a:avLst/>
              <a:gdLst/>
              <a:ahLst/>
              <a:cxnLst/>
              <a:rect l="l" t="t" r="r" b="b"/>
              <a:pathLst>
                <a:path w="5412" h="12772" extrusionOk="0">
                  <a:moveTo>
                    <a:pt x="5411" y="1"/>
                  </a:moveTo>
                  <a:cubicBezTo>
                    <a:pt x="5116" y="1009"/>
                    <a:pt x="4929" y="1390"/>
                    <a:pt x="4575" y="1390"/>
                  </a:cubicBezTo>
                  <a:cubicBezTo>
                    <a:pt x="4405" y="1390"/>
                    <a:pt x="4197" y="1303"/>
                    <a:pt x="3919" y="1154"/>
                  </a:cubicBezTo>
                  <a:lnTo>
                    <a:pt x="1" y="12772"/>
                  </a:lnTo>
                  <a:lnTo>
                    <a:pt x="5411" y="12772"/>
                  </a:lnTo>
                  <a:lnTo>
                    <a:pt x="541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7" name="Google Shape;5917;p35"/>
            <p:cNvSpPr/>
            <p:nvPr/>
          </p:nvSpPr>
          <p:spPr>
            <a:xfrm>
              <a:off x="8106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010" y="0"/>
                  </a:moveTo>
                  <a:cubicBezTo>
                    <a:pt x="777" y="1114"/>
                    <a:pt x="1" y="2705"/>
                    <a:pt x="1" y="4516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7659"/>
                  </a:lnTo>
                  <a:cubicBezTo>
                    <a:pt x="20053" y="5689"/>
                    <a:pt x="14880" y="5570"/>
                    <a:pt x="10166" y="4138"/>
                  </a:cubicBezTo>
                  <a:cubicBezTo>
                    <a:pt x="7242" y="3243"/>
                    <a:pt x="4477" y="183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8" name="Google Shape;5918;p35"/>
            <p:cNvSpPr/>
            <p:nvPr/>
          </p:nvSpPr>
          <p:spPr>
            <a:xfrm>
              <a:off x="811150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26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9" name="Google Shape;5919;p35"/>
            <p:cNvSpPr/>
            <p:nvPr/>
          </p:nvSpPr>
          <p:spPr>
            <a:xfrm>
              <a:off x="1573050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0" name="Google Shape;5920;p35"/>
            <p:cNvSpPr/>
            <p:nvPr/>
          </p:nvSpPr>
          <p:spPr>
            <a:xfrm>
              <a:off x="157355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1" name="Google Shape;5921;p35"/>
            <p:cNvSpPr/>
            <p:nvPr/>
          </p:nvSpPr>
          <p:spPr>
            <a:xfrm>
              <a:off x="208875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90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2" name="Google Shape;5922;p35"/>
            <p:cNvSpPr/>
            <p:nvPr/>
          </p:nvSpPr>
          <p:spPr>
            <a:xfrm>
              <a:off x="1573550" y="51023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2" y="5710"/>
                    <a:pt x="14860" y="5571"/>
                    <a:pt x="10165" y="4158"/>
                  </a:cubicBezTo>
                  <a:cubicBezTo>
                    <a:pt x="7241" y="3263"/>
                    <a:pt x="4476" y="185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3" name="Google Shape;5923;p35"/>
            <p:cNvSpPr/>
            <p:nvPr/>
          </p:nvSpPr>
          <p:spPr>
            <a:xfrm>
              <a:off x="1573550" y="5063600"/>
              <a:ext cx="612200" cy="520700"/>
            </a:xfrm>
            <a:custGeom>
              <a:avLst/>
              <a:gdLst/>
              <a:ahLst/>
              <a:cxnLst/>
              <a:rect l="l" t="t" r="r" b="b"/>
              <a:pathLst>
                <a:path w="24488" h="20828" extrusionOk="0">
                  <a:moveTo>
                    <a:pt x="6067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06" y="159"/>
                    <a:pt x="600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4" name="Google Shape;5924;p35"/>
            <p:cNvSpPr/>
            <p:nvPr/>
          </p:nvSpPr>
          <p:spPr>
            <a:xfrm>
              <a:off x="2335925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5" name="Google Shape;5925;p35"/>
            <p:cNvSpPr/>
            <p:nvPr/>
          </p:nvSpPr>
          <p:spPr>
            <a:xfrm>
              <a:off x="233592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6" name="Google Shape;5926;p35"/>
            <p:cNvSpPr/>
            <p:nvPr/>
          </p:nvSpPr>
          <p:spPr>
            <a:xfrm>
              <a:off x="2851150" y="5265000"/>
              <a:ext cx="134800" cy="319300"/>
            </a:xfrm>
            <a:custGeom>
              <a:avLst/>
              <a:gdLst/>
              <a:ahLst/>
              <a:cxnLst/>
              <a:rect l="l" t="t" r="r" b="b"/>
              <a:pathLst>
                <a:path w="5392" h="12772" extrusionOk="0">
                  <a:moveTo>
                    <a:pt x="5391" y="1"/>
                  </a:moveTo>
                  <a:cubicBezTo>
                    <a:pt x="5109" y="1009"/>
                    <a:pt x="4927" y="1390"/>
                    <a:pt x="4568" y="1390"/>
                  </a:cubicBezTo>
                  <a:cubicBezTo>
                    <a:pt x="4396" y="1390"/>
                    <a:pt x="4183" y="1303"/>
                    <a:pt x="3899" y="1154"/>
                  </a:cubicBezTo>
                  <a:lnTo>
                    <a:pt x="0" y="12772"/>
                  </a:lnTo>
                  <a:lnTo>
                    <a:pt x="5391" y="12772"/>
                  </a:lnTo>
                  <a:lnTo>
                    <a:pt x="539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7" name="Google Shape;5927;p35"/>
            <p:cNvSpPr/>
            <p:nvPr/>
          </p:nvSpPr>
          <p:spPr>
            <a:xfrm>
              <a:off x="233592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36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3" y="5710"/>
                    <a:pt x="14860" y="5571"/>
                    <a:pt x="10166" y="4158"/>
                  </a:cubicBezTo>
                  <a:cubicBezTo>
                    <a:pt x="7222" y="3263"/>
                    <a:pt x="4476" y="185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8" name="Google Shape;5928;p35"/>
            <p:cNvSpPr/>
            <p:nvPr/>
          </p:nvSpPr>
          <p:spPr>
            <a:xfrm>
              <a:off x="2335925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06" y="159"/>
                    <a:pt x="6008" y="159"/>
                  </a:cubicBezTo>
                  <a:lnTo>
                    <a:pt x="1824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9" name="Google Shape;5929;p35"/>
            <p:cNvSpPr/>
            <p:nvPr/>
          </p:nvSpPr>
          <p:spPr>
            <a:xfrm>
              <a:off x="3097825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0" name="Google Shape;5930;p35"/>
            <p:cNvSpPr/>
            <p:nvPr/>
          </p:nvSpPr>
          <p:spPr>
            <a:xfrm>
              <a:off x="309782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1" name="Google Shape;5931;p35"/>
            <p:cNvSpPr/>
            <p:nvPr/>
          </p:nvSpPr>
          <p:spPr>
            <a:xfrm>
              <a:off x="361402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2" name="Google Shape;5932;p35"/>
            <p:cNvSpPr/>
            <p:nvPr/>
          </p:nvSpPr>
          <p:spPr>
            <a:xfrm>
              <a:off x="3098325" y="51023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59"/>
                  </a:lnTo>
                  <a:cubicBezTo>
                    <a:pt x="20052" y="5710"/>
                    <a:pt x="14880" y="5571"/>
                    <a:pt x="10185" y="4158"/>
                  </a:cubicBezTo>
                  <a:cubicBezTo>
                    <a:pt x="7241" y="3263"/>
                    <a:pt x="4476" y="185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3" name="Google Shape;5933;p35"/>
            <p:cNvSpPr/>
            <p:nvPr/>
          </p:nvSpPr>
          <p:spPr>
            <a:xfrm>
              <a:off x="309832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06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25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50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4" name="Google Shape;5934;p35"/>
            <p:cNvSpPr/>
            <p:nvPr/>
          </p:nvSpPr>
          <p:spPr>
            <a:xfrm>
              <a:off x="6147875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5" name="Google Shape;5935;p35"/>
            <p:cNvSpPr/>
            <p:nvPr/>
          </p:nvSpPr>
          <p:spPr>
            <a:xfrm>
              <a:off x="618417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10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6" name="Google Shape;5936;p35"/>
            <p:cNvSpPr/>
            <p:nvPr/>
          </p:nvSpPr>
          <p:spPr>
            <a:xfrm>
              <a:off x="61478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08" y="1303"/>
                    <a:pt x="996" y="1390"/>
                    <a:pt x="824" y="1390"/>
                  </a:cubicBezTo>
                  <a:cubicBezTo>
                    <a:pt x="465" y="1390"/>
                    <a:pt x="282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7" name="Google Shape;5937;p35"/>
            <p:cNvSpPr/>
            <p:nvPr/>
          </p:nvSpPr>
          <p:spPr>
            <a:xfrm>
              <a:off x="61851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2480" y="0"/>
                  </a:moveTo>
                  <a:cubicBezTo>
                    <a:pt x="20013" y="1830"/>
                    <a:pt x="17248" y="3243"/>
                    <a:pt x="14324" y="4138"/>
                  </a:cubicBezTo>
                  <a:cubicBezTo>
                    <a:pt x="9609" y="5570"/>
                    <a:pt x="4437" y="5689"/>
                    <a:pt x="1" y="7659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4516"/>
                  </a:lnTo>
                  <a:cubicBezTo>
                    <a:pt x="24489" y="2705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8" name="Google Shape;5938;p35"/>
            <p:cNvSpPr/>
            <p:nvPr/>
          </p:nvSpPr>
          <p:spPr>
            <a:xfrm>
              <a:off x="618467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2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802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9" name="Google Shape;5939;p35"/>
            <p:cNvSpPr/>
            <p:nvPr/>
          </p:nvSpPr>
          <p:spPr>
            <a:xfrm>
              <a:off x="5385475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0" name="Google Shape;5940;p35"/>
            <p:cNvSpPr/>
            <p:nvPr/>
          </p:nvSpPr>
          <p:spPr>
            <a:xfrm>
              <a:off x="542227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1" name="Google Shape;5941;p35"/>
            <p:cNvSpPr/>
            <p:nvPr/>
          </p:nvSpPr>
          <p:spPr>
            <a:xfrm>
              <a:off x="53854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2" name="Google Shape;5942;p35"/>
            <p:cNvSpPr/>
            <p:nvPr/>
          </p:nvSpPr>
          <p:spPr>
            <a:xfrm>
              <a:off x="54227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67" y="3263"/>
                    <a:pt x="14323" y="4158"/>
                  </a:cubicBezTo>
                  <a:cubicBezTo>
                    <a:pt x="9629" y="5571"/>
                    <a:pt x="4456" y="5710"/>
                    <a:pt x="0" y="7659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3" name="Google Shape;5943;p35"/>
            <p:cNvSpPr/>
            <p:nvPr/>
          </p:nvSpPr>
          <p:spPr>
            <a:xfrm>
              <a:off x="5422775" y="5063600"/>
              <a:ext cx="611725" cy="520700"/>
            </a:xfrm>
            <a:custGeom>
              <a:avLst/>
              <a:gdLst/>
              <a:ahLst/>
              <a:cxnLst/>
              <a:rect l="l" t="t" r="r" b="b"/>
              <a:pathLst>
                <a:path w="24469" h="20828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199" y="20828"/>
                  </a:lnTo>
                  <a:lnTo>
                    <a:pt x="199" y="6207"/>
                  </a:lnTo>
                  <a:cubicBezTo>
                    <a:pt x="199" y="2885"/>
                    <a:pt x="2885" y="159"/>
                    <a:pt x="6207" y="159"/>
                  </a:cubicBezTo>
                  <a:lnTo>
                    <a:pt x="18441" y="159"/>
                  </a:lnTo>
                  <a:cubicBezTo>
                    <a:pt x="21763" y="159"/>
                    <a:pt x="24468" y="2885"/>
                    <a:pt x="24468" y="6207"/>
                  </a:cubicBezTo>
                  <a:lnTo>
                    <a:pt x="2446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4" name="Google Shape;5944;p35"/>
            <p:cNvSpPr/>
            <p:nvPr/>
          </p:nvSpPr>
          <p:spPr>
            <a:xfrm>
              <a:off x="4622600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5" name="Google Shape;5945;p35"/>
            <p:cNvSpPr/>
            <p:nvPr/>
          </p:nvSpPr>
          <p:spPr>
            <a:xfrm>
              <a:off x="465990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6" name="Google Shape;5946;p35"/>
            <p:cNvSpPr/>
            <p:nvPr/>
          </p:nvSpPr>
          <p:spPr>
            <a:xfrm>
              <a:off x="46226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15" y="1303"/>
                    <a:pt x="1007" y="1390"/>
                    <a:pt x="837" y="1390"/>
                  </a:cubicBezTo>
                  <a:cubicBezTo>
                    <a:pt x="483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7" name="Google Shape;5947;p35"/>
            <p:cNvSpPr/>
            <p:nvPr/>
          </p:nvSpPr>
          <p:spPr>
            <a:xfrm>
              <a:off x="46608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51"/>
                    <a:pt x="17248" y="3263"/>
                    <a:pt x="14324" y="4158"/>
                  </a:cubicBezTo>
                  <a:cubicBezTo>
                    <a:pt x="9609" y="5571"/>
                    <a:pt x="4437" y="5710"/>
                    <a:pt x="1" y="7659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36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8" name="Google Shape;5948;p35"/>
            <p:cNvSpPr/>
            <p:nvPr/>
          </p:nvSpPr>
          <p:spPr>
            <a:xfrm>
              <a:off x="4659900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4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783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9" name="Google Shape;5949;p35"/>
            <p:cNvSpPr/>
            <p:nvPr/>
          </p:nvSpPr>
          <p:spPr>
            <a:xfrm>
              <a:off x="3860700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0" name="Google Shape;5950;p35"/>
            <p:cNvSpPr/>
            <p:nvPr/>
          </p:nvSpPr>
          <p:spPr>
            <a:xfrm>
              <a:off x="389700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1" name="Google Shape;5951;p35"/>
            <p:cNvSpPr/>
            <p:nvPr/>
          </p:nvSpPr>
          <p:spPr>
            <a:xfrm>
              <a:off x="38607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2" name="Google Shape;5952;p35"/>
            <p:cNvSpPr/>
            <p:nvPr/>
          </p:nvSpPr>
          <p:spPr>
            <a:xfrm>
              <a:off x="3898000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47" y="3263"/>
                    <a:pt x="14323" y="4158"/>
                  </a:cubicBezTo>
                  <a:cubicBezTo>
                    <a:pt x="9629" y="5571"/>
                    <a:pt x="4456" y="5710"/>
                    <a:pt x="1" y="7659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3" name="Google Shape;5953;p35"/>
            <p:cNvSpPr/>
            <p:nvPr/>
          </p:nvSpPr>
          <p:spPr>
            <a:xfrm>
              <a:off x="3898000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59"/>
                    <a:pt x="6247" y="159"/>
                  </a:cubicBezTo>
                  <a:lnTo>
                    <a:pt x="18481" y="159"/>
                  </a:lnTo>
                  <a:cubicBezTo>
                    <a:pt x="21783" y="159"/>
                    <a:pt x="24488" y="2885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8_1_1">
    <p:spTree>
      <p:nvGrpSpPr>
        <p:cNvPr id="1" name="Shape 5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5" name="Google Shape;5955;p36"/>
          <p:cNvSpPr/>
          <p:nvPr/>
        </p:nvSpPr>
        <p:spPr>
          <a:xfrm>
            <a:off x="-7175" y="4400950"/>
            <a:ext cx="9158700" cy="89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6" name="Google Shape;5956;p36"/>
          <p:cNvGrpSpPr/>
          <p:nvPr/>
        </p:nvGrpSpPr>
        <p:grpSpPr>
          <a:xfrm flipH="1">
            <a:off x="787075" y="-588250"/>
            <a:ext cx="8294750" cy="5731738"/>
            <a:chOff x="-3141125" y="-1019225"/>
            <a:chExt cx="8294750" cy="5731738"/>
          </a:xfrm>
        </p:grpSpPr>
        <p:sp>
          <p:nvSpPr>
            <p:cNvPr id="5957" name="Google Shape;5957;p36"/>
            <p:cNvSpPr/>
            <p:nvPr/>
          </p:nvSpPr>
          <p:spPr>
            <a:xfrm>
              <a:off x="-3141125" y="-1019225"/>
              <a:ext cx="8162675" cy="5567325"/>
            </a:xfrm>
            <a:custGeom>
              <a:avLst/>
              <a:gdLst/>
              <a:ahLst/>
              <a:cxnLst/>
              <a:rect l="l" t="t" r="r" b="b"/>
              <a:pathLst>
                <a:path w="326507" h="222693" extrusionOk="0">
                  <a:moveTo>
                    <a:pt x="326507" y="217527"/>
                  </a:moveTo>
                  <a:lnTo>
                    <a:pt x="0" y="0"/>
                  </a:lnTo>
                  <a:lnTo>
                    <a:pt x="9469" y="206601"/>
                  </a:lnTo>
                  <a:lnTo>
                    <a:pt x="319333" y="222693"/>
                  </a:lnTo>
                  <a:close/>
                </a:path>
              </a:pathLst>
            </a:custGeom>
            <a:gradFill>
              <a:gsLst>
                <a:gs pos="0">
                  <a:srgbClr val="FFF6DB">
                    <a:alpha val="1960"/>
                  </a:srgbClr>
                </a:gs>
                <a:gs pos="100000">
                  <a:srgbClr val="FAD25C">
                    <a:alpha val="29411"/>
                  </a:srgbClr>
                </a:gs>
              </a:gsLst>
              <a:lin ang="18900044" scaled="0"/>
            </a:gradFill>
            <a:ln>
              <a:noFill/>
            </a:ln>
          </p:spPr>
        </p:sp>
        <p:grpSp>
          <p:nvGrpSpPr>
            <p:cNvPr id="5958" name="Google Shape;5958;p36"/>
            <p:cNvGrpSpPr/>
            <p:nvPr/>
          </p:nvGrpSpPr>
          <p:grpSpPr>
            <a:xfrm flipH="1">
              <a:off x="4793350" y="4364763"/>
              <a:ext cx="360275" cy="347750"/>
              <a:chOff x="1618825" y="2930900"/>
              <a:chExt cx="360275" cy="347750"/>
            </a:xfrm>
          </p:grpSpPr>
          <p:sp>
            <p:nvSpPr>
              <p:cNvPr id="5959" name="Google Shape;5959;p36"/>
              <p:cNvSpPr/>
              <p:nvPr/>
            </p:nvSpPr>
            <p:spPr>
              <a:xfrm>
                <a:off x="1670525" y="2930900"/>
                <a:ext cx="308575" cy="281975"/>
              </a:xfrm>
              <a:custGeom>
                <a:avLst/>
                <a:gdLst/>
                <a:ahLst/>
                <a:cxnLst/>
                <a:rect l="l" t="t" r="r" b="b"/>
                <a:pathLst>
                  <a:path w="12343" h="11279" extrusionOk="0">
                    <a:moveTo>
                      <a:pt x="4663" y="0"/>
                    </a:moveTo>
                    <a:cubicBezTo>
                      <a:pt x="4463" y="0"/>
                      <a:pt x="4317" y="54"/>
                      <a:pt x="4237" y="166"/>
                    </a:cubicBezTo>
                    <a:lnTo>
                      <a:pt x="1735" y="3302"/>
                    </a:lnTo>
                    <a:cubicBezTo>
                      <a:pt x="1" y="5403"/>
                      <a:pt x="368" y="8506"/>
                      <a:pt x="2503" y="10207"/>
                    </a:cubicBezTo>
                    <a:cubicBezTo>
                      <a:pt x="3408" y="10929"/>
                      <a:pt x="4483" y="11278"/>
                      <a:pt x="5552" y="11278"/>
                    </a:cubicBezTo>
                    <a:cubicBezTo>
                      <a:pt x="7002" y="11278"/>
                      <a:pt x="8442" y="10635"/>
                      <a:pt x="9441" y="9406"/>
                    </a:cubicBezTo>
                    <a:lnTo>
                      <a:pt x="11943" y="6304"/>
                    </a:lnTo>
                    <a:cubicBezTo>
                      <a:pt x="12343" y="5737"/>
                      <a:pt x="10975" y="3902"/>
                      <a:pt x="8840" y="2234"/>
                    </a:cubicBezTo>
                    <a:cubicBezTo>
                      <a:pt x="7156" y="871"/>
                      <a:pt x="5472" y="0"/>
                      <a:pt x="46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0" name="Google Shape;5960;p36"/>
              <p:cNvSpPr/>
              <p:nvPr/>
            </p:nvSpPr>
            <p:spPr>
              <a:xfrm>
                <a:off x="1703050" y="3050950"/>
                <a:ext cx="2702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0809" h="6477" extrusionOk="0">
                    <a:moveTo>
                      <a:pt x="10108" y="1"/>
                    </a:moveTo>
                    <a:lnTo>
                      <a:pt x="10108" y="1"/>
                    </a:lnTo>
                    <a:cubicBezTo>
                      <a:pt x="10375" y="435"/>
                      <a:pt x="10475" y="835"/>
                      <a:pt x="10308" y="1035"/>
                    </a:cubicBezTo>
                    <a:lnTo>
                      <a:pt x="7806" y="4171"/>
                    </a:lnTo>
                    <a:cubicBezTo>
                      <a:pt x="6827" y="5380"/>
                      <a:pt x="5384" y="6026"/>
                      <a:pt x="3929" y="6026"/>
                    </a:cubicBezTo>
                    <a:cubicBezTo>
                      <a:pt x="2855" y="6026"/>
                      <a:pt x="1774" y="5674"/>
                      <a:pt x="868" y="4938"/>
                    </a:cubicBezTo>
                    <a:cubicBezTo>
                      <a:pt x="534" y="4671"/>
                      <a:pt x="268" y="4371"/>
                      <a:pt x="1" y="4037"/>
                    </a:cubicBezTo>
                    <a:lnTo>
                      <a:pt x="1" y="4037"/>
                    </a:lnTo>
                    <a:cubicBezTo>
                      <a:pt x="301" y="4537"/>
                      <a:pt x="701" y="5038"/>
                      <a:pt x="1168" y="5405"/>
                    </a:cubicBezTo>
                    <a:cubicBezTo>
                      <a:pt x="2074" y="6127"/>
                      <a:pt x="3148" y="6476"/>
                      <a:pt x="4215" y="6476"/>
                    </a:cubicBezTo>
                    <a:cubicBezTo>
                      <a:pt x="5661" y="6476"/>
                      <a:pt x="7094" y="5833"/>
                      <a:pt x="8073" y="4604"/>
                    </a:cubicBezTo>
                    <a:lnTo>
                      <a:pt x="10575" y="1502"/>
                    </a:lnTo>
                    <a:cubicBezTo>
                      <a:pt x="10808" y="1235"/>
                      <a:pt x="10575" y="635"/>
                      <a:pt x="101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1" name="Google Shape;5961;p36"/>
              <p:cNvSpPr/>
              <p:nvPr/>
            </p:nvSpPr>
            <p:spPr>
              <a:xfrm>
                <a:off x="1783100" y="2944200"/>
                <a:ext cx="177675" cy="133475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5339" extrusionOk="0">
                    <a:moveTo>
                      <a:pt x="740" y="1"/>
                    </a:moveTo>
                    <a:cubicBezTo>
                      <a:pt x="573" y="1"/>
                      <a:pt x="446" y="44"/>
                      <a:pt x="368" y="135"/>
                    </a:cubicBezTo>
                    <a:cubicBezTo>
                      <a:pt x="1" y="602"/>
                      <a:pt x="1168" y="2103"/>
                      <a:pt x="2936" y="3504"/>
                    </a:cubicBezTo>
                    <a:cubicBezTo>
                      <a:pt x="4333" y="4605"/>
                      <a:pt x="5708" y="5339"/>
                      <a:pt x="6400" y="5339"/>
                    </a:cubicBezTo>
                    <a:cubicBezTo>
                      <a:pt x="6567" y="5339"/>
                      <a:pt x="6695" y="5296"/>
                      <a:pt x="6772" y="5205"/>
                    </a:cubicBezTo>
                    <a:cubicBezTo>
                      <a:pt x="7106" y="4805"/>
                      <a:pt x="5972" y="3237"/>
                      <a:pt x="4204" y="1836"/>
                    </a:cubicBezTo>
                    <a:cubicBezTo>
                      <a:pt x="2807" y="734"/>
                      <a:pt x="1432" y="1"/>
                      <a:pt x="7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2" name="Google Shape;5962;p36"/>
              <p:cNvSpPr/>
              <p:nvPr/>
            </p:nvSpPr>
            <p:spPr>
              <a:xfrm>
                <a:off x="1783100" y="2945050"/>
                <a:ext cx="171000" cy="134050"/>
              </a:xfrm>
              <a:custGeom>
                <a:avLst/>
                <a:gdLst/>
                <a:ahLst/>
                <a:cxnLst/>
                <a:rect l="l" t="t" r="r" b="b"/>
                <a:pathLst>
                  <a:path w="6840" h="5362" extrusionOk="0">
                    <a:moveTo>
                      <a:pt x="568" y="1"/>
                    </a:moveTo>
                    <a:cubicBezTo>
                      <a:pt x="468" y="1"/>
                      <a:pt x="435" y="67"/>
                      <a:pt x="401" y="134"/>
                    </a:cubicBezTo>
                    <a:cubicBezTo>
                      <a:pt x="1" y="601"/>
                      <a:pt x="1168" y="2102"/>
                      <a:pt x="2936" y="3503"/>
                    </a:cubicBezTo>
                    <a:cubicBezTo>
                      <a:pt x="4336" y="4660"/>
                      <a:pt x="5757" y="5362"/>
                      <a:pt x="6429" y="5362"/>
                    </a:cubicBezTo>
                    <a:cubicBezTo>
                      <a:pt x="6590" y="5362"/>
                      <a:pt x="6708" y="5321"/>
                      <a:pt x="6772" y="5238"/>
                    </a:cubicBezTo>
                    <a:cubicBezTo>
                      <a:pt x="6839" y="5071"/>
                      <a:pt x="6806" y="4804"/>
                      <a:pt x="6672" y="4504"/>
                    </a:cubicBezTo>
                    <a:cubicBezTo>
                      <a:pt x="6619" y="4519"/>
                      <a:pt x="6557" y="4527"/>
                      <a:pt x="6487" y="4527"/>
                    </a:cubicBezTo>
                    <a:cubicBezTo>
                      <a:pt x="5815" y="4527"/>
                      <a:pt x="4423" y="3817"/>
                      <a:pt x="3003" y="2669"/>
                    </a:cubicBezTo>
                    <a:cubicBezTo>
                      <a:pt x="1802" y="1735"/>
                      <a:pt x="902" y="734"/>
                      <a:pt x="5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3" name="Google Shape;5963;p36"/>
              <p:cNvSpPr/>
              <p:nvPr/>
            </p:nvSpPr>
            <p:spPr>
              <a:xfrm>
                <a:off x="1619650" y="3249425"/>
                <a:ext cx="311100" cy="28400"/>
              </a:xfrm>
              <a:custGeom>
                <a:avLst/>
                <a:gdLst/>
                <a:ahLst/>
                <a:cxnLst/>
                <a:rect l="l" t="t" r="r" b="b"/>
                <a:pathLst>
                  <a:path w="12444" h="1136" extrusionOk="0">
                    <a:moveTo>
                      <a:pt x="6205" y="1"/>
                    </a:moveTo>
                    <a:cubicBezTo>
                      <a:pt x="2770" y="1"/>
                      <a:pt x="1" y="201"/>
                      <a:pt x="1" y="501"/>
                    </a:cubicBezTo>
                    <a:lnTo>
                      <a:pt x="1" y="1135"/>
                    </a:lnTo>
                    <a:lnTo>
                      <a:pt x="12443" y="1135"/>
                    </a:lnTo>
                    <a:lnTo>
                      <a:pt x="12443" y="501"/>
                    </a:lnTo>
                    <a:cubicBezTo>
                      <a:pt x="12443" y="201"/>
                      <a:pt x="9641" y="1"/>
                      <a:pt x="6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4" name="Google Shape;5964;p36"/>
              <p:cNvSpPr/>
              <p:nvPr/>
            </p:nvSpPr>
            <p:spPr>
              <a:xfrm>
                <a:off x="1618825" y="3264450"/>
                <a:ext cx="311075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12443" h="568" extrusionOk="0">
                    <a:moveTo>
                      <a:pt x="1" y="0"/>
                    </a:moveTo>
                    <a:lnTo>
                      <a:pt x="1" y="567"/>
                    </a:lnTo>
                    <a:lnTo>
                      <a:pt x="12443" y="567"/>
                    </a:lnTo>
                    <a:lnTo>
                      <a:pt x="124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5" name="Google Shape;5965;p36"/>
              <p:cNvSpPr/>
              <p:nvPr/>
            </p:nvSpPr>
            <p:spPr>
              <a:xfrm>
                <a:off x="1705550" y="3136850"/>
                <a:ext cx="80925" cy="115100"/>
              </a:xfrm>
              <a:custGeom>
                <a:avLst/>
                <a:gdLst/>
                <a:ahLst/>
                <a:cxnLst/>
                <a:rect l="l" t="t" r="r" b="b"/>
                <a:pathLst>
                  <a:path w="3237" h="4604" fill="none" extrusionOk="0">
                    <a:moveTo>
                      <a:pt x="1602" y="4604"/>
                    </a:moveTo>
                    <a:cubicBezTo>
                      <a:pt x="1602" y="4604"/>
                      <a:pt x="1" y="1669"/>
                      <a:pt x="3236" y="1"/>
                    </a:cubicBezTo>
                  </a:path>
                </a:pathLst>
              </a:custGeom>
              <a:solidFill>
                <a:schemeClr val="lt1"/>
              </a:solidFill>
              <a:ln w="22525" cap="rnd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6" name="Google Shape;5966;p36"/>
              <p:cNvSpPr/>
              <p:nvPr/>
            </p:nvSpPr>
            <p:spPr>
              <a:xfrm>
                <a:off x="1691375" y="3016775"/>
                <a:ext cx="55900" cy="1076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4304" extrusionOk="0">
                    <a:moveTo>
                      <a:pt x="2236" y="0"/>
                    </a:moveTo>
                    <a:lnTo>
                      <a:pt x="2236" y="0"/>
                    </a:lnTo>
                    <a:cubicBezTo>
                      <a:pt x="568" y="601"/>
                      <a:pt x="1" y="2769"/>
                      <a:pt x="601" y="4303"/>
                    </a:cubicBezTo>
                    <a:cubicBezTo>
                      <a:pt x="568" y="2702"/>
                      <a:pt x="901" y="1034"/>
                      <a:pt x="22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67" name="Google Shape;5967;p36"/>
          <p:cNvGrpSpPr/>
          <p:nvPr/>
        </p:nvGrpSpPr>
        <p:grpSpPr>
          <a:xfrm>
            <a:off x="-14350" y="-781925"/>
            <a:ext cx="8091000" cy="5954113"/>
            <a:chOff x="-2937375" y="-1241600"/>
            <a:chExt cx="8091000" cy="5954113"/>
          </a:xfrm>
        </p:grpSpPr>
        <p:sp>
          <p:nvSpPr>
            <p:cNvPr id="5968" name="Google Shape;5968;p36"/>
            <p:cNvSpPr/>
            <p:nvPr/>
          </p:nvSpPr>
          <p:spPr>
            <a:xfrm>
              <a:off x="-2937375" y="-1241600"/>
              <a:ext cx="7958925" cy="5789700"/>
            </a:xfrm>
            <a:custGeom>
              <a:avLst/>
              <a:gdLst/>
              <a:ahLst/>
              <a:cxnLst/>
              <a:rect l="l" t="t" r="r" b="b"/>
              <a:pathLst>
                <a:path w="318357" h="231588" extrusionOk="0">
                  <a:moveTo>
                    <a:pt x="318357" y="226422"/>
                  </a:moveTo>
                  <a:lnTo>
                    <a:pt x="13200" y="0"/>
                  </a:lnTo>
                  <a:lnTo>
                    <a:pt x="0" y="194549"/>
                  </a:lnTo>
                  <a:lnTo>
                    <a:pt x="311183" y="231588"/>
                  </a:lnTo>
                  <a:close/>
                </a:path>
              </a:pathLst>
            </a:custGeom>
            <a:gradFill>
              <a:gsLst>
                <a:gs pos="0">
                  <a:srgbClr val="FFF6DB">
                    <a:alpha val="1960"/>
                  </a:srgbClr>
                </a:gs>
                <a:gs pos="100000">
                  <a:srgbClr val="FAD25C">
                    <a:alpha val="29411"/>
                  </a:srgbClr>
                </a:gs>
              </a:gsLst>
              <a:lin ang="18900044" scaled="0"/>
            </a:gradFill>
            <a:ln>
              <a:noFill/>
            </a:ln>
          </p:spPr>
        </p:sp>
        <p:grpSp>
          <p:nvGrpSpPr>
            <p:cNvPr id="5969" name="Google Shape;5969;p36"/>
            <p:cNvGrpSpPr/>
            <p:nvPr/>
          </p:nvGrpSpPr>
          <p:grpSpPr>
            <a:xfrm flipH="1">
              <a:off x="4793350" y="4364763"/>
              <a:ext cx="360275" cy="347750"/>
              <a:chOff x="1618825" y="2930900"/>
              <a:chExt cx="360275" cy="347750"/>
            </a:xfrm>
          </p:grpSpPr>
          <p:sp>
            <p:nvSpPr>
              <p:cNvPr id="5970" name="Google Shape;5970;p36"/>
              <p:cNvSpPr/>
              <p:nvPr/>
            </p:nvSpPr>
            <p:spPr>
              <a:xfrm>
                <a:off x="1670525" y="2930900"/>
                <a:ext cx="308575" cy="281975"/>
              </a:xfrm>
              <a:custGeom>
                <a:avLst/>
                <a:gdLst/>
                <a:ahLst/>
                <a:cxnLst/>
                <a:rect l="l" t="t" r="r" b="b"/>
                <a:pathLst>
                  <a:path w="12343" h="11279" extrusionOk="0">
                    <a:moveTo>
                      <a:pt x="4663" y="0"/>
                    </a:moveTo>
                    <a:cubicBezTo>
                      <a:pt x="4463" y="0"/>
                      <a:pt x="4317" y="54"/>
                      <a:pt x="4237" y="166"/>
                    </a:cubicBezTo>
                    <a:lnTo>
                      <a:pt x="1735" y="3302"/>
                    </a:lnTo>
                    <a:cubicBezTo>
                      <a:pt x="1" y="5403"/>
                      <a:pt x="368" y="8506"/>
                      <a:pt x="2503" y="10207"/>
                    </a:cubicBezTo>
                    <a:cubicBezTo>
                      <a:pt x="3408" y="10929"/>
                      <a:pt x="4483" y="11278"/>
                      <a:pt x="5552" y="11278"/>
                    </a:cubicBezTo>
                    <a:cubicBezTo>
                      <a:pt x="7002" y="11278"/>
                      <a:pt x="8442" y="10635"/>
                      <a:pt x="9441" y="9406"/>
                    </a:cubicBezTo>
                    <a:lnTo>
                      <a:pt x="11943" y="6304"/>
                    </a:lnTo>
                    <a:cubicBezTo>
                      <a:pt x="12343" y="5737"/>
                      <a:pt x="10975" y="3902"/>
                      <a:pt x="8840" y="2234"/>
                    </a:cubicBezTo>
                    <a:cubicBezTo>
                      <a:pt x="7156" y="871"/>
                      <a:pt x="5472" y="0"/>
                      <a:pt x="466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1" name="Google Shape;5971;p36"/>
              <p:cNvSpPr/>
              <p:nvPr/>
            </p:nvSpPr>
            <p:spPr>
              <a:xfrm>
                <a:off x="1703050" y="3050950"/>
                <a:ext cx="2702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0809" h="6477" extrusionOk="0">
                    <a:moveTo>
                      <a:pt x="10108" y="1"/>
                    </a:moveTo>
                    <a:lnTo>
                      <a:pt x="10108" y="1"/>
                    </a:lnTo>
                    <a:cubicBezTo>
                      <a:pt x="10375" y="435"/>
                      <a:pt x="10475" y="835"/>
                      <a:pt x="10308" y="1035"/>
                    </a:cubicBezTo>
                    <a:lnTo>
                      <a:pt x="7806" y="4171"/>
                    </a:lnTo>
                    <a:cubicBezTo>
                      <a:pt x="6827" y="5380"/>
                      <a:pt x="5384" y="6026"/>
                      <a:pt x="3929" y="6026"/>
                    </a:cubicBezTo>
                    <a:cubicBezTo>
                      <a:pt x="2855" y="6026"/>
                      <a:pt x="1774" y="5674"/>
                      <a:pt x="868" y="4938"/>
                    </a:cubicBezTo>
                    <a:cubicBezTo>
                      <a:pt x="534" y="4671"/>
                      <a:pt x="268" y="4371"/>
                      <a:pt x="1" y="4037"/>
                    </a:cubicBezTo>
                    <a:lnTo>
                      <a:pt x="1" y="4037"/>
                    </a:lnTo>
                    <a:cubicBezTo>
                      <a:pt x="301" y="4537"/>
                      <a:pt x="701" y="5038"/>
                      <a:pt x="1168" y="5405"/>
                    </a:cubicBezTo>
                    <a:cubicBezTo>
                      <a:pt x="2074" y="6127"/>
                      <a:pt x="3148" y="6476"/>
                      <a:pt x="4215" y="6476"/>
                    </a:cubicBezTo>
                    <a:cubicBezTo>
                      <a:pt x="5661" y="6476"/>
                      <a:pt x="7094" y="5833"/>
                      <a:pt x="8073" y="4604"/>
                    </a:cubicBezTo>
                    <a:lnTo>
                      <a:pt x="10575" y="1502"/>
                    </a:lnTo>
                    <a:cubicBezTo>
                      <a:pt x="10808" y="1235"/>
                      <a:pt x="10575" y="635"/>
                      <a:pt x="101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2" name="Google Shape;5972;p36"/>
              <p:cNvSpPr/>
              <p:nvPr/>
            </p:nvSpPr>
            <p:spPr>
              <a:xfrm>
                <a:off x="1783100" y="2944200"/>
                <a:ext cx="177675" cy="133475"/>
              </a:xfrm>
              <a:custGeom>
                <a:avLst/>
                <a:gdLst/>
                <a:ahLst/>
                <a:cxnLst/>
                <a:rect l="l" t="t" r="r" b="b"/>
                <a:pathLst>
                  <a:path w="7107" h="5339" extrusionOk="0">
                    <a:moveTo>
                      <a:pt x="740" y="1"/>
                    </a:moveTo>
                    <a:cubicBezTo>
                      <a:pt x="573" y="1"/>
                      <a:pt x="446" y="44"/>
                      <a:pt x="368" y="135"/>
                    </a:cubicBezTo>
                    <a:cubicBezTo>
                      <a:pt x="1" y="602"/>
                      <a:pt x="1168" y="2103"/>
                      <a:pt x="2936" y="3504"/>
                    </a:cubicBezTo>
                    <a:cubicBezTo>
                      <a:pt x="4333" y="4605"/>
                      <a:pt x="5708" y="5339"/>
                      <a:pt x="6400" y="5339"/>
                    </a:cubicBezTo>
                    <a:cubicBezTo>
                      <a:pt x="6567" y="5339"/>
                      <a:pt x="6695" y="5296"/>
                      <a:pt x="6772" y="5205"/>
                    </a:cubicBezTo>
                    <a:cubicBezTo>
                      <a:pt x="7106" y="4805"/>
                      <a:pt x="5972" y="3237"/>
                      <a:pt x="4204" y="1836"/>
                    </a:cubicBezTo>
                    <a:cubicBezTo>
                      <a:pt x="2807" y="734"/>
                      <a:pt x="1432" y="1"/>
                      <a:pt x="7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3" name="Google Shape;5973;p36"/>
              <p:cNvSpPr/>
              <p:nvPr/>
            </p:nvSpPr>
            <p:spPr>
              <a:xfrm>
                <a:off x="1783100" y="2945050"/>
                <a:ext cx="171000" cy="134050"/>
              </a:xfrm>
              <a:custGeom>
                <a:avLst/>
                <a:gdLst/>
                <a:ahLst/>
                <a:cxnLst/>
                <a:rect l="l" t="t" r="r" b="b"/>
                <a:pathLst>
                  <a:path w="6840" h="5362" extrusionOk="0">
                    <a:moveTo>
                      <a:pt x="568" y="1"/>
                    </a:moveTo>
                    <a:cubicBezTo>
                      <a:pt x="468" y="1"/>
                      <a:pt x="435" y="67"/>
                      <a:pt x="401" y="134"/>
                    </a:cubicBezTo>
                    <a:cubicBezTo>
                      <a:pt x="1" y="601"/>
                      <a:pt x="1168" y="2102"/>
                      <a:pt x="2936" y="3503"/>
                    </a:cubicBezTo>
                    <a:cubicBezTo>
                      <a:pt x="4336" y="4660"/>
                      <a:pt x="5757" y="5362"/>
                      <a:pt x="6429" y="5362"/>
                    </a:cubicBezTo>
                    <a:cubicBezTo>
                      <a:pt x="6590" y="5362"/>
                      <a:pt x="6708" y="5321"/>
                      <a:pt x="6772" y="5238"/>
                    </a:cubicBezTo>
                    <a:cubicBezTo>
                      <a:pt x="6839" y="5071"/>
                      <a:pt x="6806" y="4804"/>
                      <a:pt x="6672" y="4504"/>
                    </a:cubicBezTo>
                    <a:cubicBezTo>
                      <a:pt x="6619" y="4519"/>
                      <a:pt x="6557" y="4527"/>
                      <a:pt x="6487" y="4527"/>
                    </a:cubicBezTo>
                    <a:cubicBezTo>
                      <a:pt x="5815" y="4527"/>
                      <a:pt x="4423" y="3817"/>
                      <a:pt x="3003" y="2669"/>
                    </a:cubicBezTo>
                    <a:cubicBezTo>
                      <a:pt x="1802" y="1735"/>
                      <a:pt x="902" y="734"/>
                      <a:pt x="5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4" name="Google Shape;5974;p36"/>
              <p:cNvSpPr/>
              <p:nvPr/>
            </p:nvSpPr>
            <p:spPr>
              <a:xfrm>
                <a:off x="1619650" y="3249425"/>
                <a:ext cx="311100" cy="28400"/>
              </a:xfrm>
              <a:custGeom>
                <a:avLst/>
                <a:gdLst/>
                <a:ahLst/>
                <a:cxnLst/>
                <a:rect l="l" t="t" r="r" b="b"/>
                <a:pathLst>
                  <a:path w="12444" h="1136" extrusionOk="0">
                    <a:moveTo>
                      <a:pt x="6205" y="1"/>
                    </a:moveTo>
                    <a:cubicBezTo>
                      <a:pt x="2770" y="1"/>
                      <a:pt x="1" y="201"/>
                      <a:pt x="1" y="501"/>
                    </a:cubicBezTo>
                    <a:lnTo>
                      <a:pt x="1" y="1135"/>
                    </a:lnTo>
                    <a:lnTo>
                      <a:pt x="12443" y="1135"/>
                    </a:lnTo>
                    <a:lnTo>
                      <a:pt x="12443" y="501"/>
                    </a:lnTo>
                    <a:cubicBezTo>
                      <a:pt x="12443" y="201"/>
                      <a:pt x="9641" y="1"/>
                      <a:pt x="6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5" name="Google Shape;5975;p36"/>
              <p:cNvSpPr/>
              <p:nvPr/>
            </p:nvSpPr>
            <p:spPr>
              <a:xfrm>
                <a:off x="1618825" y="3264450"/>
                <a:ext cx="311075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12443" h="568" extrusionOk="0">
                    <a:moveTo>
                      <a:pt x="1" y="0"/>
                    </a:moveTo>
                    <a:lnTo>
                      <a:pt x="1" y="567"/>
                    </a:lnTo>
                    <a:lnTo>
                      <a:pt x="12443" y="567"/>
                    </a:lnTo>
                    <a:lnTo>
                      <a:pt x="1244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6" name="Google Shape;5976;p36"/>
              <p:cNvSpPr/>
              <p:nvPr/>
            </p:nvSpPr>
            <p:spPr>
              <a:xfrm>
                <a:off x="1705550" y="3136850"/>
                <a:ext cx="80925" cy="115100"/>
              </a:xfrm>
              <a:custGeom>
                <a:avLst/>
                <a:gdLst/>
                <a:ahLst/>
                <a:cxnLst/>
                <a:rect l="l" t="t" r="r" b="b"/>
                <a:pathLst>
                  <a:path w="3237" h="4604" fill="none" extrusionOk="0">
                    <a:moveTo>
                      <a:pt x="1602" y="4604"/>
                    </a:moveTo>
                    <a:cubicBezTo>
                      <a:pt x="1602" y="4604"/>
                      <a:pt x="1" y="1669"/>
                      <a:pt x="3236" y="1"/>
                    </a:cubicBezTo>
                  </a:path>
                </a:pathLst>
              </a:custGeom>
              <a:solidFill>
                <a:schemeClr val="lt1"/>
              </a:solidFill>
              <a:ln w="22525" cap="rnd" cmpd="sng">
                <a:solidFill>
                  <a:schemeClr val="l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7" name="Google Shape;5977;p36"/>
              <p:cNvSpPr/>
              <p:nvPr/>
            </p:nvSpPr>
            <p:spPr>
              <a:xfrm>
                <a:off x="1691375" y="3016775"/>
                <a:ext cx="55900" cy="107600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4304" extrusionOk="0">
                    <a:moveTo>
                      <a:pt x="2236" y="0"/>
                    </a:moveTo>
                    <a:lnTo>
                      <a:pt x="2236" y="0"/>
                    </a:lnTo>
                    <a:cubicBezTo>
                      <a:pt x="568" y="601"/>
                      <a:pt x="1" y="2769"/>
                      <a:pt x="601" y="4303"/>
                    </a:cubicBezTo>
                    <a:cubicBezTo>
                      <a:pt x="568" y="2702"/>
                      <a:pt x="901" y="1034"/>
                      <a:pt x="22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78" name="Google Shape;5978;p36"/>
          <p:cNvGrpSpPr/>
          <p:nvPr/>
        </p:nvGrpSpPr>
        <p:grpSpPr>
          <a:xfrm>
            <a:off x="23" y="-132177"/>
            <a:ext cx="1291188" cy="5429781"/>
            <a:chOff x="1440600" y="197825"/>
            <a:chExt cx="990175" cy="3797050"/>
          </a:xfrm>
        </p:grpSpPr>
        <p:sp>
          <p:nvSpPr>
            <p:cNvPr id="5979" name="Google Shape;5979;p36"/>
            <p:cNvSpPr/>
            <p:nvPr/>
          </p:nvSpPr>
          <p:spPr>
            <a:xfrm>
              <a:off x="1440600" y="197825"/>
              <a:ext cx="990175" cy="1889850"/>
            </a:xfrm>
            <a:custGeom>
              <a:avLst/>
              <a:gdLst/>
              <a:ahLst/>
              <a:cxnLst/>
              <a:rect l="l" t="t" r="r" b="b"/>
              <a:pathLst>
                <a:path w="39607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219" y="75593"/>
                  </a:lnTo>
                  <a:cubicBezTo>
                    <a:pt x="21405" y="75593"/>
                    <a:pt x="38652" y="42074"/>
                    <a:pt x="39606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0" name="Google Shape;5980;p36"/>
            <p:cNvSpPr/>
            <p:nvPr/>
          </p:nvSpPr>
          <p:spPr>
            <a:xfrm>
              <a:off x="1440600" y="2105050"/>
              <a:ext cx="590825" cy="1889825"/>
            </a:xfrm>
            <a:custGeom>
              <a:avLst/>
              <a:gdLst/>
              <a:ahLst/>
              <a:cxnLst/>
              <a:rect l="l" t="t" r="r" b="b"/>
              <a:pathLst>
                <a:path w="23633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3633" y="75593"/>
                  </a:lnTo>
                  <a:cubicBezTo>
                    <a:pt x="23056" y="33659"/>
                    <a:pt x="12712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1" name="Google Shape;5981;p36"/>
            <p:cNvSpPr/>
            <p:nvPr/>
          </p:nvSpPr>
          <p:spPr>
            <a:xfrm>
              <a:off x="1440600" y="197825"/>
              <a:ext cx="858875" cy="1889850"/>
            </a:xfrm>
            <a:custGeom>
              <a:avLst/>
              <a:gdLst/>
              <a:ahLst/>
              <a:cxnLst/>
              <a:rect l="l" t="t" r="r" b="b"/>
              <a:pathLst>
                <a:path w="34355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79" y="75593"/>
                  </a:lnTo>
                  <a:cubicBezTo>
                    <a:pt x="18560" y="75593"/>
                    <a:pt x="33539" y="42074"/>
                    <a:pt x="34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2" name="Google Shape;5982;p36"/>
            <p:cNvSpPr/>
            <p:nvPr/>
          </p:nvSpPr>
          <p:spPr>
            <a:xfrm>
              <a:off x="1440600" y="197825"/>
              <a:ext cx="644550" cy="1889850"/>
            </a:xfrm>
            <a:custGeom>
              <a:avLst/>
              <a:gdLst/>
              <a:ahLst/>
              <a:cxnLst/>
              <a:rect l="l" t="t" r="r" b="b"/>
              <a:pathLst>
                <a:path w="25782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39" y="75593"/>
                  </a:lnTo>
                  <a:cubicBezTo>
                    <a:pt x="13905" y="75593"/>
                    <a:pt x="25144" y="42074"/>
                    <a:pt x="2578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3" name="Google Shape;5983;p36"/>
            <p:cNvSpPr/>
            <p:nvPr/>
          </p:nvSpPr>
          <p:spPr>
            <a:xfrm>
              <a:off x="1526125" y="471350"/>
              <a:ext cx="341675" cy="1616325"/>
            </a:xfrm>
            <a:custGeom>
              <a:avLst/>
              <a:gdLst/>
              <a:ahLst/>
              <a:cxnLst/>
              <a:rect l="l" t="t" r="r" b="b"/>
              <a:pathLst>
                <a:path w="13667" h="64653" extrusionOk="0">
                  <a:moveTo>
                    <a:pt x="5690" y="1"/>
                  </a:moveTo>
                  <a:cubicBezTo>
                    <a:pt x="5690" y="1"/>
                    <a:pt x="8177" y="38215"/>
                    <a:pt x="1" y="64652"/>
                  </a:cubicBezTo>
                  <a:cubicBezTo>
                    <a:pt x="13508" y="46788"/>
                    <a:pt x="13667" y="1"/>
                    <a:pt x="136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4" name="Google Shape;5984;p36"/>
            <p:cNvSpPr/>
            <p:nvPr/>
          </p:nvSpPr>
          <p:spPr>
            <a:xfrm>
              <a:off x="1440600" y="2105050"/>
              <a:ext cx="512750" cy="1889825"/>
            </a:xfrm>
            <a:custGeom>
              <a:avLst/>
              <a:gdLst/>
              <a:ahLst/>
              <a:cxnLst/>
              <a:rect l="l" t="t" r="r" b="b"/>
              <a:pathLst>
                <a:path w="20510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0509" y="75593"/>
                  </a:lnTo>
                  <a:cubicBezTo>
                    <a:pt x="20012" y="33659"/>
                    <a:pt x="11021" y="23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5" name="Google Shape;5985;p36"/>
            <p:cNvSpPr/>
            <p:nvPr/>
          </p:nvSpPr>
          <p:spPr>
            <a:xfrm>
              <a:off x="1440600" y="2105050"/>
              <a:ext cx="384450" cy="1889825"/>
            </a:xfrm>
            <a:custGeom>
              <a:avLst/>
              <a:gdLst/>
              <a:ahLst/>
              <a:cxnLst/>
              <a:rect l="l" t="t" r="r" b="b"/>
              <a:pathLst>
                <a:path w="15378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15377" y="75593"/>
                  </a:lnTo>
                  <a:cubicBezTo>
                    <a:pt x="14999" y="33659"/>
                    <a:pt x="8256" y="239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6" name="Google Shape;5986;p36"/>
            <p:cNvSpPr/>
            <p:nvPr/>
          </p:nvSpPr>
          <p:spPr>
            <a:xfrm>
              <a:off x="1440600" y="2197550"/>
              <a:ext cx="214850" cy="1797325"/>
            </a:xfrm>
            <a:custGeom>
              <a:avLst/>
              <a:gdLst/>
              <a:ahLst/>
              <a:cxnLst/>
              <a:rect l="l" t="t" r="r" b="b"/>
              <a:pathLst>
                <a:path w="8594" h="71893" extrusionOk="0">
                  <a:moveTo>
                    <a:pt x="4317" y="0"/>
                  </a:moveTo>
                  <a:lnTo>
                    <a:pt x="0" y="617"/>
                  </a:lnTo>
                  <a:lnTo>
                    <a:pt x="0" y="71893"/>
                  </a:lnTo>
                  <a:lnTo>
                    <a:pt x="8594" y="71893"/>
                  </a:lnTo>
                  <a:cubicBezTo>
                    <a:pt x="8594" y="21902"/>
                    <a:pt x="4317" y="0"/>
                    <a:pt x="43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7" name="Google Shape;5987;p36"/>
            <p:cNvSpPr/>
            <p:nvPr/>
          </p:nvSpPr>
          <p:spPr>
            <a:xfrm>
              <a:off x="1440600" y="2035925"/>
              <a:ext cx="214850" cy="206400"/>
            </a:xfrm>
            <a:custGeom>
              <a:avLst/>
              <a:gdLst/>
              <a:ahLst/>
              <a:cxnLst/>
              <a:rect l="l" t="t" r="r" b="b"/>
              <a:pathLst>
                <a:path w="8594" h="8256" extrusionOk="0">
                  <a:moveTo>
                    <a:pt x="0" y="0"/>
                  </a:moveTo>
                  <a:lnTo>
                    <a:pt x="0" y="7082"/>
                  </a:lnTo>
                  <a:lnTo>
                    <a:pt x="8594" y="8256"/>
                  </a:lnTo>
                  <a:lnTo>
                    <a:pt x="8594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8" name="Google Shape;5988;p36"/>
          <p:cNvGrpSpPr/>
          <p:nvPr/>
        </p:nvGrpSpPr>
        <p:grpSpPr>
          <a:xfrm flipH="1">
            <a:off x="7860239" y="-132177"/>
            <a:ext cx="1291188" cy="5429781"/>
            <a:chOff x="1440600" y="197825"/>
            <a:chExt cx="990175" cy="3797050"/>
          </a:xfrm>
        </p:grpSpPr>
        <p:sp>
          <p:nvSpPr>
            <p:cNvPr id="5989" name="Google Shape;5989;p36"/>
            <p:cNvSpPr/>
            <p:nvPr/>
          </p:nvSpPr>
          <p:spPr>
            <a:xfrm>
              <a:off x="1440600" y="197825"/>
              <a:ext cx="990175" cy="1889850"/>
            </a:xfrm>
            <a:custGeom>
              <a:avLst/>
              <a:gdLst/>
              <a:ahLst/>
              <a:cxnLst/>
              <a:rect l="l" t="t" r="r" b="b"/>
              <a:pathLst>
                <a:path w="39607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219" y="75593"/>
                  </a:lnTo>
                  <a:cubicBezTo>
                    <a:pt x="21405" y="75593"/>
                    <a:pt x="38652" y="42074"/>
                    <a:pt x="39606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0" name="Google Shape;5990;p36"/>
            <p:cNvSpPr/>
            <p:nvPr/>
          </p:nvSpPr>
          <p:spPr>
            <a:xfrm>
              <a:off x="1440600" y="2105050"/>
              <a:ext cx="590825" cy="1889825"/>
            </a:xfrm>
            <a:custGeom>
              <a:avLst/>
              <a:gdLst/>
              <a:ahLst/>
              <a:cxnLst/>
              <a:rect l="l" t="t" r="r" b="b"/>
              <a:pathLst>
                <a:path w="23633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3633" y="75593"/>
                  </a:lnTo>
                  <a:cubicBezTo>
                    <a:pt x="23056" y="33659"/>
                    <a:pt x="12712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1" name="Google Shape;5991;p36"/>
            <p:cNvSpPr/>
            <p:nvPr/>
          </p:nvSpPr>
          <p:spPr>
            <a:xfrm>
              <a:off x="1440600" y="197825"/>
              <a:ext cx="858875" cy="1889850"/>
            </a:xfrm>
            <a:custGeom>
              <a:avLst/>
              <a:gdLst/>
              <a:ahLst/>
              <a:cxnLst/>
              <a:rect l="l" t="t" r="r" b="b"/>
              <a:pathLst>
                <a:path w="34355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79" y="75593"/>
                  </a:lnTo>
                  <a:cubicBezTo>
                    <a:pt x="18560" y="75593"/>
                    <a:pt x="33539" y="42074"/>
                    <a:pt x="3435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2" name="Google Shape;5992;p36"/>
            <p:cNvSpPr/>
            <p:nvPr/>
          </p:nvSpPr>
          <p:spPr>
            <a:xfrm>
              <a:off x="1440600" y="197825"/>
              <a:ext cx="644550" cy="1889850"/>
            </a:xfrm>
            <a:custGeom>
              <a:avLst/>
              <a:gdLst/>
              <a:ahLst/>
              <a:cxnLst/>
              <a:rect l="l" t="t" r="r" b="b"/>
              <a:pathLst>
                <a:path w="25782" h="75594" extrusionOk="0">
                  <a:moveTo>
                    <a:pt x="0" y="1"/>
                  </a:moveTo>
                  <a:lnTo>
                    <a:pt x="0" y="75593"/>
                  </a:lnTo>
                  <a:lnTo>
                    <a:pt x="139" y="75593"/>
                  </a:lnTo>
                  <a:cubicBezTo>
                    <a:pt x="13905" y="75593"/>
                    <a:pt x="25144" y="42074"/>
                    <a:pt x="25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3" name="Google Shape;5993;p36"/>
            <p:cNvSpPr/>
            <p:nvPr/>
          </p:nvSpPr>
          <p:spPr>
            <a:xfrm>
              <a:off x="1526125" y="471350"/>
              <a:ext cx="341675" cy="1616325"/>
            </a:xfrm>
            <a:custGeom>
              <a:avLst/>
              <a:gdLst/>
              <a:ahLst/>
              <a:cxnLst/>
              <a:rect l="l" t="t" r="r" b="b"/>
              <a:pathLst>
                <a:path w="13667" h="64653" extrusionOk="0">
                  <a:moveTo>
                    <a:pt x="5690" y="1"/>
                  </a:moveTo>
                  <a:cubicBezTo>
                    <a:pt x="5690" y="1"/>
                    <a:pt x="8177" y="38215"/>
                    <a:pt x="1" y="64652"/>
                  </a:cubicBezTo>
                  <a:cubicBezTo>
                    <a:pt x="13508" y="46788"/>
                    <a:pt x="13667" y="1"/>
                    <a:pt x="136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4" name="Google Shape;5994;p36"/>
            <p:cNvSpPr/>
            <p:nvPr/>
          </p:nvSpPr>
          <p:spPr>
            <a:xfrm>
              <a:off x="1440600" y="2105050"/>
              <a:ext cx="512750" cy="1889825"/>
            </a:xfrm>
            <a:custGeom>
              <a:avLst/>
              <a:gdLst/>
              <a:ahLst/>
              <a:cxnLst/>
              <a:rect l="l" t="t" r="r" b="b"/>
              <a:pathLst>
                <a:path w="20510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20509" y="75593"/>
                  </a:lnTo>
                  <a:cubicBezTo>
                    <a:pt x="20012" y="33659"/>
                    <a:pt x="11021" y="239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5" name="Google Shape;5995;p36"/>
            <p:cNvSpPr/>
            <p:nvPr/>
          </p:nvSpPr>
          <p:spPr>
            <a:xfrm>
              <a:off x="1440600" y="2105050"/>
              <a:ext cx="384450" cy="1889825"/>
            </a:xfrm>
            <a:custGeom>
              <a:avLst/>
              <a:gdLst/>
              <a:ahLst/>
              <a:cxnLst/>
              <a:rect l="l" t="t" r="r" b="b"/>
              <a:pathLst>
                <a:path w="15378" h="75593" extrusionOk="0">
                  <a:moveTo>
                    <a:pt x="0" y="0"/>
                  </a:moveTo>
                  <a:lnTo>
                    <a:pt x="0" y="75593"/>
                  </a:lnTo>
                  <a:lnTo>
                    <a:pt x="15377" y="75593"/>
                  </a:lnTo>
                  <a:cubicBezTo>
                    <a:pt x="14999" y="33659"/>
                    <a:pt x="8256" y="23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6" name="Google Shape;5996;p36"/>
            <p:cNvSpPr/>
            <p:nvPr/>
          </p:nvSpPr>
          <p:spPr>
            <a:xfrm>
              <a:off x="1440600" y="2197550"/>
              <a:ext cx="214850" cy="1797325"/>
            </a:xfrm>
            <a:custGeom>
              <a:avLst/>
              <a:gdLst/>
              <a:ahLst/>
              <a:cxnLst/>
              <a:rect l="l" t="t" r="r" b="b"/>
              <a:pathLst>
                <a:path w="8594" h="71893" extrusionOk="0">
                  <a:moveTo>
                    <a:pt x="4317" y="0"/>
                  </a:moveTo>
                  <a:lnTo>
                    <a:pt x="0" y="617"/>
                  </a:lnTo>
                  <a:lnTo>
                    <a:pt x="0" y="71893"/>
                  </a:lnTo>
                  <a:lnTo>
                    <a:pt x="8594" y="71893"/>
                  </a:lnTo>
                  <a:cubicBezTo>
                    <a:pt x="8594" y="21902"/>
                    <a:pt x="4317" y="0"/>
                    <a:pt x="43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7" name="Google Shape;5997;p36"/>
            <p:cNvSpPr/>
            <p:nvPr/>
          </p:nvSpPr>
          <p:spPr>
            <a:xfrm>
              <a:off x="1440600" y="2035925"/>
              <a:ext cx="214850" cy="206400"/>
            </a:xfrm>
            <a:custGeom>
              <a:avLst/>
              <a:gdLst/>
              <a:ahLst/>
              <a:cxnLst/>
              <a:rect l="l" t="t" r="r" b="b"/>
              <a:pathLst>
                <a:path w="8594" h="8256" extrusionOk="0">
                  <a:moveTo>
                    <a:pt x="0" y="0"/>
                  </a:moveTo>
                  <a:lnTo>
                    <a:pt x="0" y="7082"/>
                  </a:lnTo>
                  <a:lnTo>
                    <a:pt x="8594" y="8256"/>
                  </a:lnTo>
                  <a:lnTo>
                    <a:pt x="8594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98" name="Google Shape;5998;p36"/>
          <p:cNvGrpSpPr/>
          <p:nvPr/>
        </p:nvGrpSpPr>
        <p:grpSpPr>
          <a:xfrm>
            <a:off x="-417858" y="-823150"/>
            <a:ext cx="9978772" cy="1382075"/>
            <a:chOff x="193475" y="-693375"/>
            <a:chExt cx="7221575" cy="1382075"/>
          </a:xfrm>
        </p:grpSpPr>
        <p:sp>
          <p:nvSpPr>
            <p:cNvPr id="5999" name="Google Shape;5999;p36"/>
            <p:cNvSpPr/>
            <p:nvPr/>
          </p:nvSpPr>
          <p:spPr>
            <a:xfrm>
              <a:off x="363575" y="384325"/>
              <a:ext cx="6883875" cy="304375"/>
            </a:xfrm>
            <a:custGeom>
              <a:avLst/>
              <a:gdLst/>
              <a:ahLst/>
              <a:cxnLst/>
              <a:rect l="l" t="t" r="r" b="b"/>
              <a:pathLst>
                <a:path w="275355" h="12175" extrusionOk="0">
                  <a:moveTo>
                    <a:pt x="0" y="0"/>
                  </a:moveTo>
                  <a:lnTo>
                    <a:pt x="0" y="9390"/>
                  </a:lnTo>
                  <a:lnTo>
                    <a:pt x="0" y="10782"/>
                  </a:lnTo>
                  <a:lnTo>
                    <a:pt x="14522" y="10782"/>
                  </a:lnTo>
                  <a:lnTo>
                    <a:pt x="14522" y="9370"/>
                  </a:lnTo>
                  <a:lnTo>
                    <a:pt x="16869" y="9370"/>
                  </a:lnTo>
                  <a:lnTo>
                    <a:pt x="16869" y="12175"/>
                  </a:lnTo>
                  <a:lnTo>
                    <a:pt x="30913" y="12175"/>
                  </a:lnTo>
                  <a:lnTo>
                    <a:pt x="30913" y="9370"/>
                  </a:lnTo>
                  <a:lnTo>
                    <a:pt x="33261" y="9370"/>
                  </a:lnTo>
                  <a:lnTo>
                    <a:pt x="33261" y="10782"/>
                  </a:lnTo>
                  <a:lnTo>
                    <a:pt x="47782" y="10782"/>
                  </a:lnTo>
                  <a:lnTo>
                    <a:pt x="47782" y="9370"/>
                  </a:lnTo>
                  <a:lnTo>
                    <a:pt x="50110" y="9370"/>
                  </a:lnTo>
                  <a:lnTo>
                    <a:pt x="50110" y="12175"/>
                  </a:lnTo>
                  <a:lnTo>
                    <a:pt x="64632" y="12175"/>
                  </a:lnTo>
                  <a:lnTo>
                    <a:pt x="64632" y="9370"/>
                  </a:lnTo>
                  <a:lnTo>
                    <a:pt x="66979" y="9370"/>
                  </a:lnTo>
                  <a:lnTo>
                    <a:pt x="66979" y="10782"/>
                  </a:lnTo>
                  <a:lnTo>
                    <a:pt x="81023" y="10782"/>
                  </a:lnTo>
                  <a:lnTo>
                    <a:pt x="81023" y="9370"/>
                  </a:lnTo>
                  <a:lnTo>
                    <a:pt x="83370" y="9370"/>
                  </a:lnTo>
                  <a:lnTo>
                    <a:pt x="83370" y="12175"/>
                  </a:lnTo>
                  <a:lnTo>
                    <a:pt x="97892" y="12175"/>
                  </a:lnTo>
                  <a:lnTo>
                    <a:pt x="97892" y="9370"/>
                  </a:lnTo>
                  <a:lnTo>
                    <a:pt x="101174" y="9370"/>
                  </a:lnTo>
                  <a:lnTo>
                    <a:pt x="101174" y="10782"/>
                  </a:lnTo>
                  <a:lnTo>
                    <a:pt x="115656" y="10782"/>
                  </a:lnTo>
                  <a:lnTo>
                    <a:pt x="115656" y="9370"/>
                  </a:lnTo>
                  <a:lnTo>
                    <a:pt x="118481" y="9370"/>
                  </a:lnTo>
                  <a:lnTo>
                    <a:pt x="118481" y="12175"/>
                  </a:lnTo>
                  <a:lnTo>
                    <a:pt x="133460" y="12175"/>
                  </a:lnTo>
                  <a:lnTo>
                    <a:pt x="133460" y="9370"/>
                  </a:lnTo>
                  <a:lnTo>
                    <a:pt x="136285" y="9370"/>
                  </a:lnTo>
                  <a:lnTo>
                    <a:pt x="136285" y="10782"/>
                  </a:lnTo>
                  <a:lnTo>
                    <a:pt x="151722" y="10782"/>
                  </a:lnTo>
                  <a:lnTo>
                    <a:pt x="151722" y="9370"/>
                  </a:lnTo>
                  <a:lnTo>
                    <a:pt x="154527" y="9370"/>
                  </a:lnTo>
                  <a:lnTo>
                    <a:pt x="154527" y="12175"/>
                  </a:lnTo>
                  <a:lnTo>
                    <a:pt x="169048" y="12175"/>
                  </a:lnTo>
                  <a:lnTo>
                    <a:pt x="169048" y="9370"/>
                  </a:lnTo>
                  <a:lnTo>
                    <a:pt x="172331" y="9370"/>
                  </a:lnTo>
                  <a:lnTo>
                    <a:pt x="172331" y="10782"/>
                  </a:lnTo>
                  <a:lnTo>
                    <a:pt x="186852" y="10782"/>
                  </a:lnTo>
                  <a:lnTo>
                    <a:pt x="186852" y="9370"/>
                  </a:lnTo>
                  <a:lnTo>
                    <a:pt x="190115" y="9370"/>
                  </a:lnTo>
                  <a:lnTo>
                    <a:pt x="190115" y="12175"/>
                  </a:lnTo>
                  <a:lnTo>
                    <a:pt x="204636" y="12175"/>
                  </a:lnTo>
                  <a:lnTo>
                    <a:pt x="204636" y="9370"/>
                  </a:lnTo>
                  <a:lnTo>
                    <a:pt x="207441" y="9370"/>
                  </a:lnTo>
                  <a:lnTo>
                    <a:pt x="207441" y="12175"/>
                  </a:lnTo>
                  <a:lnTo>
                    <a:pt x="222440" y="12175"/>
                  </a:lnTo>
                  <a:lnTo>
                    <a:pt x="222440" y="9370"/>
                  </a:lnTo>
                  <a:lnTo>
                    <a:pt x="225722" y="9370"/>
                  </a:lnTo>
                  <a:lnTo>
                    <a:pt x="225722" y="10782"/>
                  </a:lnTo>
                  <a:lnTo>
                    <a:pt x="240224" y="10782"/>
                  </a:lnTo>
                  <a:lnTo>
                    <a:pt x="240224" y="9370"/>
                  </a:lnTo>
                  <a:lnTo>
                    <a:pt x="243507" y="9370"/>
                  </a:lnTo>
                  <a:lnTo>
                    <a:pt x="243507" y="12175"/>
                  </a:lnTo>
                  <a:lnTo>
                    <a:pt x="257551" y="12175"/>
                  </a:lnTo>
                  <a:lnTo>
                    <a:pt x="257551" y="9370"/>
                  </a:lnTo>
                  <a:lnTo>
                    <a:pt x="260833" y="9370"/>
                  </a:lnTo>
                  <a:lnTo>
                    <a:pt x="260833" y="10782"/>
                  </a:lnTo>
                  <a:lnTo>
                    <a:pt x="275355" y="10782"/>
                  </a:lnTo>
                  <a:lnTo>
                    <a:pt x="2753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0" name="Google Shape;6000;p36"/>
            <p:cNvSpPr/>
            <p:nvPr/>
          </p:nvSpPr>
          <p:spPr>
            <a:xfrm>
              <a:off x="363575" y="-634175"/>
              <a:ext cx="6695900" cy="1158775"/>
            </a:xfrm>
            <a:custGeom>
              <a:avLst/>
              <a:gdLst/>
              <a:ahLst/>
              <a:cxnLst/>
              <a:rect l="l" t="t" r="r" b="b"/>
              <a:pathLst>
                <a:path w="267836" h="46351" extrusionOk="0">
                  <a:moveTo>
                    <a:pt x="0" y="0"/>
                  </a:moveTo>
                  <a:lnTo>
                    <a:pt x="0" y="46350"/>
                  </a:lnTo>
                  <a:lnTo>
                    <a:pt x="267835" y="46350"/>
                  </a:lnTo>
                  <a:lnTo>
                    <a:pt x="26783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1" name="Google Shape;6001;p36"/>
            <p:cNvSpPr/>
            <p:nvPr/>
          </p:nvSpPr>
          <p:spPr>
            <a:xfrm>
              <a:off x="363575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2" name="Google Shape;6002;p36"/>
            <p:cNvSpPr/>
            <p:nvPr/>
          </p:nvSpPr>
          <p:spPr>
            <a:xfrm>
              <a:off x="4341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3" name="Google Shape;6003;p36"/>
            <p:cNvSpPr/>
            <p:nvPr/>
          </p:nvSpPr>
          <p:spPr>
            <a:xfrm>
              <a:off x="785300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044" y="49155"/>
                  </a:lnTo>
                  <a:lnTo>
                    <a:pt x="14044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4" name="Google Shape;6004;p36"/>
            <p:cNvSpPr/>
            <p:nvPr/>
          </p:nvSpPr>
          <p:spPr>
            <a:xfrm>
              <a:off x="867350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480" y="49155"/>
                  </a:lnTo>
                  <a:lnTo>
                    <a:pt x="7480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5" name="Google Shape;6005;p36"/>
            <p:cNvSpPr/>
            <p:nvPr/>
          </p:nvSpPr>
          <p:spPr>
            <a:xfrm>
              <a:off x="119507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6" name="Google Shape;6006;p36"/>
            <p:cNvSpPr/>
            <p:nvPr/>
          </p:nvSpPr>
          <p:spPr>
            <a:xfrm>
              <a:off x="1277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7957" y="47782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7" name="Google Shape;6007;p36"/>
            <p:cNvSpPr/>
            <p:nvPr/>
          </p:nvSpPr>
          <p:spPr>
            <a:xfrm>
              <a:off x="1616300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3" y="49155"/>
                  </a:lnTo>
                  <a:lnTo>
                    <a:pt x="14523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8" name="Google Shape;6008;p36"/>
            <p:cNvSpPr/>
            <p:nvPr/>
          </p:nvSpPr>
          <p:spPr>
            <a:xfrm>
              <a:off x="1698375" y="-634175"/>
              <a:ext cx="210875" cy="1228900"/>
            </a:xfrm>
            <a:custGeom>
              <a:avLst/>
              <a:gdLst/>
              <a:ahLst/>
              <a:cxnLst/>
              <a:rect l="l" t="t" r="r" b="b"/>
              <a:pathLst>
                <a:path w="843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35" y="49155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9" name="Google Shape;6009;p36"/>
            <p:cNvSpPr/>
            <p:nvPr/>
          </p:nvSpPr>
          <p:spPr>
            <a:xfrm>
              <a:off x="2038025" y="-634175"/>
              <a:ext cx="351150" cy="1194575"/>
            </a:xfrm>
            <a:custGeom>
              <a:avLst/>
              <a:gdLst/>
              <a:ahLst/>
              <a:cxnLst/>
              <a:rect l="l" t="t" r="r" b="b"/>
              <a:pathLst>
                <a:path w="1404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045" y="47782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0" name="Google Shape;6010;p36"/>
            <p:cNvSpPr/>
            <p:nvPr/>
          </p:nvSpPr>
          <p:spPr>
            <a:xfrm>
              <a:off x="2108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1" name="Google Shape;6011;p36"/>
            <p:cNvSpPr/>
            <p:nvPr/>
          </p:nvSpPr>
          <p:spPr>
            <a:xfrm>
              <a:off x="24478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2" name="Google Shape;6012;p36"/>
            <p:cNvSpPr/>
            <p:nvPr/>
          </p:nvSpPr>
          <p:spPr>
            <a:xfrm>
              <a:off x="25293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3" name="Google Shape;6013;p36"/>
            <p:cNvSpPr/>
            <p:nvPr/>
          </p:nvSpPr>
          <p:spPr>
            <a:xfrm>
              <a:off x="28929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4" name="Google Shape;6014;p36"/>
            <p:cNvSpPr/>
            <p:nvPr/>
          </p:nvSpPr>
          <p:spPr>
            <a:xfrm>
              <a:off x="29739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5" name="Google Shape;6015;p36"/>
            <p:cNvSpPr/>
            <p:nvPr/>
          </p:nvSpPr>
          <p:spPr>
            <a:xfrm>
              <a:off x="3325600" y="-634175"/>
              <a:ext cx="374500" cy="1228900"/>
            </a:xfrm>
            <a:custGeom>
              <a:avLst/>
              <a:gdLst/>
              <a:ahLst/>
              <a:cxnLst/>
              <a:rect l="l" t="t" r="r" b="b"/>
              <a:pathLst>
                <a:path w="1498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79" y="49155"/>
                  </a:lnTo>
                  <a:lnTo>
                    <a:pt x="1497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6" name="Google Shape;6016;p36"/>
            <p:cNvSpPr/>
            <p:nvPr/>
          </p:nvSpPr>
          <p:spPr>
            <a:xfrm>
              <a:off x="3407650" y="-634175"/>
              <a:ext cx="210375" cy="1228900"/>
            </a:xfrm>
            <a:custGeom>
              <a:avLst/>
              <a:gdLst/>
              <a:ahLst/>
              <a:cxnLst/>
              <a:rect l="l" t="t" r="r" b="b"/>
              <a:pathLst>
                <a:path w="841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15" y="49155"/>
                  </a:lnTo>
                  <a:lnTo>
                    <a:pt x="841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7" name="Google Shape;6017;p36"/>
            <p:cNvSpPr/>
            <p:nvPr/>
          </p:nvSpPr>
          <p:spPr>
            <a:xfrm>
              <a:off x="3770675" y="-634175"/>
              <a:ext cx="385950" cy="1194575"/>
            </a:xfrm>
            <a:custGeom>
              <a:avLst/>
              <a:gdLst/>
              <a:ahLst/>
              <a:cxnLst/>
              <a:rect l="l" t="t" r="r" b="b"/>
              <a:pathLst>
                <a:path w="1543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5438" y="47782"/>
                  </a:lnTo>
                  <a:lnTo>
                    <a:pt x="15438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8" name="Google Shape;6018;p36"/>
            <p:cNvSpPr/>
            <p:nvPr/>
          </p:nvSpPr>
          <p:spPr>
            <a:xfrm>
              <a:off x="38641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9" name="Google Shape;6019;p36"/>
            <p:cNvSpPr/>
            <p:nvPr/>
          </p:nvSpPr>
          <p:spPr>
            <a:xfrm>
              <a:off x="42267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0" name="Google Shape;6020;p36"/>
            <p:cNvSpPr/>
            <p:nvPr/>
          </p:nvSpPr>
          <p:spPr>
            <a:xfrm>
              <a:off x="4308775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481" y="49155"/>
                  </a:lnTo>
                  <a:lnTo>
                    <a:pt x="748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1" name="Google Shape;6021;p36"/>
            <p:cNvSpPr/>
            <p:nvPr/>
          </p:nvSpPr>
          <p:spPr>
            <a:xfrm>
              <a:off x="46718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2" name="Google Shape;6022;p36"/>
            <p:cNvSpPr/>
            <p:nvPr/>
          </p:nvSpPr>
          <p:spPr>
            <a:xfrm>
              <a:off x="47419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3" name="Google Shape;6023;p36"/>
            <p:cNvSpPr/>
            <p:nvPr/>
          </p:nvSpPr>
          <p:spPr>
            <a:xfrm>
              <a:off x="51164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4" name="Google Shape;6024;p36"/>
            <p:cNvSpPr/>
            <p:nvPr/>
          </p:nvSpPr>
          <p:spPr>
            <a:xfrm>
              <a:off x="51984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5" name="Google Shape;6025;p36"/>
            <p:cNvSpPr/>
            <p:nvPr/>
          </p:nvSpPr>
          <p:spPr>
            <a:xfrm>
              <a:off x="5549600" y="-634175"/>
              <a:ext cx="375000" cy="1228900"/>
            </a:xfrm>
            <a:custGeom>
              <a:avLst/>
              <a:gdLst/>
              <a:ahLst/>
              <a:cxnLst/>
              <a:rect l="l" t="t" r="r" b="b"/>
              <a:pathLst>
                <a:path w="1500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99" y="49155"/>
                  </a:lnTo>
                  <a:lnTo>
                    <a:pt x="1499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6" name="Google Shape;6026;p36"/>
            <p:cNvSpPr/>
            <p:nvPr/>
          </p:nvSpPr>
          <p:spPr>
            <a:xfrm>
              <a:off x="5631650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957" y="49155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7" name="Google Shape;6027;p36"/>
            <p:cNvSpPr/>
            <p:nvPr/>
          </p:nvSpPr>
          <p:spPr>
            <a:xfrm>
              <a:off x="60066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8" name="Google Shape;6028;p36"/>
            <p:cNvSpPr/>
            <p:nvPr/>
          </p:nvSpPr>
          <p:spPr>
            <a:xfrm>
              <a:off x="60767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9" name="Google Shape;6029;p36"/>
            <p:cNvSpPr/>
            <p:nvPr/>
          </p:nvSpPr>
          <p:spPr>
            <a:xfrm>
              <a:off x="6451225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045" y="49155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0" name="Google Shape;6030;p36"/>
            <p:cNvSpPr/>
            <p:nvPr/>
          </p:nvSpPr>
          <p:spPr>
            <a:xfrm>
              <a:off x="6532775" y="-634175"/>
              <a:ext cx="187525" cy="1228900"/>
            </a:xfrm>
            <a:custGeom>
              <a:avLst/>
              <a:gdLst/>
              <a:ahLst/>
              <a:cxnLst/>
              <a:rect l="l" t="t" r="r" b="b"/>
              <a:pathLst>
                <a:path w="750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501" y="49155"/>
                  </a:lnTo>
                  <a:lnTo>
                    <a:pt x="750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1" name="Google Shape;6031;p36"/>
            <p:cNvSpPr/>
            <p:nvPr/>
          </p:nvSpPr>
          <p:spPr>
            <a:xfrm>
              <a:off x="6884400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2" name="Google Shape;6032;p36"/>
            <p:cNvSpPr/>
            <p:nvPr/>
          </p:nvSpPr>
          <p:spPr>
            <a:xfrm>
              <a:off x="69783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3" name="Google Shape;6033;p36"/>
            <p:cNvSpPr/>
            <p:nvPr/>
          </p:nvSpPr>
          <p:spPr>
            <a:xfrm>
              <a:off x="211400" y="-634175"/>
              <a:ext cx="7094250" cy="25"/>
            </a:xfrm>
            <a:custGeom>
              <a:avLst/>
              <a:gdLst/>
              <a:ahLst/>
              <a:cxnLst/>
              <a:rect l="l" t="t" r="r" b="b"/>
              <a:pathLst>
                <a:path w="283770" h="1" fill="none" extrusionOk="0">
                  <a:moveTo>
                    <a:pt x="0" y="0"/>
                  </a:moveTo>
                  <a:lnTo>
                    <a:pt x="283769" y="0"/>
                  </a:lnTo>
                </a:path>
              </a:pathLst>
            </a:custGeom>
            <a:noFill/>
            <a:ln w="46750" cap="flat" cmpd="sng">
              <a:solidFill>
                <a:srgbClr val="FFB726"/>
              </a:solidFill>
              <a:prstDash val="solid"/>
              <a:miter lim="198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4" name="Google Shape;6034;p36"/>
            <p:cNvSpPr/>
            <p:nvPr/>
          </p:nvSpPr>
          <p:spPr>
            <a:xfrm>
              <a:off x="7287225" y="-693375"/>
              <a:ext cx="127825" cy="128350"/>
            </a:xfrm>
            <a:custGeom>
              <a:avLst/>
              <a:gdLst/>
              <a:ahLst/>
              <a:cxnLst/>
              <a:rect l="l" t="t" r="r" b="b"/>
              <a:pathLst>
                <a:path w="5113" h="5134" extrusionOk="0">
                  <a:moveTo>
                    <a:pt x="2566" y="1"/>
                  </a:moveTo>
                  <a:cubicBezTo>
                    <a:pt x="1134" y="1"/>
                    <a:pt x="0" y="1155"/>
                    <a:pt x="0" y="2567"/>
                  </a:cubicBezTo>
                  <a:cubicBezTo>
                    <a:pt x="0" y="3979"/>
                    <a:pt x="1134" y="5133"/>
                    <a:pt x="2566" y="5133"/>
                  </a:cubicBezTo>
                  <a:cubicBezTo>
                    <a:pt x="3979" y="5133"/>
                    <a:pt x="5113" y="3979"/>
                    <a:pt x="5113" y="2567"/>
                  </a:cubicBezTo>
                  <a:cubicBezTo>
                    <a:pt x="5113" y="1155"/>
                    <a:pt x="3979" y="1"/>
                    <a:pt x="2566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5" name="Google Shape;6035;p36"/>
            <p:cNvSpPr/>
            <p:nvPr/>
          </p:nvSpPr>
          <p:spPr>
            <a:xfrm>
              <a:off x="193475" y="-693375"/>
              <a:ext cx="128350" cy="128350"/>
            </a:xfrm>
            <a:custGeom>
              <a:avLst/>
              <a:gdLst/>
              <a:ahLst/>
              <a:cxnLst/>
              <a:rect l="l" t="t" r="r" b="b"/>
              <a:pathLst>
                <a:path w="5134" h="5134" extrusionOk="0">
                  <a:moveTo>
                    <a:pt x="2567" y="1"/>
                  </a:moveTo>
                  <a:cubicBezTo>
                    <a:pt x="1155" y="1"/>
                    <a:pt x="1" y="1155"/>
                    <a:pt x="1" y="2567"/>
                  </a:cubicBezTo>
                  <a:cubicBezTo>
                    <a:pt x="1" y="3979"/>
                    <a:pt x="1155" y="5133"/>
                    <a:pt x="2567" y="5133"/>
                  </a:cubicBezTo>
                  <a:cubicBezTo>
                    <a:pt x="3979" y="5133"/>
                    <a:pt x="5133" y="3979"/>
                    <a:pt x="5133" y="2567"/>
                  </a:cubicBezTo>
                  <a:cubicBezTo>
                    <a:pt x="5133" y="1155"/>
                    <a:pt x="3979" y="1"/>
                    <a:pt x="2567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8_1_1_1">
    <p:spTree>
      <p:nvGrpSpPr>
        <p:cNvPr id="1" name="Shape 6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7" name="Google Shape;6037;p37"/>
          <p:cNvGrpSpPr/>
          <p:nvPr/>
        </p:nvGrpSpPr>
        <p:grpSpPr>
          <a:xfrm flipH="1">
            <a:off x="207741" y="347143"/>
            <a:ext cx="8303665" cy="4656807"/>
            <a:chOff x="440375" y="347143"/>
            <a:chExt cx="8303665" cy="4656807"/>
          </a:xfrm>
        </p:grpSpPr>
        <p:sp>
          <p:nvSpPr>
            <p:cNvPr id="6038" name="Google Shape;6038;p37"/>
            <p:cNvSpPr/>
            <p:nvPr/>
          </p:nvSpPr>
          <p:spPr>
            <a:xfrm>
              <a:off x="440375" y="683150"/>
              <a:ext cx="8033600" cy="4320800"/>
            </a:xfrm>
            <a:custGeom>
              <a:avLst/>
              <a:gdLst/>
              <a:ahLst/>
              <a:cxnLst/>
              <a:rect l="l" t="t" r="r" b="b"/>
              <a:pathLst>
                <a:path w="321344" h="172832" extrusionOk="0">
                  <a:moveTo>
                    <a:pt x="308296" y="0"/>
                  </a:moveTo>
                  <a:lnTo>
                    <a:pt x="0" y="172832"/>
                  </a:lnTo>
                  <a:lnTo>
                    <a:pt x="299572" y="171503"/>
                  </a:lnTo>
                  <a:lnTo>
                    <a:pt x="321344" y="10525"/>
                  </a:lnTo>
                  <a:close/>
                </a:path>
              </a:pathLst>
            </a:custGeom>
            <a:gradFill>
              <a:gsLst>
                <a:gs pos="0">
                  <a:srgbClr val="FFF6DB">
                    <a:alpha val="1960"/>
                  </a:srgbClr>
                </a:gs>
                <a:gs pos="100000">
                  <a:srgbClr val="FAD25C">
                    <a:alpha val="29411"/>
                  </a:srgbClr>
                </a:gs>
              </a:gsLst>
              <a:lin ang="18900044" scaled="0"/>
            </a:gradFill>
            <a:ln>
              <a:noFill/>
            </a:ln>
          </p:spPr>
        </p:sp>
        <p:grpSp>
          <p:nvGrpSpPr>
            <p:cNvPr id="6039" name="Google Shape;6039;p37"/>
            <p:cNvGrpSpPr/>
            <p:nvPr/>
          </p:nvGrpSpPr>
          <p:grpSpPr>
            <a:xfrm>
              <a:off x="8076260" y="347143"/>
              <a:ext cx="667780" cy="667824"/>
              <a:chOff x="8304860" y="-186257"/>
              <a:chExt cx="667780" cy="667824"/>
            </a:xfrm>
          </p:grpSpPr>
          <p:sp>
            <p:nvSpPr>
              <p:cNvPr id="6040" name="Google Shape;6040;p37"/>
              <p:cNvSpPr/>
              <p:nvPr/>
            </p:nvSpPr>
            <p:spPr>
              <a:xfrm rot="2373635">
                <a:off x="8691939" y="-98328"/>
                <a:ext cx="154012" cy="122309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1929" extrusionOk="0">
                    <a:moveTo>
                      <a:pt x="250" y="1929"/>
                    </a:moveTo>
                    <a:lnTo>
                      <a:pt x="0" y="464"/>
                    </a:lnTo>
                    <a:cubicBezTo>
                      <a:pt x="0" y="464"/>
                      <a:pt x="1215" y="0"/>
                      <a:pt x="2429" y="464"/>
                    </a:cubicBezTo>
                    <a:lnTo>
                      <a:pt x="2179" y="192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1" name="Google Shape;6041;p37"/>
              <p:cNvSpPr/>
              <p:nvPr/>
            </p:nvSpPr>
            <p:spPr>
              <a:xfrm rot="2373635">
                <a:off x="8393925" y="-72211"/>
                <a:ext cx="505848" cy="410740"/>
              </a:xfrm>
              <a:custGeom>
                <a:avLst/>
                <a:gdLst/>
                <a:ahLst/>
                <a:cxnLst/>
                <a:rect l="l" t="t" r="r" b="b"/>
                <a:pathLst>
                  <a:path w="7978" h="6478" extrusionOk="0">
                    <a:moveTo>
                      <a:pt x="0" y="834"/>
                    </a:moveTo>
                    <a:lnTo>
                      <a:pt x="476" y="6478"/>
                    </a:lnTo>
                    <a:cubicBezTo>
                      <a:pt x="2703" y="5787"/>
                      <a:pt x="4977" y="5811"/>
                      <a:pt x="7513" y="6478"/>
                    </a:cubicBezTo>
                    <a:lnTo>
                      <a:pt x="7977" y="834"/>
                    </a:lnTo>
                    <a:cubicBezTo>
                      <a:pt x="5703" y="1"/>
                      <a:pt x="2429" y="1"/>
                      <a:pt x="0" y="8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2" name="Google Shape;6042;p37"/>
              <p:cNvSpPr/>
              <p:nvPr/>
            </p:nvSpPr>
            <p:spPr>
              <a:xfrm rot="2373635">
                <a:off x="8289601" y="239826"/>
                <a:ext cx="446184" cy="112545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1775" extrusionOk="0">
                    <a:moveTo>
                      <a:pt x="0" y="798"/>
                    </a:moveTo>
                    <a:lnTo>
                      <a:pt x="1048" y="1655"/>
                    </a:lnTo>
                    <a:lnTo>
                      <a:pt x="5692" y="1774"/>
                    </a:lnTo>
                    <a:lnTo>
                      <a:pt x="7037" y="798"/>
                    </a:lnTo>
                    <a:cubicBezTo>
                      <a:pt x="4656" y="84"/>
                      <a:pt x="2513" y="0"/>
                      <a:pt x="0" y="7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3" name="Google Shape;6043;p37"/>
              <p:cNvSpPr/>
              <p:nvPr/>
            </p:nvSpPr>
            <p:spPr>
              <a:xfrm rot="2373635">
                <a:off x="8345212" y="270738"/>
                <a:ext cx="319373" cy="67210"/>
              </a:xfrm>
              <a:custGeom>
                <a:avLst/>
                <a:gdLst/>
                <a:ahLst/>
                <a:cxnLst/>
                <a:rect l="l" t="t" r="r" b="b"/>
                <a:pathLst>
                  <a:path w="5037" h="1060" extrusionOk="0">
                    <a:moveTo>
                      <a:pt x="5037" y="524"/>
                    </a:moveTo>
                    <a:cubicBezTo>
                      <a:pt x="5037" y="822"/>
                      <a:pt x="3906" y="1060"/>
                      <a:pt x="2525" y="1060"/>
                    </a:cubicBezTo>
                    <a:cubicBezTo>
                      <a:pt x="1132" y="1060"/>
                      <a:pt x="1" y="822"/>
                      <a:pt x="1" y="524"/>
                    </a:cubicBezTo>
                    <a:cubicBezTo>
                      <a:pt x="1" y="238"/>
                      <a:pt x="1132" y="0"/>
                      <a:pt x="2525" y="0"/>
                    </a:cubicBezTo>
                    <a:cubicBezTo>
                      <a:pt x="3906" y="0"/>
                      <a:pt x="5037" y="238"/>
                      <a:pt x="5037" y="5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044" name="Google Shape;6044;p37"/>
          <p:cNvGrpSpPr/>
          <p:nvPr/>
        </p:nvGrpSpPr>
        <p:grpSpPr>
          <a:xfrm>
            <a:off x="645991" y="347143"/>
            <a:ext cx="8303665" cy="4656807"/>
            <a:chOff x="440375" y="347143"/>
            <a:chExt cx="8303665" cy="4656807"/>
          </a:xfrm>
        </p:grpSpPr>
        <p:sp>
          <p:nvSpPr>
            <p:cNvPr id="6045" name="Google Shape;6045;p37"/>
            <p:cNvSpPr/>
            <p:nvPr/>
          </p:nvSpPr>
          <p:spPr>
            <a:xfrm>
              <a:off x="440375" y="683150"/>
              <a:ext cx="8033600" cy="4320800"/>
            </a:xfrm>
            <a:custGeom>
              <a:avLst/>
              <a:gdLst/>
              <a:ahLst/>
              <a:cxnLst/>
              <a:rect l="l" t="t" r="r" b="b"/>
              <a:pathLst>
                <a:path w="321344" h="172832" extrusionOk="0">
                  <a:moveTo>
                    <a:pt x="308296" y="0"/>
                  </a:moveTo>
                  <a:lnTo>
                    <a:pt x="0" y="172832"/>
                  </a:lnTo>
                  <a:lnTo>
                    <a:pt x="299572" y="171503"/>
                  </a:lnTo>
                  <a:lnTo>
                    <a:pt x="321344" y="10525"/>
                  </a:lnTo>
                  <a:close/>
                </a:path>
              </a:pathLst>
            </a:custGeom>
            <a:gradFill>
              <a:gsLst>
                <a:gs pos="0">
                  <a:srgbClr val="FFF6DB">
                    <a:alpha val="1960"/>
                  </a:srgbClr>
                </a:gs>
                <a:gs pos="100000">
                  <a:srgbClr val="FAD25C">
                    <a:alpha val="29411"/>
                  </a:srgbClr>
                </a:gs>
              </a:gsLst>
              <a:lin ang="18900044" scaled="0"/>
            </a:gradFill>
            <a:ln>
              <a:noFill/>
            </a:ln>
          </p:spPr>
        </p:sp>
        <p:grpSp>
          <p:nvGrpSpPr>
            <p:cNvPr id="6046" name="Google Shape;6046;p37"/>
            <p:cNvGrpSpPr/>
            <p:nvPr/>
          </p:nvGrpSpPr>
          <p:grpSpPr>
            <a:xfrm>
              <a:off x="8076260" y="347143"/>
              <a:ext cx="667780" cy="667824"/>
              <a:chOff x="8304860" y="-186257"/>
              <a:chExt cx="667780" cy="667824"/>
            </a:xfrm>
          </p:grpSpPr>
          <p:sp>
            <p:nvSpPr>
              <p:cNvPr id="6047" name="Google Shape;6047;p37"/>
              <p:cNvSpPr/>
              <p:nvPr/>
            </p:nvSpPr>
            <p:spPr>
              <a:xfrm rot="2373635">
                <a:off x="8691939" y="-98328"/>
                <a:ext cx="154012" cy="122309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1929" extrusionOk="0">
                    <a:moveTo>
                      <a:pt x="250" y="1929"/>
                    </a:moveTo>
                    <a:lnTo>
                      <a:pt x="0" y="464"/>
                    </a:lnTo>
                    <a:cubicBezTo>
                      <a:pt x="0" y="464"/>
                      <a:pt x="1215" y="0"/>
                      <a:pt x="2429" y="464"/>
                    </a:cubicBezTo>
                    <a:lnTo>
                      <a:pt x="2179" y="192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8" name="Google Shape;6048;p37"/>
              <p:cNvSpPr/>
              <p:nvPr/>
            </p:nvSpPr>
            <p:spPr>
              <a:xfrm rot="2373635">
                <a:off x="8393925" y="-72211"/>
                <a:ext cx="505848" cy="410740"/>
              </a:xfrm>
              <a:custGeom>
                <a:avLst/>
                <a:gdLst/>
                <a:ahLst/>
                <a:cxnLst/>
                <a:rect l="l" t="t" r="r" b="b"/>
                <a:pathLst>
                  <a:path w="7978" h="6478" extrusionOk="0">
                    <a:moveTo>
                      <a:pt x="0" y="834"/>
                    </a:moveTo>
                    <a:lnTo>
                      <a:pt x="476" y="6478"/>
                    </a:lnTo>
                    <a:cubicBezTo>
                      <a:pt x="2703" y="5787"/>
                      <a:pt x="4977" y="5811"/>
                      <a:pt x="7513" y="6478"/>
                    </a:cubicBezTo>
                    <a:lnTo>
                      <a:pt x="7977" y="834"/>
                    </a:lnTo>
                    <a:cubicBezTo>
                      <a:pt x="5703" y="1"/>
                      <a:pt x="2429" y="1"/>
                      <a:pt x="0" y="8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9" name="Google Shape;6049;p37"/>
              <p:cNvSpPr/>
              <p:nvPr/>
            </p:nvSpPr>
            <p:spPr>
              <a:xfrm rot="2373635">
                <a:off x="8289601" y="239826"/>
                <a:ext cx="446184" cy="112545"/>
              </a:xfrm>
              <a:custGeom>
                <a:avLst/>
                <a:gdLst/>
                <a:ahLst/>
                <a:cxnLst/>
                <a:rect l="l" t="t" r="r" b="b"/>
                <a:pathLst>
                  <a:path w="7037" h="1775" extrusionOk="0">
                    <a:moveTo>
                      <a:pt x="0" y="798"/>
                    </a:moveTo>
                    <a:lnTo>
                      <a:pt x="1048" y="1655"/>
                    </a:lnTo>
                    <a:lnTo>
                      <a:pt x="5692" y="1774"/>
                    </a:lnTo>
                    <a:lnTo>
                      <a:pt x="7037" y="798"/>
                    </a:lnTo>
                    <a:cubicBezTo>
                      <a:pt x="4656" y="84"/>
                      <a:pt x="2513" y="0"/>
                      <a:pt x="0" y="7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0" name="Google Shape;6050;p37"/>
              <p:cNvSpPr/>
              <p:nvPr/>
            </p:nvSpPr>
            <p:spPr>
              <a:xfrm rot="2373635">
                <a:off x="8345212" y="270738"/>
                <a:ext cx="319373" cy="67210"/>
              </a:xfrm>
              <a:custGeom>
                <a:avLst/>
                <a:gdLst/>
                <a:ahLst/>
                <a:cxnLst/>
                <a:rect l="l" t="t" r="r" b="b"/>
                <a:pathLst>
                  <a:path w="5037" h="1060" extrusionOk="0">
                    <a:moveTo>
                      <a:pt x="5037" y="524"/>
                    </a:moveTo>
                    <a:cubicBezTo>
                      <a:pt x="5037" y="822"/>
                      <a:pt x="3906" y="1060"/>
                      <a:pt x="2525" y="1060"/>
                    </a:cubicBezTo>
                    <a:cubicBezTo>
                      <a:pt x="1132" y="1060"/>
                      <a:pt x="1" y="822"/>
                      <a:pt x="1" y="524"/>
                    </a:cubicBezTo>
                    <a:cubicBezTo>
                      <a:pt x="1" y="238"/>
                      <a:pt x="1132" y="0"/>
                      <a:pt x="2525" y="0"/>
                    </a:cubicBezTo>
                    <a:cubicBezTo>
                      <a:pt x="3906" y="0"/>
                      <a:pt x="5037" y="238"/>
                      <a:pt x="5037" y="5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051" name="Google Shape;6051;p37"/>
          <p:cNvSpPr/>
          <p:nvPr/>
        </p:nvSpPr>
        <p:spPr>
          <a:xfrm>
            <a:off x="-7175" y="4400950"/>
            <a:ext cx="9158700" cy="896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52" name="Google Shape;6052;p37"/>
          <p:cNvGrpSpPr/>
          <p:nvPr/>
        </p:nvGrpSpPr>
        <p:grpSpPr>
          <a:xfrm flipH="1">
            <a:off x="8748255" y="351525"/>
            <a:ext cx="395408" cy="4589441"/>
            <a:chOff x="-36750" y="-31225"/>
            <a:chExt cx="441205" cy="5174700"/>
          </a:xfrm>
        </p:grpSpPr>
        <p:sp>
          <p:nvSpPr>
            <p:cNvPr id="6053" name="Google Shape;6053;p37"/>
            <p:cNvSpPr/>
            <p:nvPr/>
          </p:nvSpPr>
          <p:spPr>
            <a:xfrm>
              <a:off x="-30545" y="-31225"/>
              <a:ext cx="435000" cy="517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4" name="Google Shape;6054;p37"/>
            <p:cNvSpPr/>
            <p:nvPr/>
          </p:nvSpPr>
          <p:spPr>
            <a:xfrm>
              <a:off x="-30545" y="-31225"/>
              <a:ext cx="291600" cy="5174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5" name="Google Shape;6055;p37"/>
            <p:cNvSpPr/>
            <p:nvPr/>
          </p:nvSpPr>
          <p:spPr>
            <a:xfrm>
              <a:off x="-36750" y="-31225"/>
              <a:ext cx="167700" cy="517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56" name="Google Shape;6056;p37"/>
          <p:cNvGrpSpPr/>
          <p:nvPr/>
        </p:nvGrpSpPr>
        <p:grpSpPr>
          <a:xfrm>
            <a:off x="-870" y="444775"/>
            <a:ext cx="395408" cy="4589441"/>
            <a:chOff x="-36750" y="-31225"/>
            <a:chExt cx="441205" cy="5174700"/>
          </a:xfrm>
        </p:grpSpPr>
        <p:sp>
          <p:nvSpPr>
            <p:cNvPr id="6057" name="Google Shape;6057;p37"/>
            <p:cNvSpPr/>
            <p:nvPr/>
          </p:nvSpPr>
          <p:spPr>
            <a:xfrm>
              <a:off x="-30545" y="-31225"/>
              <a:ext cx="435000" cy="517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8" name="Google Shape;6058;p37"/>
            <p:cNvSpPr/>
            <p:nvPr/>
          </p:nvSpPr>
          <p:spPr>
            <a:xfrm>
              <a:off x="-30545" y="-31225"/>
              <a:ext cx="291600" cy="5174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9" name="Google Shape;6059;p37"/>
            <p:cNvSpPr/>
            <p:nvPr/>
          </p:nvSpPr>
          <p:spPr>
            <a:xfrm>
              <a:off x="-36750" y="-31225"/>
              <a:ext cx="167700" cy="51747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60" name="Google Shape;6060;p37"/>
          <p:cNvGrpSpPr/>
          <p:nvPr/>
        </p:nvGrpSpPr>
        <p:grpSpPr>
          <a:xfrm>
            <a:off x="-417858" y="-823150"/>
            <a:ext cx="9978772" cy="1382075"/>
            <a:chOff x="193475" y="-693375"/>
            <a:chExt cx="7221575" cy="1382075"/>
          </a:xfrm>
        </p:grpSpPr>
        <p:sp>
          <p:nvSpPr>
            <p:cNvPr id="6061" name="Google Shape;6061;p37"/>
            <p:cNvSpPr/>
            <p:nvPr/>
          </p:nvSpPr>
          <p:spPr>
            <a:xfrm>
              <a:off x="363575" y="384325"/>
              <a:ext cx="6883875" cy="304375"/>
            </a:xfrm>
            <a:custGeom>
              <a:avLst/>
              <a:gdLst/>
              <a:ahLst/>
              <a:cxnLst/>
              <a:rect l="l" t="t" r="r" b="b"/>
              <a:pathLst>
                <a:path w="275355" h="12175" extrusionOk="0">
                  <a:moveTo>
                    <a:pt x="0" y="0"/>
                  </a:moveTo>
                  <a:lnTo>
                    <a:pt x="0" y="9390"/>
                  </a:lnTo>
                  <a:lnTo>
                    <a:pt x="0" y="10782"/>
                  </a:lnTo>
                  <a:lnTo>
                    <a:pt x="14522" y="10782"/>
                  </a:lnTo>
                  <a:lnTo>
                    <a:pt x="14522" y="9370"/>
                  </a:lnTo>
                  <a:lnTo>
                    <a:pt x="16869" y="9370"/>
                  </a:lnTo>
                  <a:lnTo>
                    <a:pt x="16869" y="12175"/>
                  </a:lnTo>
                  <a:lnTo>
                    <a:pt x="30913" y="12175"/>
                  </a:lnTo>
                  <a:lnTo>
                    <a:pt x="30913" y="9370"/>
                  </a:lnTo>
                  <a:lnTo>
                    <a:pt x="33261" y="9370"/>
                  </a:lnTo>
                  <a:lnTo>
                    <a:pt x="33261" y="10782"/>
                  </a:lnTo>
                  <a:lnTo>
                    <a:pt x="47782" y="10782"/>
                  </a:lnTo>
                  <a:lnTo>
                    <a:pt x="47782" y="9370"/>
                  </a:lnTo>
                  <a:lnTo>
                    <a:pt x="50110" y="9370"/>
                  </a:lnTo>
                  <a:lnTo>
                    <a:pt x="50110" y="12175"/>
                  </a:lnTo>
                  <a:lnTo>
                    <a:pt x="64632" y="12175"/>
                  </a:lnTo>
                  <a:lnTo>
                    <a:pt x="64632" y="9370"/>
                  </a:lnTo>
                  <a:lnTo>
                    <a:pt x="66979" y="9370"/>
                  </a:lnTo>
                  <a:lnTo>
                    <a:pt x="66979" y="10782"/>
                  </a:lnTo>
                  <a:lnTo>
                    <a:pt x="81023" y="10782"/>
                  </a:lnTo>
                  <a:lnTo>
                    <a:pt x="81023" y="9370"/>
                  </a:lnTo>
                  <a:lnTo>
                    <a:pt x="83370" y="9370"/>
                  </a:lnTo>
                  <a:lnTo>
                    <a:pt x="83370" y="12175"/>
                  </a:lnTo>
                  <a:lnTo>
                    <a:pt x="97892" y="12175"/>
                  </a:lnTo>
                  <a:lnTo>
                    <a:pt x="97892" y="9370"/>
                  </a:lnTo>
                  <a:lnTo>
                    <a:pt x="101174" y="9370"/>
                  </a:lnTo>
                  <a:lnTo>
                    <a:pt x="101174" y="10782"/>
                  </a:lnTo>
                  <a:lnTo>
                    <a:pt x="115656" y="10782"/>
                  </a:lnTo>
                  <a:lnTo>
                    <a:pt x="115656" y="9370"/>
                  </a:lnTo>
                  <a:lnTo>
                    <a:pt x="118481" y="9370"/>
                  </a:lnTo>
                  <a:lnTo>
                    <a:pt x="118481" y="12175"/>
                  </a:lnTo>
                  <a:lnTo>
                    <a:pt x="133460" y="12175"/>
                  </a:lnTo>
                  <a:lnTo>
                    <a:pt x="133460" y="9370"/>
                  </a:lnTo>
                  <a:lnTo>
                    <a:pt x="136285" y="9370"/>
                  </a:lnTo>
                  <a:lnTo>
                    <a:pt x="136285" y="10782"/>
                  </a:lnTo>
                  <a:lnTo>
                    <a:pt x="151722" y="10782"/>
                  </a:lnTo>
                  <a:lnTo>
                    <a:pt x="151722" y="9370"/>
                  </a:lnTo>
                  <a:lnTo>
                    <a:pt x="154527" y="9370"/>
                  </a:lnTo>
                  <a:lnTo>
                    <a:pt x="154527" y="12175"/>
                  </a:lnTo>
                  <a:lnTo>
                    <a:pt x="169048" y="12175"/>
                  </a:lnTo>
                  <a:lnTo>
                    <a:pt x="169048" y="9370"/>
                  </a:lnTo>
                  <a:lnTo>
                    <a:pt x="172331" y="9370"/>
                  </a:lnTo>
                  <a:lnTo>
                    <a:pt x="172331" y="10782"/>
                  </a:lnTo>
                  <a:lnTo>
                    <a:pt x="186852" y="10782"/>
                  </a:lnTo>
                  <a:lnTo>
                    <a:pt x="186852" y="9370"/>
                  </a:lnTo>
                  <a:lnTo>
                    <a:pt x="190115" y="9370"/>
                  </a:lnTo>
                  <a:lnTo>
                    <a:pt x="190115" y="12175"/>
                  </a:lnTo>
                  <a:lnTo>
                    <a:pt x="204636" y="12175"/>
                  </a:lnTo>
                  <a:lnTo>
                    <a:pt x="204636" y="9370"/>
                  </a:lnTo>
                  <a:lnTo>
                    <a:pt x="207441" y="9370"/>
                  </a:lnTo>
                  <a:lnTo>
                    <a:pt x="207441" y="12175"/>
                  </a:lnTo>
                  <a:lnTo>
                    <a:pt x="222440" y="12175"/>
                  </a:lnTo>
                  <a:lnTo>
                    <a:pt x="222440" y="9370"/>
                  </a:lnTo>
                  <a:lnTo>
                    <a:pt x="225722" y="9370"/>
                  </a:lnTo>
                  <a:lnTo>
                    <a:pt x="225722" y="10782"/>
                  </a:lnTo>
                  <a:lnTo>
                    <a:pt x="240224" y="10782"/>
                  </a:lnTo>
                  <a:lnTo>
                    <a:pt x="240224" y="9370"/>
                  </a:lnTo>
                  <a:lnTo>
                    <a:pt x="243507" y="9370"/>
                  </a:lnTo>
                  <a:lnTo>
                    <a:pt x="243507" y="12175"/>
                  </a:lnTo>
                  <a:lnTo>
                    <a:pt x="257551" y="12175"/>
                  </a:lnTo>
                  <a:lnTo>
                    <a:pt x="257551" y="9370"/>
                  </a:lnTo>
                  <a:lnTo>
                    <a:pt x="260833" y="9370"/>
                  </a:lnTo>
                  <a:lnTo>
                    <a:pt x="260833" y="10782"/>
                  </a:lnTo>
                  <a:lnTo>
                    <a:pt x="275355" y="10782"/>
                  </a:lnTo>
                  <a:lnTo>
                    <a:pt x="27535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2" name="Google Shape;6062;p37"/>
            <p:cNvSpPr/>
            <p:nvPr/>
          </p:nvSpPr>
          <p:spPr>
            <a:xfrm>
              <a:off x="363575" y="-634175"/>
              <a:ext cx="6695900" cy="1158775"/>
            </a:xfrm>
            <a:custGeom>
              <a:avLst/>
              <a:gdLst/>
              <a:ahLst/>
              <a:cxnLst/>
              <a:rect l="l" t="t" r="r" b="b"/>
              <a:pathLst>
                <a:path w="267836" h="46351" extrusionOk="0">
                  <a:moveTo>
                    <a:pt x="0" y="0"/>
                  </a:moveTo>
                  <a:lnTo>
                    <a:pt x="0" y="46350"/>
                  </a:lnTo>
                  <a:lnTo>
                    <a:pt x="267835" y="46350"/>
                  </a:lnTo>
                  <a:lnTo>
                    <a:pt x="26783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3" name="Google Shape;6063;p37"/>
            <p:cNvSpPr/>
            <p:nvPr/>
          </p:nvSpPr>
          <p:spPr>
            <a:xfrm>
              <a:off x="363575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4" name="Google Shape;6064;p37"/>
            <p:cNvSpPr/>
            <p:nvPr/>
          </p:nvSpPr>
          <p:spPr>
            <a:xfrm>
              <a:off x="4341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5" name="Google Shape;6065;p37"/>
            <p:cNvSpPr/>
            <p:nvPr/>
          </p:nvSpPr>
          <p:spPr>
            <a:xfrm>
              <a:off x="785300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044" y="49155"/>
                  </a:lnTo>
                  <a:lnTo>
                    <a:pt x="14044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6" name="Google Shape;6066;p37"/>
            <p:cNvSpPr/>
            <p:nvPr/>
          </p:nvSpPr>
          <p:spPr>
            <a:xfrm>
              <a:off x="867350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480" y="49155"/>
                  </a:lnTo>
                  <a:lnTo>
                    <a:pt x="7480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7" name="Google Shape;6067;p37"/>
            <p:cNvSpPr/>
            <p:nvPr/>
          </p:nvSpPr>
          <p:spPr>
            <a:xfrm>
              <a:off x="119507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8" name="Google Shape;6068;p37"/>
            <p:cNvSpPr/>
            <p:nvPr/>
          </p:nvSpPr>
          <p:spPr>
            <a:xfrm>
              <a:off x="1277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7957" y="47782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9" name="Google Shape;6069;p37"/>
            <p:cNvSpPr/>
            <p:nvPr/>
          </p:nvSpPr>
          <p:spPr>
            <a:xfrm>
              <a:off x="1616300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3" y="49155"/>
                  </a:lnTo>
                  <a:lnTo>
                    <a:pt x="14523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0" name="Google Shape;6070;p37"/>
            <p:cNvSpPr/>
            <p:nvPr/>
          </p:nvSpPr>
          <p:spPr>
            <a:xfrm>
              <a:off x="1698375" y="-634175"/>
              <a:ext cx="210875" cy="1228900"/>
            </a:xfrm>
            <a:custGeom>
              <a:avLst/>
              <a:gdLst/>
              <a:ahLst/>
              <a:cxnLst/>
              <a:rect l="l" t="t" r="r" b="b"/>
              <a:pathLst>
                <a:path w="843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35" y="49155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1" name="Google Shape;6071;p37"/>
            <p:cNvSpPr/>
            <p:nvPr/>
          </p:nvSpPr>
          <p:spPr>
            <a:xfrm>
              <a:off x="2038025" y="-634175"/>
              <a:ext cx="351150" cy="1194575"/>
            </a:xfrm>
            <a:custGeom>
              <a:avLst/>
              <a:gdLst/>
              <a:ahLst/>
              <a:cxnLst/>
              <a:rect l="l" t="t" r="r" b="b"/>
              <a:pathLst>
                <a:path w="1404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045" y="47782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2" name="Google Shape;6072;p37"/>
            <p:cNvSpPr/>
            <p:nvPr/>
          </p:nvSpPr>
          <p:spPr>
            <a:xfrm>
              <a:off x="2108150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3" name="Google Shape;6073;p37"/>
            <p:cNvSpPr/>
            <p:nvPr/>
          </p:nvSpPr>
          <p:spPr>
            <a:xfrm>
              <a:off x="24478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4" name="Google Shape;6074;p37"/>
            <p:cNvSpPr/>
            <p:nvPr/>
          </p:nvSpPr>
          <p:spPr>
            <a:xfrm>
              <a:off x="25293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5" name="Google Shape;6075;p37"/>
            <p:cNvSpPr/>
            <p:nvPr/>
          </p:nvSpPr>
          <p:spPr>
            <a:xfrm>
              <a:off x="28929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6" name="Google Shape;6076;p37"/>
            <p:cNvSpPr/>
            <p:nvPr/>
          </p:nvSpPr>
          <p:spPr>
            <a:xfrm>
              <a:off x="2973975" y="-634175"/>
              <a:ext cx="210900" cy="1194575"/>
            </a:xfrm>
            <a:custGeom>
              <a:avLst/>
              <a:gdLst/>
              <a:ahLst/>
              <a:cxnLst/>
              <a:rect l="l" t="t" r="r" b="b"/>
              <a:pathLst>
                <a:path w="8436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7" name="Google Shape;6077;p37"/>
            <p:cNvSpPr/>
            <p:nvPr/>
          </p:nvSpPr>
          <p:spPr>
            <a:xfrm>
              <a:off x="3325600" y="-634175"/>
              <a:ext cx="374500" cy="1228900"/>
            </a:xfrm>
            <a:custGeom>
              <a:avLst/>
              <a:gdLst/>
              <a:ahLst/>
              <a:cxnLst/>
              <a:rect l="l" t="t" r="r" b="b"/>
              <a:pathLst>
                <a:path w="1498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79" y="49155"/>
                  </a:lnTo>
                  <a:lnTo>
                    <a:pt x="1497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8" name="Google Shape;6078;p37"/>
            <p:cNvSpPr/>
            <p:nvPr/>
          </p:nvSpPr>
          <p:spPr>
            <a:xfrm>
              <a:off x="3407650" y="-634175"/>
              <a:ext cx="210375" cy="1228900"/>
            </a:xfrm>
            <a:custGeom>
              <a:avLst/>
              <a:gdLst/>
              <a:ahLst/>
              <a:cxnLst/>
              <a:rect l="l" t="t" r="r" b="b"/>
              <a:pathLst>
                <a:path w="8415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8415" y="49155"/>
                  </a:lnTo>
                  <a:lnTo>
                    <a:pt x="841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9" name="Google Shape;6079;p37"/>
            <p:cNvSpPr/>
            <p:nvPr/>
          </p:nvSpPr>
          <p:spPr>
            <a:xfrm>
              <a:off x="3770675" y="-634175"/>
              <a:ext cx="385950" cy="1194575"/>
            </a:xfrm>
            <a:custGeom>
              <a:avLst/>
              <a:gdLst/>
              <a:ahLst/>
              <a:cxnLst/>
              <a:rect l="l" t="t" r="r" b="b"/>
              <a:pathLst>
                <a:path w="1543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5438" y="47782"/>
                  </a:lnTo>
                  <a:lnTo>
                    <a:pt x="15438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0" name="Google Shape;6080;p37"/>
            <p:cNvSpPr/>
            <p:nvPr/>
          </p:nvSpPr>
          <p:spPr>
            <a:xfrm>
              <a:off x="38641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1" name="Google Shape;6081;p37"/>
            <p:cNvSpPr/>
            <p:nvPr/>
          </p:nvSpPr>
          <p:spPr>
            <a:xfrm>
              <a:off x="42267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2" name="Google Shape;6082;p37"/>
            <p:cNvSpPr/>
            <p:nvPr/>
          </p:nvSpPr>
          <p:spPr>
            <a:xfrm>
              <a:off x="4308775" y="-634175"/>
              <a:ext cx="187025" cy="1228900"/>
            </a:xfrm>
            <a:custGeom>
              <a:avLst/>
              <a:gdLst/>
              <a:ahLst/>
              <a:cxnLst/>
              <a:rect l="l" t="t" r="r" b="b"/>
              <a:pathLst>
                <a:path w="748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481" y="49155"/>
                  </a:lnTo>
                  <a:lnTo>
                    <a:pt x="748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3" name="Google Shape;6083;p37"/>
            <p:cNvSpPr/>
            <p:nvPr/>
          </p:nvSpPr>
          <p:spPr>
            <a:xfrm>
              <a:off x="46718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4" name="Google Shape;6084;p37"/>
            <p:cNvSpPr/>
            <p:nvPr/>
          </p:nvSpPr>
          <p:spPr>
            <a:xfrm>
              <a:off x="47419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5" name="Google Shape;6085;p37"/>
            <p:cNvSpPr/>
            <p:nvPr/>
          </p:nvSpPr>
          <p:spPr>
            <a:xfrm>
              <a:off x="5116425" y="-634175"/>
              <a:ext cx="363075" cy="1228900"/>
            </a:xfrm>
            <a:custGeom>
              <a:avLst/>
              <a:gdLst/>
              <a:ahLst/>
              <a:cxnLst/>
              <a:rect l="l" t="t" r="r" b="b"/>
              <a:pathLst>
                <a:path w="14523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522" y="49155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6" name="Google Shape;6086;p37"/>
            <p:cNvSpPr/>
            <p:nvPr/>
          </p:nvSpPr>
          <p:spPr>
            <a:xfrm>
              <a:off x="5198475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958" y="49155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7" name="Google Shape;6087;p37"/>
            <p:cNvSpPr/>
            <p:nvPr/>
          </p:nvSpPr>
          <p:spPr>
            <a:xfrm>
              <a:off x="5549600" y="-634175"/>
              <a:ext cx="375000" cy="1228900"/>
            </a:xfrm>
            <a:custGeom>
              <a:avLst/>
              <a:gdLst/>
              <a:ahLst/>
              <a:cxnLst/>
              <a:rect l="l" t="t" r="r" b="b"/>
              <a:pathLst>
                <a:path w="15000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14999" y="49155"/>
                  </a:lnTo>
                  <a:lnTo>
                    <a:pt x="14999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8" name="Google Shape;6088;p37"/>
            <p:cNvSpPr/>
            <p:nvPr/>
          </p:nvSpPr>
          <p:spPr>
            <a:xfrm>
              <a:off x="5631650" y="-634175"/>
              <a:ext cx="198950" cy="1228900"/>
            </a:xfrm>
            <a:custGeom>
              <a:avLst/>
              <a:gdLst/>
              <a:ahLst/>
              <a:cxnLst/>
              <a:rect l="l" t="t" r="r" b="b"/>
              <a:pathLst>
                <a:path w="7958" h="49156" extrusionOk="0">
                  <a:moveTo>
                    <a:pt x="0" y="0"/>
                  </a:moveTo>
                  <a:lnTo>
                    <a:pt x="0" y="49155"/>
                  </a:lnTo>
                  <a:lnTo>
                    <a:pt x="7957" y="49155"/>
                  </a:lnTo>
                  <a:lnTo>
                    <a:pt x="7957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9" name="Google Shape;6089;p37"/>
            <p:cNvSpPr/>
            <p:nvPr/>
          </p:nvSpPr>
          <p:spPr>
            <a:xfrm>
              <a:off x="6006625" y="-634175"/>
              <a:ext cx="363075" cy="1194575"/>
            </a:xfrm>
            <a:custGeom>
              <a:avLst/>
              <a:gdLst/>
              <a:ahLst/>
              <a:cxnLst/>
              <a:rect l="l" t="t" r="r" b="b"/>
              <a:pathLst>
                <a:path w="14523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0" name="Google Shape;6090;p37"/>
            <p:cNvSpPr/>
            <p:nvPr/>
          </p:nvSpPr>
          <p:spPr>
            <a:xfrm>
              <a:off x="6076750" y="-634175"/>
              <a:ext cx="210875" cy="1194575"/>
            </a:xfrm>
            <a:custGeom>
              <a:avLst/>
              <a:gdLst/>
              <a:ahLst/>
              <a:cxnLst/>
              <a:rect l="l" t="t" r="r" b="b"/>
              <a:pathLst>
                <a:path w="8435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8435" y="47782"/>
                  </a:lnTo>
                  <a:lnTo>
                    <a:pt x="8435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1" name="Google Shape;6091;p37"/>
            <p:cNvSpPr/>
            <p:nvPr/>
          </p:nvSpPr>
          <p:spPr>
            <a:xfrm>
              <a:off x="6451225" y="-634175"/>
              <a:ext cx="351125" cy="1228900"/>
            </a:xfrm>
            <a:custGeom>
              <a:avLst/>
              <a:gdLst/>
              <a:ahLst/>
              <a:cxnLst/>
              <a:rect l="l" t="t" r="r" b="b"/>
              <a:pathLst>
                <a:path w="14045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14045" y="49155"/>
                  </a:lnTo>
                  <a:lnTo>
                    <a:pt x="14045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2" name="Google Shape;6092;p37"/>
            <p:cNvSpPr/>
            <p:nvPr/>
          </p:nvSpPr>
          <p:spPr>
            <a:xfrm>
              <a:off x="6532775" y="-634175"/>
              <a:ext cx="187525" cy="1228900"/>
            </a:xfrm>
            <a:custGeom>
              <a:avLst/>
              <a:gdLst/>
              <a:ahLst/>
              <a:cxnLst/>
              <a:rect l="l" t="t" r="r" b="b"/>
              <a:pathLst>
                <a:path w="7501" h="49156" extrusionOk="0">
                  <a:moveTo>
                    <a:pt x="1" y="0"/>
                  </a:moveTo>
                  <a:lnTo>
                    <a:pt x="1" y="49155"/>
                  </a:lnTo>
                  <a:lnTo>
                    <a:pt x="7501" y="49155"/>
                  </a:lnTo>
                  <a:lnTo>
                    <a:pt x="750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3" name="Google Shape;6093;p37"/>
            <p:cNvSpPr/>
            <p:nvPr/>
          </p:nvSpPr>
          <p:spPr>
            <a:xfrm>
              <a:off x="6884400" y="-634175"/>
              <a:ext cx="363050" cy="1194575"/>
            </a:xfrm>
            <a:custGeom>
              <a:avLst/>
              <a:gdLst/>
              <a:ahLst/>
              <a:cxnLst/>
              <a:rect l="l" t="t" r="r" b="b"/>
              <a:pathLst>
                <a:path w="14522" h="47783" extrusionOk="0">
                  <a:moveTo>
                    <a:pt x="0" y="0"/>
                  </a:moveTo>
                  <a:lnTo>
                    <a:pt x="0" y="47782"/>
                  </a:lnTo>
                  <a:lnTo>
                    <a:pt x="14522" y="47782"/>
                  </a:lnTo>
                  <a:lnTo>
                    <a:pt x="14522" y="0"/>
                  </a:ln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4" name="Google Shape;6094;p37"/>
            <p:cNvSpPr/>
            <p:nvPr/>
          </p:nvSpPr>
          <p:spPr>
            <a:xfrm>
              <a:off x="6978375" y="-634175"/>
              <a:ext cx="198950" cy="1194575"/>
            </a:xfrm>
            <a:custGeom>
              <a:avLst/>
              <a:gdLst/>
              <a:ahLst/>
              <a:cxnLst/>
              <a:rect l="l" t="t" r="r" b="b"/>
              <a:pathLst>
                <a:path w="7958" h="47783" extrusionOk="0">
                  <a:moveTo>
                    <a:pt x="1" y="0"/>
                  </a:moveTo>
                  <a:lnTo>
                    <a:pt x="1" y="47782"/>
                  </a:lnTo>
                  <a:lnTo>
                    <a:pt x="7958" y="47782"/>
                  </a:lnTo>
                  <a:lnTo>
                    <a:pt x="7958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5" name="Google Shape;6095;p37"/>
            <p:cNvSpPr/>
            <p:nvPr/>
          </p:nvSpPr>
          <p:spPr>
            <a:xfrm>
              <a:off x="211400" y="-634175"/>
              <a:ext cx="7094250" cy="25"/>
            </a:xfrm>
            <a:custGeom>
              <a:avLst/>
              <a:gdLst/>
              <a:ahLst/>
              <a:cxnLst/>
              <a:rect l="l" t="t" r="r" b="b"/>
              <a:pathLst>
                <a:path w="283770" h="1" fill="none" extrusionOk="0">
                  <a:moveTo>
                    <a:pt x="0" y="0"/>
                  </a:moveTo>
                  <a:lnTo>
                    <a:pt x="283769" y="0"/>
                  </a:lnTo>
                </a:path>
              </a:pathLst>
            </a:custGeom>
            <a:noFill/>
            <a:ln w="46750" cap="flat" cmpd="sng">
              <a:solidFill>
                <a:srgbClr val="FFB726"/>
              </a:solidFill>
              <a:prstDash val="solid"/>
              <a:miter lim="198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6" name="Google Shape;6096;p37"/>
            <p:cNvSpPr/>
            <p:nvPr/>
          </p:nvSpPr>
          <p:spPr>
            <a:xfrm>
              <a:off x="7287225" y="-693375"/>
              <a:ext cx="127825" cy="128350"/>
            </a:xfrm>
            <a:custGeom>
              <a:avLst/>
              <a:gdLst/>
              <a:ahLst/>
              <a:cxnLst/>
              <a:rect l="l" t="t" r="r" b="b"/>
              <a:pathLst>
                <a:path w="5113" h="5134" extrusionOk="0">
                  <a:moveTo>
                    <a:pt x="2566" y="1"/>
                  </a:moveTo>
                  <a:cubicBezTo>
                    <a:pt x="1134" y="1"/>
                    <a:pt x="0" y="1155"/>
                    <a:pt x="0" y="2567"/>
                  </a:cubicBezTo>
                  <a:cubicBezTo>
                    <a:pt x="0" y="3979"/>
                    <a:pt x="1134" y="5133"/>
                    <a:pt x="2566" y="5133"/>
                  </a:cubicBezTo>
                  <a:cubicBezTo>
                    <a:pt x="3979" y="5133"/>
                    <a:pt x="5113" y="3979"/>
                    <a:pt x="5113" y="2567"/>
                  </a:cubicBezTo>
                  <a:cubicBezTo>
                    <a:pt x="5113" y="1155"/>
                    <a:pt x="3979" y="1"/>
                    <a:pt x="2566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7" name="Google Shape;6097;p37"/>
            <p:cNvSpPr/>
            <p:nvPr/>
          </p:nvSpPr>
          <p:spPr>
            <a:xfrm>
              <a:off x="193475" y="-693375"/>
              <a:ext cx="128350" cy="128350"/>
            </a:xfrm>
            <a:custGeom>
              <a:avLst/>
              <a:gdLst/>
              <a:ahLst/>
              <a:cxnLst/>
              <a:rect l="l" t="t" r="r" b="b"/>
              <a:pathLst>
                <a:path w="5134" h="5134" extrusionOk="0">
                  <a:moveTo>
                    <a:pt x="2567" y="1"/>
                  </a:moveTo>
                  <a:cubicBezTo>
                    <a:pt x="1155" y="1"/>
                    <a:pt x="1" y="1155"/>
                    <a:pt x="1" y="2567"/>
                  </a:cubicBezTo>
                  <a:cubicBezTo>
                    <a:pt x="1" y="3979"/>
                    <a:pt x="1155" y="5133"/>
                    <a:pt x="2567" y="5133"/>
                  </a:cubicBezTo>
                  <a:cubicBezTo>
                    <a:pt x="3979" y="5133"/>
                    <a:pt x="5133" y="3979"/>
                    <a:pt x="5133" y="2567"/>
                  </a:cubicBezTo>
                  <a:cubicBezTo>
                    <a:pt x="5133" y="1155"/>
                    <a:pt x="3979" y="1"/>
                    <a:pt x="2567" y="1"/>
                  </a:cubicBezTo>
                  <a:close/>
                </a:path>
              </a:pathLst>
            </a:custGeom>
            <a:solidFill>
              <a:srgbClr val="FFB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98" name="Google Shape;6098;p37"/>
          <p:cNvGrpSpPr/>
          <p:nvPr/>
        </p:nvGrpSpPr>
        <p:grpSpPr>
          <a:xfrm>
            <a:off x="-20" y="4613271"/>
            <a:ext cx="9143683" cy="1629094"/>
            <a:chOff x="429225" y="4417075"/>
            <a:chExt cx="6749600" cy="1202550"/>
          </a:xfrm>
        </p:grpSpPr>
        <p:sp>
          <p:nvSpPr>
            <p:cNvPr id="6099" name="Google Shape;6099;p37"/>
            <p:cNvSpPr/>
            <p:nvPr/>
          </p:nvSpPr>
          <p:spPr>
            <a:xfrm>
              <a:off x="1901275" y="5022325"/>
              <a:ext cx="3806000" cy="502300"/>
            </a:xfrm>
            <a:custGeom>
              <a:avLst/>
              <a:gdLst/>
              <a:ahLst/>
              <a:cxnLst/>
              <a:rect l="l" t="t" r="r" b="b"/>
              <a:pathLst>
                <a:path w="152240" h="20092" extrusionOk="0">
                  <a:moveTo>
                    <a:pt x="0" y="0"/>
                  </a:moveTo>
                  <a:lnTo>
                    <a:pt x="0" y="20092"/>
                  </a:lnTo>
                  <a:lnTo>
                    <a:pt x="152239" y="20092"/>
                  </a:lnTo>
                  <a:lnTo>
                    <a:pt x="152239" y="0"/>
                  </a:lnTo>
                  <a:close/>
                </a:path>
              </a:pathLst>
            </a:custGeom>
            <a:solidFill>
              <a:srgbClr val="C3CA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0" name="Google Shape;6100;p37"/>
            <p:cNvSpPr/>
            <p:nvPr/>
          </p:nvSpPr>
          <p:spPr>
            <a:xfrm>
              <a:off x="429225" y="4417075"/>
              <a:ext cx="650000" cy="553050"/>
            </a:xfrm>
            <a:custGeom>
              <a:avLst/>
              <a:gdLst/>
              <a:ahLst/>
              <a:cxnLst/>
              <a:rect l="l" t="t" r="r" b="b"/>
              <a:pathLst>
                <a:path w="26000" h="22122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1" name="Google Shape;6101;p37"/>
            <p:cNvSpPr/>
            <p:nvPr/>
          </p:nvSpPr>
          <p:spPr>
            <a:xfrm>
              <a:off x="4297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2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2" name="Google Shape;6102;p37"/>
            <p:cNvSpPr/>
            <p:nvPr/>
          </p:nvSpPr>
          <p:spPr>
            <a:xfrm>
              <a:off x="9449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3" name="Google Shape;6103;p37"/>
            <p:cNvSpPr/>
            <p:nvPr/>
          </p:nvSpPr>
          <p:spPr>
            <a:xfrm>
              <a:off x="4297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3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4" name="Google Shape;6104;p37"/>
            <p:cNvSpPr/>
            <p:nvPr/>
          </p:nvSpPr>
          <p:spPr>
            <a:xfrm>
              <a:off x="4302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9" y="20828"/>
                  </a:lnTo>
                  <a:lnTo>
                    <a:pt x="24489" y="6088"/>
                  </a:lnTo>
                  <a:cubicBezTo>
                    <a:pt x="2446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5" name="Google Shape;6105;p37"/>
            <p:cNvSpPr/>
            <p:nvPr/>
          </p:nvSpPr>
          <p:spPr>
            <a:xfrm>
              <a:off x="1191600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6" name="Google Shape;6106;p37"/>
            <p:cNvSpPr/>
            <p:nvPr/>
          </p:nvSpPr>
          <p:spPr>
            <a:xfrm>
              <a:off x="11926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7" name="Google Shape;6107;p37"/>
            <p:cNvSpPr/>
            <p:nvPr/>
          </p:nvSpPr>
          <p:spPr>
            <a:xfrm>
              <a:off x="17078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8" name="Google Shape;6108;p37"/>
            <p:cNvSpPr/>
            <p:nvPr/>
          </p:nvSpPr>
          <p:spPr>
            <a:xfrm>
              <a:off x="1192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09" y="0"/>
                  </a:moveTo>
                  <a:cubicBezTo>
                    <a:pt x="75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5" y="4158"/>
                  </a:cubicBezTo>
                  <a:cubicBezTo>
                    <a:pt x="7221" y="3263"/>
                    <a:pt x="4476" y="1850"/>
                    <a:pt x="200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9" name="Google Shape;6109;p37"/>
            <p:cNvSpPr/>
            <p:nvPr/>
          </p:nvSpPr>
          <p:spPr>
            <a:xfrm>
              <a:off x="119260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08" y="160"/>
                  </a:cubicBezTo>
                  <a:lnTo>
                    <a:pt x="1824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88" y="2726"/>
                    <a:pt x="2174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0" name="Google Shape;6110;p37"/>
            <p:cNvSpPr/>
            <p:nvPr/>
          </p:nvSpPr>
          <p:spPr>
            <a:xfrm>
              <a:off x="1954475" y="4417075"/>
              <a:ext cx="650525" cy="553050"/>
            </a:xfrm>
            <a:custGeom>
              <a:avLst/>
              <a:gdLst/>
              <a:ahLst/>
              <a:cxnLst/>
              <a:rect l="l" t="t" r="r" b="b"/>
              <a:pathLst>
                <a:path w="26021" h="22122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21" y="22121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1" name="Google Shape;6111;p37"/>
            <p:cNvSpPr/>
            <p:nvPr/>
          </p:nvSpPr>
          <p:spPr>
            <a:xfrm>
              <a:off x="195447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2" name="Google Shape;6112;p37"/>
            <p:cNvSpPr/>
            <p:nvPr/>
          </p:nvSpPr>
          <p:spPr>
            <a:xfrm>
              <a:off x="24702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3" name="Google Shape;6113;p37"/>
            <p:cNvSpPr/>
            <p:nvPr/>
          </p:nvSpPr>
          <p:spPr>
            <a:xfrm>
              <a:off x="195447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1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4" name="Google Shape;6114;p37"/>
            <p:cNvSpPr/>
            <p:nvPr/>
          </p:nvSpPr>
          <p:spPr>
            <a:xfrm>
              <a:off x="19544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5" name="Google Shape;6115;p37"/>
            <p:cNvSpPr/>
            <p:nvPr/>
          </p:nvSpPr>
          <p:spPr>
            <a:xfrm>
              <a:off x="271687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6" name="Google Shape;6116;p37"/>
            <p:cNvSpPr/>
            <p:nvPr/>
          </p:nvSpPr>
          <p:spPr>
            <a:xfrm>
              <a:off x="271687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7" name="Google Shape;6117;p37"/>
            <p:cNvSpPr/>
            <p:nvPr/>
          </p:nvSpPr>
          <p:spPr>
            <a:xfrm>
              <a:off x="32326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1" y="0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2"/>
                    <a:pt x="3879" y="1154"/>
                  </a:cubicBezTo>
                  <a:lnTo>
                    <a:pt x="0" y="12771"/>
                  </a:lnTo>
                  <a:lnTo>
                    <a:pt x="5371" y="12771"/>
                  </a:lnTo>
                  <a:lnTo>
                    <a:pt x="5371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8" name="Google Shape;6118;p37"/>
            <p:cNvSpPr/>
            <p:nvPr/>
          </p:nvSpPr>
          <p:spPr>
            <a:xfrm>
              <a:off x="271687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6" y="1134"/>
                    <a:pt x="0" y="2706"/>
                    <a:pt x="0" y="4536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7659"/>
                  </a:lnTo>
                  <a:cubicBezTo>
                    <a:pt x="20032" y="5709"/>
                    <a:pt x="14860" y="5570"/>
                    <a:pt x="10166" y="4158"/>
                  </a:cubicBezTo>
                  <a:cubicBezTo>
                    <a:pt x="7221" y="3263"/>
                    <a:pt x="4476" y="1850"/>
                    <a:pt x="201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9" name="Google Shape;6119;p37"/>
            <p:cNvSpPr/>
            <p:nvPr/>
          </p:nvSpPr>
          <p:spPr>
            <a:xfrm>
              <a:off x="271737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68" y="1"/>
                  </a:moveTo>
                  <a:cubicBezTo>
                    <a:pt x="2706" y="1"/>
                    <a:pt x="0" y="2726"/>
                    <a:pt x="0" y="6088"/>
                  </a:cubicBezTo>
                  <a:lnTo>
                    <a:pt x="0" y="6207"/>
                  </a:lnTo>
                  <a:cubicBezTo>
                    <a:pt x="0" y="2885"/>
                    <a:pt x="270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8"/>
                  </a:lnTo>
                  <a:cubicBezTo>
                    <a:pt x="24468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0" name="Google Shape;6120;p37"/>
            <p:cNvSpPr/>
            <p:nvPr/>
          </p:nvSpPr>
          <p:spPr>
            <a:xfrm>
              <a:off x="347975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1" name="Google Shape;6121;p37"/>
            <p:cNvSpPr/>
            <p:nvPr/>
          </p:nvSpPr>
          <p:spPr>
            <a:xfrm>
              <a:off x="3479250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108" y="1"/>
                  </a:moveTo>
                  <a:cubicBezTo>
                    <a:pt x="274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29" y="20828"/>
                  </a:lnTo>
                  <a:lnTo>
                    <a:pt x="24529" y="6088"/>
                  </a:lnTo>
                  <a:cubicBezTo>
                    <a:pt x="24529" y="2726"/>
                    <a:pt x="21803" y="1"/>
                    <a:pt x="1844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2" name="Google Shape;6122;p37"/>
            <p:cNvSpPr/>
            <p:nvPr/>
          </p:nvSpPr>
          <p:spPr>
            <a:xfrm>
              <a:off x="399497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0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2"/>
                    <a:pt x="3880" y="1154"/>
                  </a:cubicBezTo>
                  <a:lnTo>
                    <a:pt x="1" y="12771"/>
                  </a:lnTo>
                  <a:lnTo>
                    <a:pt x="5372" y="12771"/>
                  </a:lnTo>
                  <a:lnTo>
                    <a:pt x="5372" y="0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3" name="Google Shape;6123;p37"/>
            <p:cNvSpPr/>
            <p:nvPr/>
          </p:nvSpPr>
          <p:spPr>
            <a:xfrm>
              <a:off x="3479250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030" y="0"/>
                  </a:moveTo>
                  <a:cubicBezTo>
                    <a:pt x="777" y="113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509" y="19276"/>
                  </a:lnTo>
                  <a:lnTo>
                    <a:pt x="24509" y="7659"/>
                  </a:lnTo>
                  <a:cubicBezTo>
                    <a:pt x="20053" y="5709"/>
                    <a:pt x="14881" y="5570"/>
                    <a:pt x="10186" y="4158"/>
                  </a:cubicBezTo>
                  <a:cubicBezTo>
                    <a:pt x="7242" y="3263"/>
                    <a:pt x="4477" y="1850"/>
                    <a:pt x="203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4" name="Google Shape;6124;p37"/>
            <p:cNvSpPr/>
            <p:nvPr/>
          </p:nvSpPr>
          <p:spPr>
            <a:xfrm>
              <a:off x="34792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6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6207"/>
                  </a:lnTo>
                  <a:cubicBezTo>
                    <a:pt x="1" y="2885"/>
                    <a:pt x="2726" y="160"/>
                    <a:pt x="6028" y="160"/>
                  </a:cubicBezTo>
                  <a:lnTo>
                    <a:pt x="18262" y="160"/>
                  </a:lnTo>
                  <a:cubicBezTo>
                    <a:pt x="21584" y="160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63" y="1"/>
                    <a:pt x="18402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5" name="Google Shape;6125;p37"/>
            <p:cNvSpPr/>
            <p:nvPr/>
          </p:nvSpPr>
          <p:spPr>
            <a:xfrm>
              <a:off x="6528800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6" name="Google Shape;6126;p37"/>
            <p:cNvSpPr/>
            <p:nvPr/>
          </p:nvSpPr>
          <p:spPr>
            <a:xfrm>
              <a:off x="656610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7" name="Google Shape;6127;p37"/>
            <p:cNvSpPr/>
            <p:nvPr/>
          </p:nvSpPr>
          <p:spPr>
            <a:xfrm>
              <a:off x="652880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8" name="Google Shape;6128;p37"/>
            <p:cNvSpPr/>
            <p:nvPr/>
          </p:nvSpPr>
          <p:spPr>
            <a:xfrm>
              <a:off x="656660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6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33" y="1134"/>
                    <a:pt x="22479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37"/>
            <p:cNvSpPr/>
            <p:nvPr/>
          </p:nvSpPr>
          <p:spPr>
            <a:xfrm>
              <a:off x="6566600" y="4449400"/>
              <a:ext cx="611725" cy="520725"/>
            </a:xfrm>
            <a:custGeom>
              <a:avLst/>
              <a:gdLst/>
              <a:ahLst/>
              <a:cxnLst/>
              <a:rect l="l" t="t" r="r" b="b"/>
              <a:pathLst>
                <a:path w="24469" h="20829" extrusionOk="0">
                  <a:moveTo>
                    <a:pt x="6068" y="1"/>
                  </a:moveTo>
                  <a:cubicBezTo>
                    <a:pt x="270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00" y="20828"/>
                  </a:lnTo>
                  <a:lnTo>
                    <a:pt x="200" y="6207"/>
                  </a:lnTo>
                  <a:cubicBezTo>
                    <a:pt x="200" y="2885"/>
                    <a:pt x="2885" y="160"/>
                    <a:pt x="6207" y="160"/>
                  </a:cubicBezTo>
                  <a:lnTo>
                    <a:pt x="18461" y="160"/>
                  </a:lnTo>
                  <a:cubicBezTo>
                    <a:pt x="21763" y="160"/>
                    <a:pt x="24469" y="2885"/>
                    <a:pt x="24469" y="6207"/>
                  </a:cubicBezTo>
                  <a:lnTo>
                    <a:pt x="24469" y="6088"/>
                  </a:lnTo>
                  <a:cubicBezTo>
                    <a:pt x="24469" y="2726"/>
                    <a:pt x="21763" y="1"/>
                    <a:pt x="18401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37"/>
            <p:cNvSpPr/>
            <p:nvPr/>
          </p:nvSpPr>
          <p:spPr>
            <a:xfrm>
              <a:off x="5766425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1" name="Google Shape;6131;p37"/>
            <p:cNvSpPr/>
            <p:nvPr/>
          </p:nvSpPr>
          <p:spPr>
            <a:xfrm>
              <a:off x="5803225" y="4449400"/>
              <a:ext cx="613225" cy="520725"/>
            </a:xfrm>
            <a:custGeom>
              <a:avLst/>
              <a:gdLst/>
              <a:ahLst/>
              <a:cxnLst/>
              <a:rect l="l" t="t" r="r" b="b"/>
              <a:pathLst>
                <a:path w="2452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8"/>
                  </a:lnTo>
                  <a:cubicBezTo>
                    <a:pt x="2452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2" name="Google Shape;6132;p37"/>
            <p:cNvSpPr/>
            <p:nvPr/>
          </p:nvSpPr>
          <p:spPr>
            <a:xfrm>
              <a:off x="57664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3" name="Google Shape;6133;p37"/>
            <p:cNvSpPr/>
            <p:nvPr/>
          </p:nvSpPr>
          <p:spPr>
            <a:xfrm>
              <a:off x="5803725" y="4488200"/>
              <a:ext cx="612725" cy="481925"/>
            </a:xfrm>
            <a:custGeom>
              <a:avLst/>
              <a:gdLst/>
              <a:ahLst/>
              <a:cxnLst/>
              <a:rect l="l" t="t" r="r" b="b"/>
              <a:pathLst>
                <a:path w="24509" h="19277" extrusionOk="0">
                  <a:moveTo>
                    <a:pt x="22479" y="0"/>
                  </a:moveTo>
                  <a:cubicBezTo>
                    <a:pt x="2003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508" y="19276"/>
                  </a:lnTo>
                  <a:lnTo>
                    <a:pt x="24508" y="4536"/>
                  </a:lnTo>
                  <a:cubicBezTo>
                    <a:pt x="2450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4" name="Google Shape;6134;p37"/>
            <p:cNvSpPr/>
            <p:nvPr/>
          </p:nvSpPr>
          <p:spPr>
            <a:xfrm>
              <a:off x="58037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7" y="1"/>
                  </a:moveTo>
                  <a:cubicBezTo>
                    <a:pt x="2745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508" y="2885"/>
                    <a:pt x="24508" y="6207"/>
                  </a:cubicBezTo>
                  <a:lnTo>
                    <a:pt x="24508" y="6088"/>
                  </a:lnTo>
                  <a:cubicBezTo>
                    <a:pt x="24508" y="2726"/>
                    <a:pt x="21783" y="1"/>
                    <a:pt x="1844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5" name="Google Shape;6135;p37"/>
            <p:cNvSpPr/>
            <p:nvPr/>
          </p:nvSpPr>
          <p:spPr>
            <a:xfrm>
              <a:off x="5004025" y="4417075"/>
              <a:ext cx="650025" cy="553050"/>
            </a:xfrm>
            <a:custGeom>
              <a:avLst/>
              <a:gdLst/>
              <a:ahLst/>
              <a:cxnLst/>
              <a:rect l="l" t="t" r="r" b="b"/>
              <a:pathLst>
                <a:path w="26001" h="22122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22121"/>
                  </a:lnTo>
                  <a:lnTo>
                    <a:pt x="26001" y="22121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6" name="Google Shape;6136;p37"/>
            <p:cNvSpPr/>
            <p:nvPr/>
          </p:nvSpPr>
          <p:spPr>
            <a:xfrm>
              <a:off x="5041325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1" y="2726"/>
                    <a:pt x="1" y="6088"/>
                  </a:cubicBezTo>
                  <a:lnTo>
                    <a:pt x="1" y="20828"/>
                  </a:lnTo>
                  <a:lnTo>
                    <a:pt x="24509" y="20828"/>
                  </a:lnTo>
                  <a:lnTo>
                    <a:pt x="24509" y="6088"/>
                  </a:lnTo>
                  <a:cubicBezTo>
                    <a:pt x="2450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7" name="Google Shape;6137;p37"/>
            <p:cNvSpPr/>
            <p:nvPr/>
          </p:nvSpPr>
          <p:spPr>
            <a:xfrm>
              <a:off x="5004025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0"/>
                  </a:moveTo>
                  <a:lnTo>
                    <a:pt x="1" y="12771"/>
                  </a:lnTo>
                  <a:lnTo>
                    <a:pt x="5372" y="12771"/>
                  </a:lnTo>
                  <a:lnTo>
                    <a:pt x="1493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8" name="Google Shape;6138;p37"/>
            <p:cNvSpPr/>
            <p:nvPr/>
          </p:nvSpPr>
          <p:spPr>
            <a:xfrm>
              <a:off x="5041825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3" y="1850"/>
                    <a:pt x="17248" y="3263"/>
                    <a:pt x="14323" y="4158"/>
                  </a:cubicBezTo>
                  <a:cubicBezTo>
                    <a:pt x="9629" y="5570"/>
                    <a:pt x="445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9" name="Google Shape;6139;p37"/>
            <p:cNvSpPr/>
            <p:nvPr/>
          </p:nvSpPr>
          <p:spPr>
            <a:xfrm>
              <a:off x="5041325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8" y="1"/>
                  </a:moveTo>
                  <a:cubicBezTo>
                    <a:pt x="2726" y="1"/>
                    <a:pt x="21" y="2726"/>
                    <a:pt x="1" y="6088"/>
                  </a:cubicBezTo>
                  <a:lnTo>
                    <a:pt x="1" y="20828"/>
                  </a:lnTo>
                  <a:lnTo>
                    <a:pt x="220" y="20828"/>
                  </a:lnTo>
                  <a:lnTo>
                    <a:pt x="220" y="6207"/>
                  </a:lnTo>
                  <a:cubicBezTo>
                    <a:pt x="220" y="2885"/>
                    <a:pt x="2905" y="160"/>
                    <a:pt x="6227" y="160"/>
                  </a:cubicBezTo>
                  <a:lnTo>
                    <a:pt x="18461" y="160"/>
                  </a:lnTo>
                  <a:cubicBezTo>
                    <a:pt x="21783" y="160"/>
                    <a:pt x="24489" y="2885"/>
                    <a:pt x="24489" y="6207"/>
                  </a:cubicBezTo>
                  <a:lnTo>
                    <a:pt x="24489" y="6088"/>
                  </a:lnTo>
                  <a:cubicBezTo>
                    <a:pt x="24489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0" name="Google Shape;6140;p37"/>
            <p:cNvSpPr/>
            <p:nvPr/>
          </p:nvSpPr>
          <p:spPr>
            <a:xfrm>
              <a:off x="4241650" y="4417075"/>
              <a:ext cx="650500" cy="553050"/>
            </a:xfrm>
            <a:custGeom>
              <a:avLst/>
              <a:gdLst/>
              <a:ahLst/>
              <a:cxnLst/>
              <a:rect l="l" t="t" r="r" b="b"/>
              <a:pathLst>
                <a:path w="26020" h="22122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1" name="Google Shape;6141;p37"/>
            <p:cNvSpPr/>
            <p:nvPr/>
          </p:nvSpPr>
          <p:spPr>
            <a:xfrm>
              <a:off x="4278450" y="4449400"/>
              <a:ext cx="612725" cy="520725"/>
            </a:xfrm>
            <a:custGeom>
              <a:avLst/>
              <a:gdLst/>
              <a:ahLst/>
              <a:cxnLst/>
              <a:rect l="l" t="t" r="r" b="b"/>
              <a:pathLst>
                <a:path w="24509" h="20829" extrusionOk="0">
                  <a:moveTo>
                    <a:pt x="6088" y="1"/>
                  </a:moveTo>
                  <a:cubicBezTo>
                    <a:pt x="272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4508" y="20828"/>
                  </a:lnTo>
                  <a:lnTo>
                    <a:pt x="24508" y="6088"/>
                  </a:lnTo>
                  <a:cubicBezTo>
                    <a:pt x="2450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2" name="Google Shape;6142;p37"/>
            <p:cNvSpPr/>
            <p:nvPr/>
          </p:nvSpPr>
          <p:spPr>
            <a:xfrm>
              <a:off x="4241650" y="4650825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0"/>
                  </a:moveTo>
                  <a:lnTo>
                    <a:pt x="0" y="12771"/>
                  </a:lnTo>
                  <a:lnTo>
                    <a:pt x="5371" y="12771"/>
                  </a:lnTo>
                  <a:lnTo>
                    <a:pt x="1492" y="1154"/>
                  </a:lnTo>
                  <a:cubicBezTo>
                    <a:pt x="1209" y="1302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3" name="Google Shape;6143;p37"/>
            <p:cNvSpPr/>
            <p:nvPr/>
          </p:nvSpPr>
          <p:spPr>
            <a:xfrm>
              <a:off x="4278950" y="44882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0"/>
                  </a:moveTo>
                  <a:cubicBezTo>
                    <a:pt x="20012" y="1850"/>
                    <a:pt x="17267" y="3263"/>
                    <a:pt x="14323" y="4158"/>
                  </a:cubicBezTo>
                  <a:cubicBezTo>
                    <a:pt x="9628" y="5570"/>
                    <a:pt x="4456" y="5709"/>
                    <a:pt x="0" y="7659"/>
                  </a:cubicBezTo>
                  <a:lnTo>
                    <a:pt x="0" y="19276"/>
                  </a:lnTo>
                  <a:lnTo>
                    <a:pt x="24488" y="19276"/>
                  </a:lnTo>
                  <a:lnTo>
                    <a:pt x="24488" y="4536"/>
                  </a:lnTo>
                  <a:cubicBezTo>
                    <a:pt x="24488" y="2706"/>
                    <a:pt x="23732" y="1134"/>
                    <a:pt x="22479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4" name="Google Shape;6144;p37"/>
            <p:cNvSpPr/>
            <p:nvPr/>
          </p:nvSpPr>
          <p:spPr>
            <a:xfrm>
              <a:off x="4278950" y="4449400"/>
              <a:ext cx="612225" cy="520725"/>
            </a:xfrm>
            <a:custGeom>
              <a:avLst/>
              <a:gdLst/>
              <a:ahLst/>
              <a:cxnLst/>
              <a:rect l="l" t="t" r="r" b="b"/>
              <a:pathLst>
                <a:path w="24489" h="20829" extrusionOk="0">
                  <a:moveTo>
                    <a:pt x="6087" y="1"/>
                  </a:moveTo>
                  <a:cubicBezTo>
                    <a:pt x="2746" y="1"/>
                    <a:pt x="0" y="2726"/>
                    <a:pt x="0" y="6088"/>
                  </a:cubicBezTo>
                  <a:lnTo>
                    <a:pt x="0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60"/>
                    <a:pt x="6247" y="160"/>
                  </a:cubicBezTo>
                  <a:lnTo>
                    <a:pt x="18481" y="160"/>
                  </a:lnTo>
                  <a:cubicBezTo>
                    <a:pt x="21783" y="160"/>
                    <a:pt x="24488" y="2885"/>
                    <a:pt x="24488" y="6207"/>
                  </a:cubicBezTo>
                  <a:lnTo>
                    <a:pt x="24488" y="6088"/>
                  </a:lnTo>
                  <a:cubicBezTo>
                    <a:pt x="24488" y="2726"/>
                    <a:pt x="21783" y="1"/>
                    <a:pt x="18421" y="1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5" name="Google Shape;6145;p37"/>
            <p:cNvSpPr/>
            <p:nvPr/>
          </p:nvSpPr>
          <p:spPr>
            <a:xfrm>
              <a:off x="810650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6" name="Google Shape;6146;p37"/>
            <p:cNvSpPr/>
            <p:nvPr/>
          </p:nvSpPr>
          <p:spPr>
            <a:xfrm>
              <a:off x="81065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08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7" name="Google Shape;6147;p37"/>
            <p:cNvSpPr/>
            <p:nvPr/>
          </p:nvSpPr>
          <p:spPr>
            <a:xfrm>
              <a:off x="1326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73" y="1017"/>
                    <a:pt x="4886" y="1406"/>
                    <a:pt x="4527" y="1406"/>
                  </a:cubicBezTo>
                  <a:cubicBezTo>
                    <a:pt x="4358" y="1406"/>
                    <a:pt x="4152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8" name="Google Shape;6148;p37"/>
            <p:cNvSpPr/>
            <p:nvPr/>
          </p:nvSpPr>
          <p:spPr>
            <a:xfrm>
              <a:off x="8106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0"/>
                  </a:moveTo>
                  <a:cubicBezTo>
                    <a:pt x="777" y="1114"/>
                    <a:pt x="1" y="2706"/>
                    <a:pt x="1" y="4536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7659"/>
                  </a:lnTo>
                  <a:cubicBezTo>
                    <a:pt x="20053" y="5709"/>
                    <a:pt x="14880" y="5570"/>
                    <a:pt x="10166" y="4158"/>
                  </a:cubicBezTo>
                  <a:cubicBezTo>
                    <a:pt x="7242" y="3263"/>
                    <a:pt x="4477" y="185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9" name="Google Shape;6149;p37"/>
            <p:cNvSpPr/>
            <p:nvPr/>
          </p:nvSpPr>
          <p:spPr>
            <a:xfrm>
              <a:off x="811150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6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469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0" name="Google Shape;6150;p37"/>
            <p:cNvSpPr/>
            <p:nvPr/>
          </p:nvSpPr>
          <p:spPr>
            <a:xfrm>
              <a:off x="1573050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1" name="Google Shape;6151;p37"/>
            <p:cNvSpPr/>
            <p:nvPr/>
          </p:nvSpPr>
          <p:spPr>
            <a:xfrm>
              <a:off x="157355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2" name="Google Shape;6152;p37"/>
            <p:cNvSpPr/>
            <p:nvPr/>
          </p:nvSpPr>
          <p:spPr>
            <a:xfrm>
              <a:off x="20887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87" y="1017"/>
                    <a:pt x="4904" y="1406"/>
                    <a:pt x="4540" y="1406"/>
                  </a:cubicBezTo>
                  <a:cubicBezTo>
                    <a:pt x="4369" y="1406"/>
                    <a:pt x="4159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3" name="Google Shape;6153;p37"/>
            <p:cNvSpPr/>
            <p:nvPr/>
          </p:nvSpPr>
          <p:spPr>
            <a:xfrm>
              <a:off x="1573550" y="46935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2" y="5690"/>
                    <a:pt x="14860" y="5571"/>
                    <a:pt x="10165" y="4159"/>
                  </a:cubicBezTo>
                  <a:cubicBezTo>
                    <a:pt x="7241" y="326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4" name="Google Shape;6154;p37"/>
            <p:cNvSpPr/>
            <p:nvPr/>
          </p:nvSpPr>
          <p:spPr>
            <a:xfrm>
              <a:off x="1573550" y="4654800"/>
              <a:ext cx="612200" cy="521200"/>
            </a:xfrm>
            <a:custGeom>
              <a:avLst/>
              <a:gdLst/>
              <a:ahLst/>
              <a:cxnLst/>
              <a:rect l="l" t="t" r="r" b="b"/>
              <a:pathLst>
                <a:path w="24488" h="20848" extrusionOk="0">
                  <a:moveTo>
                    <a:pt x="6067" y="0"/>
                  </a:moveTo>
                  <a:cubicBezTo>
                    <a:pt x="2706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06" y="179"/>
                    <a:pt x="600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5" name="Google Shape;6155;p37"/>
            <p:cNvSpPr/>
            <p:nvPr/>
          </p:nvSpPr>
          <p:spPr>
            <a:xfrm>
              <a:off x="2335925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885" y="0"/>
                    <a:pt x="1" y="292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6" name="Google Shape;6156;p37"/>
            <p:cNvSpPr/>
            <p:nvPr/>
          </p:nvSpPr>
          <p:spPr>
            <a:xfrm>
              <a:off x="233592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7" name="Google Shape;6157;p37"/>
            <p:cNvSpPr/>
            <p:nvPr/>
          </p:nvSpPr>
          <p:spPr>
            <a:xfrm>
              <a:off x="285165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1" y="1"/>
                  </a:moveTo>
                  <a:cubicBezTo>
                    <a:pt x="5087" y="1017"/>
                    <a:pt x="4904" y="1406"/>
                    <a:pt x="4539" y="1406"/>
                  </a:cubicBezTo>
                  <a:cubicBezTo>
                    <a:pt x="4369" y="1406"/>
                    <a:pt x="4159" y="1320"/>
                    <a:pt x="3879" y="1175"/>
                  </a:cubicBezTo>
                  <a:lnTo>
                    <a:pt x="0" y="12792"/>
                  </a:lnTo>
                  <a:lnTo>
                    <a:pt x="5371" y="12792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8" name="Google Shape;6158;p37"/>
            <p:cNvSpPr/>
            <p:nvPr/>
          </p:nvSpPr>
          <p:spPr>
            <a:xfrm>
              <a:off x="233592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17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60"/>
                  </a:lnTo>
                  <a:cubicBezTo>
                    <a:pt x="20033" y="5690"/>
                    <a:pt x="14860" y="5571"/>
                    <a:pt x="10166" y="4159"/>
                  </a:cubicBezTo>
                  <a:cubicBezTo>
                    <a:pt x="7222" y="326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9" name="Google Shape;6159;p37"/>
            <p:cNvSpPr/>
            <p:nvPr/>
          </p:nvSpPr>
          <p:spPr>
            <a:xfrm>
              <a:off x="2335925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68" y="0"/>
                  </a:moveTo>
                  <a:cubicBezTo>
                    <a:pt x="2706" y="0"/>
                    <a:pt x="1" y="2746"/>
                    <a:pt x="1" y="6107"/>
                  </a:cubicBezTo>
                  <a:lnTo>
                    <a:pt x="1" y="6227"/>
                  </a:lnTo>
                  <a:cubicBezTo>
                    <a:pt x="1" y="2885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70" y="2885"/>
                    <a:pt x="24270" y="6227"/>
                  </a:cubicBezTo>
                  <a:lnTo>
                    <a:pt x="24270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488" y="272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0" name="Google Shape;6160;p37"/>
            <p:cNvSpPr/>
            <p:nvPr/>
          </p:nvSpPr>
          <p:spPr>
            <a:xfrm>
              <a:off x="3097825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885" y="0"/>
                    <a:pt x="0" y="292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1" name="Google Shape;6161;p37"/>
            <p:cNvSpPr/>
            <p:nvPr/>
          </p:nvSpPr>
          <p:spPr>
            <a:xfrm>
              <a:off x="309782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2" name="Google Shape;6162;p37"/>
            <p:cNvSpPr/>
            <p:nvPr/>
          </p:nvSpPr>
          <p:spPr>
            <a:xfrm>
              <a:off x="361402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5372" y="1"/>
                  </a:moveTo>
                  <a:cubicBezTo>
                    <a:pt x="5074" y="1017"/>
                    <a:pt x="4886" y="1406"/>
                    <a:pt x="4527" y="1406"/>
                  </a:cubicBezTo>
                  <a:cubicBezTo>
                    <a:pt x="4359" y="1406"/>
                    <a:pt x="4153" y="1320"/>
                    <a:pt x="3880" y="1175"/>
                  </a:cubicBezTo>
                  <a:lnTo>
                    <a:pt x="1" y="12792"/>
                  </a:lnTo>
                  <a:lnTo>
                    <a:pt x="5372" y="1279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3" name="Google Shape;6163;p37"/>
            <p:cNvSpPr/>
            <p:nvPr/>
          </p:nvSpPr>
          <p:spPr>
            <a:xfrm>
              <a:off x="3098325" y="46935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17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60"/>
                  </a:lnTo>
                  <a:cubicBezTo>
                    <a:pt x="20052" y="5690"/>
                    <a:pt x="14880" y="5571"/>
                    <a:pt x="10185" y="4159"/>
                  </a:cubicBezTo>
                  <a:cubicBezTo>
                    <a:pt x="7241" y="3263"/>
                    <a:pt x="4476" y="183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4" name="Google Shape;6164;p37"/>
            <p:cNvSpPr/>
            <p:nvPr/>
          </p:nvSpPr>
          <p:spPr>
            <a:xfrm>
              <a:off x="309832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067" y="0"/>
                  </a:moveTo>
                  <a:cubicBezTo>
                    <a:pt x="2725" y="0"/>
                    <a:pt x="0" y="2746"/>
                    <a:pt x="0" y="6107"/>
                  </a:cubicBezTo>
                  <a:lnTo>
                    <a:pt x="0" y="6227"/>
                  </a:lnTo>
                  <a:cubicBezTo>
                    <a:pt x="0" y="2885"/>
                    <a:pt x="2725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5"/>
                    <a:pt x="24269" y="6227"/>
                  </a:cubicBezTo>
                  <a:lnTo>
                    <a:pt x="24269" y="20848"/>
                  </a:lnTo>
                  <a:lnTo>
                    <a:pt x="24488" y="20848"/>
                  </a:lnTo>
                  <a:lnTo>
                    <a:pt x="24488" y="6107"/>
                  </a:lnTo>
                  <a:cubicBezTo>
                    <a:pt x="24508" y="272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5" name="Google Shape;6165;p37"/>
            <p:cNvSpPr/>
            <p:nvPr/>
          </p:nvSpPr>
          <p:spPr>
            <a:xfrm>
              <a:off x="6147875" y="4622475"/>
              <a:ext cx="650000" cy="553525"/>
            </a:xfrm>
            <a:custGeom>
              <a:avLst/>
              <a:gdLst/>
              <a:ahLst/>
              <a:cxnLst/>
              <a:rect l="l" t="t" r="r" b="b"/>
              <a:pathLst>
                <a:path w="2600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6" name="Google Shape;6166;p37"/>
            <p:cNvSpPr/>
            <p:nvPr/>
          </p:nvSpPr>
          <p:spPr>
            <a:xfrm>
              <a:off x="6184175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10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7" name="Google Shape;6167;p37"/>
            <p:cNvSpPr/>
            <p:nvPr/>
          </p:nvSpPr>
          <p:spPr>
            <a:xfrm>
              <a:off x="61478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3" y="1320"/>
                    <a:pt x="1002" y="1406"/>
                    <a:pt x="832" y="1406"/>
                  </a:cubicBezTo>
                  <a:cubicBezTo>
                    <a:pt x="468" y="1406"/>
                    <a:pt x="285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8" name="Google Shape;6168;p37"/>
            <p:cNvSpPr/>
            <p:nvPr/>
          </p:nvSpPr>
          <p:spPr>
            <a:xfrm>
              <a:off x="6185150" y="4729400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80" y="0"/>
                  </a:moveTo>
                  <a:cubicBezTo>
                    <a:pt x="20013" y="1850"/>
                    <a:pt x="17248" y="3263"/>
                    <a:pt x="14324" y="4158"/>
                  </a:cubicBezTo>
                  <a:cubicBezTo>
                    <a:pt x="9609" y="5570"/>
                    <a:pt x="4437" y="5709"/>
                    <a:pt x="1" y="7659"/>
                  </a:cubicBezTo>
                  <a:lnTo>
                    <a:pt x="1" y="19276"/>
                  </a:lnTo>
                  <a:lnTo>
                    <a:pt x="24489" y="19276"/>
                  </a:lnTo>
                  <a:lnTo>
                    <a:pt x="24489" y="4536"/>
                  </a:lnTo>
                  <a:cubicBezTo>
                    <a:pt x="24489" y="2706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9" name="Google Shape;6169;p37"/>
            <p:cNvSpPr/>
            <p:nvPr/>
          </p:nvSpPr>
          <p:spPr>
            <a:xfrm>
              <a:off x="6184675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2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802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0" name="Google Shape;6170;p37"/>
            <p:cNvSpPr/>
            <p:nvPr/>
          </p:nvSpPr>
          <p:spPr>
            <a:xfrm>
              <a:off x="5385475" y="4622475"/>
              <a:ext cx="650525" cy="553525"/>
            </a:xfrm>
            <a:custGeom>
              <a:avLst/>
              <a:gdLst/>
              <a:ahLst/>
              <a:cxnLst/>
              <a:rect l="l" t="t" r="r" b="b"/>
              <a:pathLst>
                <a:path w="2602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1" name="Google Shape;6171;p37"/>
            <p:cNvSpPr/>
            <p:nvPr/>
          </p:nvSpPr>
          <p:spPr>
            <a:xfrm>
              <a:off x="5422275" y="4654800"/>
              <a:ext cx="612725" cy="521200"/>
            </a:xfrm>
            <a:custGeom>
              <a:avLst/>
              <a:gdLst/>
              <a:ahLst/>
              <a:cxnLst/>
              <a:rect l="l" t="t" r="r" b="b"/>
              <a:pathLst>
                <a:path w="24509" h="20848" extrusionOk="0">
                  <a:moveTo>
                    <a:pt x="6088" y="0"/>
                  </a:moveTo>
                  <a:cubicBezTo>
                    <a:pt x="272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08" y="20848"/>
                  </a:lnTo>
                  <a:lnTo>
                    <a:pt x="24508" y="6107"/>
                  </a:lnTo>
                  <a:cubicBezTo>
                    <a:pt x="2450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2" name="Google Shape;6172;p37"/>
            <p:cNvSpPr/>
            <p:nvPr/>
          </p:nvSpPr>
          <p:spPr>
            <a:xfrm>
              <a:off x="5385475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2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3" name="Google Shape;6173;p37"/>
            <p:cNvSpPr/>
            <p:nvPr/>
          </p:nvSpPr>
          <p:spPr>
            <a:xfrm>
              <a:off x="54227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67" y="3263"/>
                    <a:pt x="14323" y="4159"/>
                  </a:cubicBezTo>
                  <a:cubicBezTo>
                    <a:pt x="9629" y="5571"/>
                    <a:pt x="4456" y="5690"/>
                    <a:pt x="0" y="7660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4" name="Google Shape;6174;p37"/>
            <p:cNvSpPr/>
            <p:nvPr/>
          </p:nvSpPr>
          <p:spPr>
            <a:xfrm>
              <a:off x="5422775" y="4654800"/>
              <a:ext cx="611725" cy="521200"/>
            </a:xfrm>
            <a:custGeom>
              <a:avLst/>
              <a:gdLst/>
              <a:ahLst/>
              <a:cxnLst/>
              <a:rect l="l" t="t" r="r" b="b"/>
              <a:pathLst>
                <a:path w="24469" h="20848" extrusionOk="0">
                  <a:moveTo>
                    <a:pt x="6068" y="0"/>
                  </a:moveTo>
                  <a:cubicBezTo>
                    <a:pt x="2706" y="0"/>
                    <a:pt x="0" y="2726"/>
                    <a:pt x="0" y="6107"/>
                  </a:cubicBezTo>
                  <a:lnTo>
                    <a:pt x="0" y="20848"/>
                  </a:lnTo>
                  <a:lnTo>
                    <a:pt x="199" y="20848"/>
                  </a:lnTo>
                  <a:lnTo>
                    <a:pt x="199" y="6227"/>
                  </a:lnTo>
                  <a:cubicBezTo>
                    <a:pt x="199" y="2885"/>
                    <a:pt x="2885" y="179"/>
                    <a:pt x="6207" y="179"/>
                  </a:cubicBezTo>
                  <a:lnTo>
                    <a:pt x="18441" y="179"/>
                  </a:lnTo>
                  <a:cubicBezTo>
                    <a:pt x="21763" y="179"/>
                    <a:pt x="24468" y="2885"/>
                    <a:pt x="24468" y="6227"/>
                  </a:cubicBezTo>
                  <a:lnTo>
                    <a:pt x="24468" y="6107"/>
                  </a:lnTo>
                  <a:cubicBezTo>
                    <a:pt x="24468" y="2746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5" name="Google Shape;6175;p37"/>
            <p:cNvSpPr/>
            <p:nvPr/>
          </p:nvSpPr>
          <p:spPr>
            <a:xfrm>
              <a:off x="4622600" y="4622475"/>
              <a:ext cx="650500" cy="553525"/>
            </a:xfrm>
            <a:custGeom>
              <a:avLst/>
              <a:gdLst/>
              <a:ahLst/>
              <a:cxnLst/>
              <a:rect l="l" t="t" r="r" b="b"/>
              <a:pathLst>
                <a:path w="26020" h="2214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41"/>
                  </a:lnTo>
                  <a:lnTo>
                    <a:pt x="26020" y="22141"/>
                  </a:lnTo>
                  <a:lnTo>
                    <a:pt x="26020" y="6465"/>
                  </a:lnTo>
                  <a:cubicBezTo>
                    <a:pt x="26020" y="2925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6" name="Google Shape;6176;p37"/>
            <p:cNvSpPr/>
            <p:nvPr/>
          </p:nvSpPr>
          <p:spPr>
            <a:xfrm>
              <a:off x="4659900" y="4654800"/>
              <a:ext cx="613200" cy="521200"/>
            </a:xfrm>
            <a:custGeom>
              <a:avLst/>
              <a:gdLst/>
              <a:ahLst/>
              <a:cxnLst/>
              <a:rect l="l" t="t" r="r" b="b"/>
              <a:pathLst>
                <a:path w="24528" h="20848" extrusionOk="0">
                  <a:moveTo>
                    <a:pt x="6087" y="0"/>
                  </a:moveTo>
                  <a:cubicBezTo>
                    <a:pt x="2745" y="0"/>
                    <a:pt x="0" y="2746"/>
                    <a:pt x="0" y="6107"/>
                  </a:cubicBezTo>
                  <a:lnTo>
                    <a:pt x="0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7" name="Google Shape;6177;p37"/>
            <p:cNvSpPr/>
            <p:nvPr/>
          </p:nvSpPr>
          <p:spPr>
            <a:xfrm>
              <a:off x="46226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0" y="1"/>
                  </a:moveTo>
                  <a:lnTo>
                    <a:pt x="0" y="12792"/>
                  </a:lnTo>
                  <a:lnTo>
                    <a:pt x="5371" y="12792"/>
                  </a:lnTo>
                  <a:lnTo>
                    <a:pt x="1492" y="1175"/>
                  </a:lnTo>
                  <a:cubicBezTo>
                    <a:pt x="1219" y="1320"/>
                    <a:pt x="1013" y="1406"/>
                    <a:pt x="845" y="1406"/>
                  </a:cubicBezTo>
                  <a:cubicBezTo>
                    <a:pt x="486" y="1406"/>
                    <a:pt x="298" y="1017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8" name="Google Shape;6178;p37"/>
            <p:cNvSpPr/>
            <p:nvPr/>
          </p:nvSpPr>
          <p:spPr>
            <a:xfrm>
              <a:off x="4660875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31"/>
                    <a:pt x="17248" y="3263"/>
                    <a:pt x="14324" y="4159"/>
                  </a:cubicBezTo>
                  <a:cubicBezTo>
                    <a:pt x="9609" y="5571"/>
                    <a:pt x="4437" y="5690"/>
                    <a:pt x="1" y="7660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17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9" name="Google Shape;6179;p37"/>
            <p:cNvSpPr/>
            <p:nvPr/>
          </p:nvSpPr>
          <p:spPr>
            <a:xfrm>
              <a:off x="4659900" y="4654800"/>
              <a:ext cx="612700" cy="521200"/>
            </a:xfrm>
            <a:custGeom>
              <a:avLst/>
              <a:gdLst/>
              <a:ahLst/>
              <a:cxnLst/>
              <a:rect l="l" t="t" r="r" b="b"/>
              <a:pathLst>
                <a:path w="24508" h="20848" extrusionOk="0">
                  <a:moveTo>
                    <a:pt x="6107" y="0"/>
                  </a:moveTo>
                  <a:cubicBezTo>
                    <a:pt x="2745" y="0"/>
                    <a:pt x="40" y="2726"/>
                    <a:pt x="0" y="6107"/>
                  </a:cubicBezTo>
                  <a:lnTo>
                    <a:pt x="0" y="20848"/>
                  </a:lnTo>
                  <a:lnTo>
                    <a:pt x="239" y="20848"/>
                  </a:lnTo>
                  <a:lnTo>
                    <a:pt x="239" y="6227"/>
                  </a:lnTo>
                  <a:cubicBezTo>
                    <a:pt x="239" y="2885"/>
                    <a:pt x="2924" y="179"/>
                    <a:pt x="6246" y="179"/>
                  </a:cubicBezTo>
                  <a:lnTo>
                    <a:pt x="18480" y="179"/>
                  </a:lnTo>
                  <a:cubicBezTo>
                    <a:pt x="21783" y="179"/>
                    <a:pt x="24508" y="2885"/>
                    <a:pt x="24508" y="6227"/>
                  </a:cubicBezTo>
                  <a:lnTo>
                    <a:pt x="24508" y="6107"/>
                  </a:lnTo>
                  <a:cubicBezTo>
                    <a:pt x="24508" y="2746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37"/>
            <p:cNvSpPr/>
            <p:nvPr/>
          </p:nvSpPr>
          <p:spPr>
            <a:xfrm>
              <a:off x="3860700" y="4622475"/>
              <a:ext cx="650025" cy="553525"/>
            </a:xfrm>
            <a:custGeom>
              <a:avLst/>
              <a:gdLst/>
              <a:ahLst/>
              <a:cxnLst/>
              <a:rect l="l" t="t" r="r" b="b"/>
              <a:pathLst>
                <a:path w="26001" h="2214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41"/>
                  </a:lnTo>
                  <a:lnTo>
                    <a:pt x="26000" y="22141"/>
                  </a:lnTo>
                  <a:lnTo>
                    <a:pt x="26000" y="6465"/>
                  </a:lnTo>
                  <a:cubicBezTo>
                    <a:pt x="26000" y="2925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37"/>
            <p:cNvSpPr/>
            <p:nvPr/>
          </p:nvSpPr>
          <p:spPr>
            <a:xfrm>
              <a:off x="3897000" y="4654800"/>
              <a:ext cx="613225" cy="521200"/>
            </a:xfrm>
            <a:custGeom>
              <a:avLst/>
              <a:gdLst/>
              <a:ahLst/>
              <a:cxnLst/>
              <a:rect l="l" t="t" r="r" b="b"/>
              <a:pathLst>
                <a:path w="24529" h="20848" extrusionOk="0">
                  <a:moveTo>
                    <a:pt x="6108" y="0"/>
                  </a:moveTo>
                  <a:cubicBezTo>
                    <a:pt x="2746" y="0"/>
                    <a:pt x="1" y="2746"/>
                    <a:pt x="1" y="6107"/>
                  </a:cubicBezTo>
                  <a:lnTo>
                    <a:pt x="1" y="20848"/>
                  </a:lnTo>
                  <a:lnTo>
                    <a:pt x="24528" y="20848"/>
                  </a:lnTo>
                  <a:lnTo>
                    <a:pt x="24528" y="6107"/>
                  </a:lnTo>
                  <a:cubicBezTo>
                    <a:pt x="24528" y="2746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2" name="Google Shape;6182;p37"/>
            <p:cNvSpPr/>
            <p:nvPr/>
          </p:nvSpPr>
          <p:spPr>
            <a:xfrm>
              <a:off x="3860700" y="4856200"/>
              <a:ext cx="134300" cy="319800"/>
            </a:xfrm>
            <a:custGeom>
              <a:avLst/>
              <a:gdLst/>
              <a:ahLst/>
              <a:cxnLst/>
              <a:rect l="l" t="t" r="r" b="b"/>
              <a:pathLst>
                <a:path w="5372" h="12792" extrusionOk="0">
                  <a:moveTo>
                    <a:pt x="1" y="1"/>
                  </a:moveTo>
                  <a:lnTo>
                    <a:pt x="1" y="12792"/>
                  </a:lnTo>
                  <a:lnTo>
                    <a:pt x="5372" y="12792"/>
                  </a:lnTo>
                  <a:lnTo>
                    <a:pt x="1493" y="1175"/>
                  </a:lnTo>
                  <a:cubicBezTo>
                    <a:pt x="1213" y="1320"/>
                    <a:pt x="1003" y="1406"/>
                    <a:pt x="832" y="1406"/>
                  </a:cubicBezTo>
                  <a:cubicBezTo>
                    <a:pt x="468" y="1406"/>
                    <a:pt x="285" y="1017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3" name="Google Shape;6183;p37"/>
            <p:cNvSpPr/>
            <p:nvPr/>
          </p:nvSpPr>
          <p:spPr>
            <a:xfrm>
              <a:off x="3898000" y="46935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31"/>
                    <a:pt x="17247" y="3263"/>
                    <a:pt x="14323" y="4159"/>
                  </a:cubicBezTo>
                  <a:cubicBezTo>
                    <a:pt x="9629" y="5571"/>
                    <a:pt x="4456" y="5690"/>
                    <a:pt x="1" y="7660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17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4" name="Google Shape;6184;p37"/>
            <p:cNvSpPr/>
            <p:nvPr/>
          </p:nvSpPr>
          <p:spPr>
            <a:xfrm>
              <a:off x="3898000" y="4654800"/>
              <a:ext cx="612225" cy="521200"/>
            </a:xfrm>
            <a:custGeom>
              <a:avLst/>
              <a:gdLst/>
              <a:ahLst/>
              <a:cxnLst/>
              <a:rect l="l" t="t" r="r" b="b"/>
              <a:pathLst>
                <a:path w="24489" h="20848" extrusionOk="0">
                  <a:moveTo>
                    <a:pt x="6088" y="0"/>
                  </a:moveTo>
                  <a:cubicBezTo>
                    <a:pt x="2726" y="0"/>
                    <a:pt x="1" y="2726"/>
                    <a:pt x="1" y="6107"/>
                  </a:cubicBezTo>
                  <a:lnTo>
                    <a:pt x="1" y="20848"/>
                  </a:lnTo>
                  <a:lnTo>
                    <a:pt x="219" y="20848"/>
                  </a:lnTo>
                  <a:lnTo>
                    <a:pt x="219" y="6227"/>
                  </a:lnTo>
                  <a:cubicBezTo>
                    <a:pt x="219" y="2885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5"/>
                    <a:pt x="24488" y="6227"/>
                  </a:cubicBezTo>
                  <a:lnTo>
                    <a:pt x="24488" y="6107"/>
                  </a:lnTo>
                  <a:cubicBezTo>
                    <a:pt x="24488" y="2746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37"/>
            <p:cNvSpPr/>
            <p:nvPr/>
          </p:nvSpPr>
          <p:spPr>
            <a:xfrm>
              <a:off x="429225" y="4827850"/>
              <a:ext cx="650000" cy="758450"/>
            </a:xfrm>
            <a:custGeom>
              <a:avLst/>
              <a:gdLst/>
              <a:ahLst/>
              <a:cxnLst/>
              <a:rect l="l" t="t" r="r" b="b"/>
              <a:pathLst>
                <a:path w="26000" h="30338" extrusionOk="0">
                  <a:moveTo>
                    <a:pt x="6465" y="1"/>
                  </a:moveTo>
                  <a:cubicBezTo>
                    <a:pt x="2884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5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37"/>
            <p:cNvSpPr/>
            <p:nvPr/>
          </p:nvSpPr>
          <p:spPr>
            <a:xfrm>
              <a:off x="4297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2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37"/>
            <p:cNvSpPr/>
            <p:nvPr/>
          </p:nvSpPr>
          <p:spPr>
            <a:xfrm>
              <a:off x="9449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8" name="Google Shape;6188;p37"/>
            <p:cNvSpPr/>
            <p:nvPr/>
          </p:nvSpPr>
          <p:spPr>
            <a:xfrm>
              <a:off x="4297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7659"/>
                  </a:lnTo>
                  <a:cubicBezTo>
                    <a:pt x="2003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9" name="Google Shape;6189;p37"/>
            <p:cNvSpPr/>
            <p:nvPr/>
          </p:nvSpPr>
          <p:spPr>
            <a:xfrm>
              <a:off x="4302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489" y="29043"/>
                  </a:lnTo>
                  <a:lnTo>
                    <a:pt x="24489" y="6087"/>
                  </a:lnTo>
                  <a:cubicBezTo>
                    <a:pt x="2446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37"/>
            <p:cNvSpPr/>
            <p:nvPr/>
          </p:nvSpPr>
          <p:spPr>
            <a:xfrm>
              <a:off x="1191600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37"/>
            <p:cNvSpPr/>
            <p:nvPr/>
          </p:nvSpPr>
          <p:spPr>
            <a:xfrm>
              <a:off x="11926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37"/>
            <p:cNvSpPr/>
            <p:nvPr/>
          </p:nvSpPr>
          <p:spPr>
            <a:xfrm>
              <a:off x="17078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6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37"/>
            <p:cNvSpPr/>
            <p:nvPr/>
          </p:nvSpPr>
          <p:spPr>
            <a:xfrm>
              <a:off x="1192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09" y="1"/>
                  </a:moveTo>
                  <a:cubicBezTo>
                    <a:pt x="75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5" y="4138"/>
                  </a:cubicBezTo>
                  <a:cubicBezTo>
                    <a:pt x="7221" y="3243"/>
                    <a:pt x="4476" y="183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37"/>
            <p:cNvSpPr/>
            <p:nvPr/>
          </p:nvSpPr>
          <p:spPr>
            <a:xfrm>
              <a:off x="119260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08" y="179"/>
                  </a:cubicBezTo>
                  <a:lnTo>
                    <a:pt x="1824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88" y="2725"/>
                    <a:pt x="2174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37"/>
            <p:cNvSpPr/>
            <p:nvPr/>
          </p:nvSpPr>
          <p:spPr>
            <a:xfrm>
              <a:off x="1954475" y="4827850"/>
              <a:ext cx="650525" cy="758450"/>
            </a:xfrm>
            <a:custGeom>
              <a:avLst/>
              <a:gdLst/>
              <a:ahLst/>
              <a:cxnLst/>
              <a:rect l="l" t="t" r="r" b="b"/>
              <a:pathLst>
                <a:path w="26021" h="30338" extrusionOk="0">
                  <a:moveTo>
                    <a:pt x="646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21" y="30337"/>
                  </a:lnTo>
                  <a:lnTo>
                    <a:pt x="26021" y="6466"/>
                  </a:lnTo>
                  <a:cubicBezTo>
                    <a:pt x="26021" y="2885"/>
                    <a:pt x="2311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37"/>
            <p:cNvSpPr/>
            <p:nvPr/>
          </p:nvSpPr>
          <p:spPr>
            <a:xfrm>
              <a:off x="195447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37"/>
            <p:cNvSpPr/>
            <p:nvPr/>
          </p:nvSpPr>
          <p:spPr>
            <a:xfrm>
              <a:off x="24702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8" name="Google Shape;6198;p37"/>
            <p:cNvSpPr/>
            <p:nvPr/>
          </p:nvSpPr>
          <p:spPr>
            <a:xfrm>
              <a:off x="195447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1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66" y="4138"/>
                  </a:cubicBezTo>
                  <a:cubicBezTo>
                    <a:pt x="7242" y="3243"/>
                    <a:pt x="4477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9" name="Google Shape;6199;p37"/>
            <p:cNvSpPr/>
            <p:nvPr/>
          </p:nvSpPr>
          <p:spPr>
            <a:xfrm>
              <a:off x="19544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0" name="Google Shape;6200;p37"/>
            <p:cNvSpPr/>
            <p:nvPr/>
          </p:nvSpPr>
          <p:spPr>
            <a:xfrm>
              <a:off x="271687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885" y="1"/>
                    <a:pt x="0" y="2905"/>
                    <a:pt x="0" y="6466"/>
                  </a:cubicBezTo>
                  <a:lnTo>
                    <a:pt x="0" y="30337"/>
                  </a:lnTo>
                  <a:lnTo>
                    <a:pt x="26000" y="30337"/>
                  </a:lnTo>
                  <a:lnTo>
                    <a:pt x="26000" y="6466"/>
                  </a:lnTo>
                  <a:cubicBezTo>
                    <a:pt x="26000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37"/>
            <p:cNvSpPr/>
            <p:nvPr/>
          </p:nvSpPr>
          <p:spPr>
            <a:xfrm>
              <a:off x="271687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37"/>
            <p:cNvSpPr/>
            <p:nvPr/>
          </p:nvSpPr>
          <p:spPr>
            <a:xfrm>
              <a:off x="32326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1" y="1"/>
                  </a:moveTo>
                  <a:cubicBezTo>
                    <a:pt x="5089" y="1009"/>
                    <a:pt x="4906" y="1390"/>
                    <a:pt x="4548" y="1390"/>
                  </a:cubicBezTo>
                  <a:cubicBezTo>
                    <a:pt x="4375" y="1390"/>
                    <a:pt x="4163" y="1303"/>
                    <a:pt x="3879" y="1154"/>
                  </a:cubicBezTo>
                  <a:lnTo>
                    <a:pt x="0" y="21007"/>
                  </a:lnTo>
                  <a:lnTo>
                    <a:pt x="5371" y="21007"/>
                  </a:lnTo>
                  <a:lnTo>
                    <a:pt x="537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37"/>
            <p:cNvSpPr/>
            <p:nvPr/>
          </p:nvSpPr>
          <p:spPr>
            <a:xfrm>
              <a:off x="271687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010" y="1"/>
                  </a:moveTo>
                  <a:cubicBezTo>
                    <a:pt x="776" y="1115"/>
                    <a:pt x="0" y="2706"/>
                    <a:pt x="0" y="4516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7659"/>
                  </a:lnTo>
                  <a:cubicBezTo>
                    <a:pt x="20032" y="5690"/>
                    <a:pt x="14860" y="5571"/>
                    <a:pt x="10166" y="4138"/>
                  </a:cubicBezTo>
                  <a:cubicBezTo>
                    <a:pt x="7221" y="3243"/>
                    <a:pt x="4476" y="183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37"/>
            <p:cNvSpPr/>
            <p:nvPr/>
          </p:nvSpPr>
          <p:spPr>
            <a:xfrm>
              <a:off x="271737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4"/>
                    <a:pt x="270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69" y="2884"/>
                    <a:pt x="24269" y="6207"/>
                  </a:cubicBezTo>
                  <a:lnTo>
                    <a:pt x="24269" y="29043"/>
                  </a:lnTo>
                  <a:lnTo>
                    <a:pt x="24488" y="29043"/>
                  </a:lnTo>
                  <a:lnTo>
                    <a:pt x="2448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37"/>
            <p:cNvSpPr/>
            <p:nvPr/>
          </p:nvSpPr>
          <p:spPr>
            <a:xfrm>
              <a:off x="347975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46" y="1"/>
                  </a:moveTo>
                  <a:cubicBezTo>
                    <a:pt x="2885" y="1"/>
                    <a:pt x="1" y="290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885"/>
                    <a:pt x="2309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37"/>
            <p:cNvSpPr/>
            <p:nvPr/>
          </p:nvSpPr>
          <p:spPr>
            <a:xfrm>
              <a:off x="3479250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29" y="29043"/>
                  </a:lnTo>
                  <a:lnTo>
                    <a:pt x="24529" y="6087"/>
                  </a:lnTo>
                  <a:cubicBezTo>
                    <a:pt x="24529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37"/>
            <p:cNvSpPr/>
            <p:nvPr/>
          </p:nvSpPr>
          <p:spPr>
            <a:xfrm>
              <a:off x="399497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5372" y="1"/>
                  </a:moveTo>
                  <a:cubicBezTo>
                    <a:pt x="5089" y="1009"/>
                    <a:pt x="4907" y="1390"/>
                    <a:pt x="4548" y="1390"/>
                  </a:cubicBezTo>
                  <a:cubicBezTo>
                    <a:pt x="4376" y="1390"/>
                    <a:pt x="4163" y="1303"/>
                    <a:pt x="3880" y="1154"/>
                  </a:cubicBezTo>
                  <a:lnTo>
                    <a:pt x="1" y="21007"/>
                  </a:lnTo>
                  <a:lnTo>
                    <a:pt x="5372" y="21007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37"/>
            <p:cNvSpPr/>
            <p:nvPr/>
          </p:nvSpPr>
          <p:spPr>
            <a:xfrm>
              <a:off x="3479250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030" y="1"/>
                  </a:moveTo>
                  <a:cubicBezTo>
                    <a:pt x="777" y="1115"/>
                    <a:pt x="1" y="2706"/>
                    <a:pt x="1" y="4516"/>
                  </a:cubicBezTo>
                  <a:lnTo>
                    <a:pt x="1" y="27492"/>
                  </a:lnTo>
                  <a:lnTo>
                    <a:pt x="24509" y="27492"/>
                  </a:lnTo>
                  <a:lnTo>
                    <a:pt x="24509" y="7659"/>
                  </a:lnTo>
                  <a:cubicBezTo>
                    <a:pt x="20053" y="5690"/>
                    <a:pt x="14881" y="5571"/>
                    <a:pt x="10186" y="4138"/>
                  </a:cubicBezTo>
                  <a:cubicBezTo>
                    <a:pt x="7242" y="3243"/>
                    <a:pt x="4477" y="1831"/>
                    <a:pt x="203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37"/>
            <p:cNvSpPr/>
            <p:nvPr/>
          </p:nvSpPr>
          <p:spPr>
            <a:xfrm>
              <a:off x="34792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4"/>
                    <a:pt x="2726" y="179"/>
                    <a:pt x="6028" y="179"/>
                  </a:cubicBezTo>
                  <a:lnTo>
                    <a:pt x="18262" y="179"/>
                  </a:lnTo>
                  <a:cubicBezTo>
                    <a:pt x="21584" y="179"/>
                    <a:pt x="24270" y="2884"/>
                    <a:pt x="24270" y="6207"/>
                  </a:cubicBezTo>
                  <a:lnTo>
                    <a:pt x="24270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63" y="0"/>
                    <a:pt x="18402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37"/>
            <p:cNvSpPr/>
            <p:nvPr/>
          </p:nvSpPr>
          <p:spPr>
            <a:xfrm>
              <a:off x="6528800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37"/>
            <p:cNvSpPr/>
            <p:nvPr/>
          </p:nvSpPr>
          <p:spPr>
            <a:xfrm>
              <a:off x="656610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37"/>
            <p:cNvSpPr/>
            <p:nvPr/>
          </p:nvSpPr>
          <p:spPr>
            <a:xfrm>
              <a:off x="652880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37"/>
            <p:cNvSpPr/>
            <p:nvPr/>
          </p:nvSpPr>
          <p:spPr>
            <a:xfrm>
              <a:off x="656660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6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33" y="1115"/>
                    <a:pt x="22479" y="1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37"/>
            <p:cNvSpPr/>
            <p:nvPr/>
          </p:nvSpPr>
          <p:spPr>
            <a:xfrm>
              <a:off x="6566600" y="4860200"/>
              <a:ext cx="611725" cy="726100"/>
            </a:xfrm>
            <a:custGeom>
              <a:avLst/>
              <a:gdLst/>
              <a:ahLst/>
              <a:cxnLst/>
              <a:rect l="l" t="t" r="r" b="b"/>
              <a:pathLst>
                <a:path w="24469" h="29044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00" y="29043"/>
                  </a:lnTo>
                  <a:lnTo>
                    <a:pt x="200" y="6207"/>
                  </a:lnTo>
                  <a:cubicBezTo>
                    <a:pt x="200" y="2884"/>
                    <a:pt x="2885" y="179"/>
                    <a:pt x="6207" y="179"/>
                  </a:cubicBezTo>
                  <a:lnTo>
                    <a:pt x="18461" y="179"/>
                  </a:lnTo>
                  <a:cubicBezTo>
                    <a:pt x="21763" y="179"/>
                    <a:pt x="24469" y="2884"/>
                    <a:pt x="24469" y="6207"/>
                  </a:cubicBezTo>
                  <a:lnTo>
                    <a:pt x="24469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37"/>
            <p:cNvSpPr/>
            <p:nvPr/>
          </p:nvSpPr>
          <p:spPr>
            <a:xfrm>
              <a:off x="5766425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2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37"/>
            <p:cNvSpPr/>
            <p:nvPr/>
          </p:nvSpPr>
          <p:spPr>
            <a:xfrm>
              <a:off x="5803225" y="4860200"/>
              <a:ext cx="613225" cy="726100"/>
            </a:xfrm>
            <a:custGeom>
              <a:avLst/>
              <a:gdLst/>
              <a:ahLst/>
              <a:cxnLst/>
              <a:rect l="l" t="t" r="r" b="b"/>
              <a:pathLst>
                <a:path w="2452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28" y="29043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7" name="Google Shape;6217;p37"/>
            <p:cNvSpPr/>
            <p:nvPr/>
          </p:nvSpPr>
          <p:spPr>
            <a:xfrm>
              <a:off x="57664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8" y="1390"/>
                    <a:pt x="828" y="1390"/>
                  </a:cubicBezTo>
                  <a:cubicBezTo>
                    <a:pt x="474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8" name="Google Shape;6218;p37"/>
            <p:cNvSpPr/>
            <p:nvPr/>
          </p:nvSpPr>
          <p:spPr>
            <a:xfrm>
              <a:off x="5803725" y="4899475"/>
              <a:ext cx="612725" cy="687325"/>
            </a:xfrm>
            <a:custGeom>
              <a:avLst/>
              <a:gdLst/>
              <a:ahLst/>
              <a:cxnLst/>
              <a:rect l="l" t="t" r="r" b="b"/>
              <a:pathLst>
                <a:path w="24509" h="27493" extrusionOk="0">
                  <a:moveTo>
                    <a:pt x="22479" y="1"/>
                  </a:moveTo>
                  <a:cubicBezTo>
                    <a:pt x="2003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508" y="27492"/>
                  </a:lnTo>
                  <a:lnTo>
                    <a:pt x="24508" y="4516"/>
                  </a:lnTo>
                  <a:cubicBezTo>
                    <a:pt x="2450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9" name="Google Shape;6219;p37"/>
            <p:cNvSpPr/>
            <p:nvPr/>
          </p:nvSpPr>
          <p:spPr>
            <a:xfrm>
              <a:off x="58037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508" y="2884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37"/>
            <p:cNvSpPr/>
            <p:nvPr/>
          </p:nvSpPr>
          <p:spPr>
            <a:xfrm>
              <a:off x="5004025" y="4827850"/>
              <a:ext cx="650025" cy="758450"/>
            </a:xfrm>
            <a:custGeom>
              <a:avLst/>
              <a:gdLst/>
              <a:ahLst/>
              <a:cxnLst/>
              <a:rect l="l" t="t" r="r" b="b"/>
              <a:pathLst>
                <a:path w="26001" h="30338" extrusionOk="0">
                  <a:moveTo>
                    <a:pt x="6466" y="1"/>
                  </a:moveTo>
                  <a:cubicBezTo>
                    <a:pt x="2905" y="1"/>
                    <a:pt x="1" y="2885"/>
                    <a:pt x="1" y="6466"/>
                  </a:cubicBezTo>
                  <a:lnTo>
                    <a:pt x="1" y="30337"/>
                  </a:lnTo>
                  <a:lnTo>
                    <a:pt x="26001" y="30337"/>
                  </a:lnTo>
                  <a:lnTo>
                    <a:pt x="26001" y="6466"/>
                  </a:lnTo>
                  <a:cubicBezTo>
                    <a:pt x="26001" y="2905"/>
                    <a:pt x="23116" y="1"/>
                    <a:pt x="1953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37"/>
            <p:cNvSpPr/>
            <p:nvPr/>
          </p:nvSpPr>
          <p:spPr>
            <a:xfrm>
              <a:off x="5041325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9043"/>
                  </a:lnTo>
                  <a:lnTo>
                    <a:pt x="24509" y="29043"/>
                  </a:lnTo>
                  <a:lnTo>
                    <a:pt x="24509" y="6087"/>
                  </a:lnTo>
                  <a:cubicBezTo>
                    <a:pt x="2450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37"/>
            <p:cNvSpPr/>
            <p:nvPr/>
          </p:nvSpPr>
          <p:spPr>
            <a:xfrm>
              <a:off x="5004025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1" y="1"/>
                  </a:moveTo>
                  <a:lnTo>
                    <a:pt x="1" y="21007"/>
                  </a:lnTo>
                  <a:lnTo>
                    <a:pt x="5372" y="21007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6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37"/>
            <p:cNvSpPr/>
            <p:nvPr/>
          </p:nvSpPr>
          <p:spPr>
            <a:xfrm>
              <a:off x="5041825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3" y="1831"/>
                    <a:pt x="17248" y="3243"/>
                    <a:pt x="14323" y="4138"/>
                  </a:cubicBezTo>
                  <a:cubicBezTo>
                    <a:pt x="9629" y="5571"/>
                    <a:pt x="4457" y="5690"/>
                    <a:pt x="1" y="7659"/>
                  </a:cubicBezTo>
                  <a:lnTo>
                    <a:pt x="1" y="27492"/>
                  </a:lnTo>
                  <a:lnTo>
                    <a:pt x="24489" y="27492"/>
                  </a:lnTo>
                  <a:lnTo>
                    <a:pt x="24489" y="4516"/>
                  </a:lnTo>
                  <a:cubicBezTo>
                    <a:pt x="24489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37"/>
            <p:cNvSpPr/>
            <p:nvPr/>
          </p:nvSpPr>
          <p:spPr>
            <a:xfrm>
              <a:off x="5041325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8" y="0"/>
                  </a:moveTo>
                  <a:cubicBezTo>
                    <a:pt x="2726" y="0"/>
                    <a:pt x="21" y="2725"/>
                    <a:pt x="1" y="6087"/>
                  </a:cubicBezTo>
                  <a:lnTo>
                    <a:pt x="1" y="29043"/>
                  </a:lnTo>
                  <a:lnTo>
                    <a:pt x="220" y="29043"/>
                  </a:lnTo>
                  <a:lnTo>
                    <a:pt x="220" y="6207"/>
                  </a:lnTo>
                  <a:cubicBezTo>
                    <a:pt x="220" y="2884"/>
                    <a:pt x="2905" y="179"/>
                    <a:pt x="6227" y="179"/>
                  </a:cubicBezTo>
                  <a:lnTo>
                    <a:pt x="18461" y="179"/>
                  </a:lnTo>
                  <a:cubicBezTo>
                    <a:pt x="21783" y="179"/>
                    <a:pt x="24489" y="2884"/>
                    <a:pt x="24489" y="6207"/>
                  </a:cubicBezTo>
                  <a:lnTo>
                    <a:pt x="24489" y="6087"/>
                  </a:lnTo>
                  <a:cubicBezTo>
                    <a:pt x="24489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5" name="Google Shape;6225;p37"/>
            <p:cNvSpPr/>
            <p:nvPr/>
          </p:nvSpPr>
          <p:spPr>
            <a:xfrm>
              <a:off x="4241650" y="4827850"/>
              <a:ext cx="650500" cy="758450"/>
            </a:xfrm>
            <a:custGeom>
              <a:avLst/>
              <a:gdLst/>
              <a:ahLst/>
              <a:cxnLst/>
              <a:rect l="l" t="t" r="r" b="b"/>
              <a:pathLst>
                <a:path w="26020" h="30338" extrusionOk="0">
                  <a:moveTo>
                    <a:pt x="6465" y="1"/>
                  </a:moveTo>
                  <a:cubicBezTo>
                    <a:pt x="2905" y="1"/>
                    <a:pt x="0" y="2885"/>
                    <a:pt x="0" y="6466"/>
                  </a:cubicBezTo>
                  <a:lnTo>
                    <a:pt x="0" y="30337"/>
                  </a:lnTo>
                  <a:lnTo>
                    <a:pt x="26020" y="30337"/>
                  </a:lnTo>
                  <a:lnTo>
                    <a:pt x="26020" y="6466"/>
                  </a:lnTo>
                  <a:cubicBezTo>
                    <a:pt x="26020" y="2905"/>
                    <a:pt x="23136" y="1"/>
                    <a:pt x="19555" y="1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6" name="Google Shape;6226;p37"/>
            <p:cNvSpPr/>
            <p:nvPr/>
          </p:nvSpPr>
          <p:spPr>
            <a:xfrm>
              <a:off x="4278450" y="4860200"/>
              <a:ext cx="612725" cy="726100"/>
            </a:xfrm>
            <a:custGeom>
              <a:avLst/>
              <a:gdLst/>
              <a:ahLst/>
              <a:cxnLst/>
              <a:rect l="l" t="t" r="r" b="b"/>
              <a:pathLst>
                <a:path w="24509" h="29044" extrusionOk="0">
                  <a:moveTo>
                    <a:pt x="6088" y="0"/>
                  </a:moveTo>
                  <a:cubicBezTo>
                    <a:pt x="272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4508" y="29043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7" name="Google Shape;6227;p37"/>
            <p:cNvSpPr/>
            <p:nvPr/>
          </p:nvSpPr>
          <p:spPr>
            <a:xfrm>
              <a:off x="4241650" y="5061100"/>
              <a:ext cx="134300" cy="525200"/>
            </a:xfrm>
            <a:custGeom>
              <a:avLst/>
              <a:gdLst/>
              <a:ahLst/>
              <a:cxnLst/>
              <a:rect l="l" t="t" r="r" b="b"/>
              <a:pathLst>
                <a:path w="5372" h="21008" extrusionOk="0">
                  <a:moveTo>
                    <a:pt x="0" y="1"/>
                  </a:moveTo>
                  <a:lnTo>
                    <a:pt x="0" y="21007"/>
                  </a:lnTo>
                  <a:lnTo>
                    <a:pt x="5371" y="21007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8" name="Google Shape;6228;p37"/>
            <p:cNvSpPr/>
            <p:nvPr/>
          </p:nvSpPr>
          <p:spPr>
            <a:xfrm>
              <a:off x="4278950" y="4899475"/>
              <a:ext cx="612225" cy="687325"/>
            </a:xfrm>
            <a:custGeom>
              <a:avLst/>
              <a:gdLst/>
              <a:ahLst/>
              <a:cxnLst/>
              <a:rect l="l" t="t" r="r" b="b"/>
              <a:pathLst>
                <a:path w="24489" h="27493" extrusionOk="0">
                  <a:moveTo>
                    <a:pt x="22479" y="1"/>
                  </a:moveTo>
                  <a:cubicBezTo>
                    <a:pt x="20012" y="1831"/>
                    <a:pt x="17267" y="3243"/>
                    <a:pt x="14323" y="4138"/>
                  </a:cubicBezTo>
                  <a:cubicBezTo>
                    <a:pt x="9628" y="5571"/>
                    <a:pt x="4456" y="5690"/>
                    <a:pt x="0" y="7659"/>
                  </a:cubicBezTo>
                  <a:lnTo>
                    <a:pt x="0" y="27492"/>
                  </a:lnTo>
                  <a:lnTo>
                    <a:pt x="24488" y="27492"/>
                  </a:lnTo>
                  <a:lnTo>
                    <a:pt x="24488" y="451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9" name="Google Shape;6229;p37"/>
            <p:cNvSpPr/>
            <p:nvPr/>
          </p:nvSpPr>
          <p:spPr>
            <a:xfrm>
              <a:off x="4278950" y="4860200"/>
              <a:ext cx="612225" cy="726100"/>
            </a:xfrm>
            <a:custGeom>
              <a:avLst/>
              <a:gdLst/>
              <a:ahLst/>
              <a:cxnLst/>
              <a:rect l="l" t="t" r="r" b="b"/>
              <a:pathLst>
                <a:path w="24489" h="29044" extrusionOk="0">
                  <a:moveTo>
                    <a:pt x="6087" y="0"/>
                  </a:moveTo>
                  <a:cubicBezTo>
                    <a:pt x="2746" y="0"/>
                    <a:pt x="0" y="2725"/>
                    <a:pt x="0" y="6087"/>
                  </a:cubicBezTo>
                  <a:lnTo>
                    <a:pt x="0" y="29043"/>
                  </a:lnTo>
                  <a:lnTo>
                    <a:pt x="219" y="29043"/>
                  </a:lnTo>
                  <a:lnTo>
                    <a:pt x="219" y="6207"/>
                  </a:lnTo>
                  <a:cubicBezTo>
                    <a:pt x="219" y="2884"/>
                    <a:pt x="2905" y="179"/>
                    <a:pt x="6247" y="179"/>
                  </a:cubicBezTo>
                  <a:lnTo>
                    <a:pt x="18481" y="179"/>
                  </a:lnTo>
                  <a:cubicBezTo>
                    <a:pt x="21783" y="179"/>
                    <a:pt x="24488" y="2884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0" name="Google Shape;6230;p37"/>
            <p:cNvSpPr/>
            <p:nvPr/>
          </p:nvSpPr>
          <p:spPr>
            <a:xfrm>
              <a:off x="810650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116" y="0"/>
                    <a:pt x="1955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1" name="Google Shape;6231;p37"/>
            <p:cNvSpPr/>
            <p:nvPr/>
          </p:nvSpPr>
          <p:spPr>
            <a:xfrm>
              <a:off x="81065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08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2" name="Google Shape;6232;p37"/>
            <p:cNvSpPr/>
            <p:nvPr/>
          </p:nvSpPr>
          <p:spPr>
            <a:xfrm>
              <a:off x="1325875" y="5265000"/>
              <a:ext cx="135300" cy="319300"/>
            </a:xfrm>
            <a:custGeom>
              <a:avLst/>
              <a:gdLst/>
              <a:ahLst/>
              <a:cxnLst/>
              <a:rect l="l" t="t" r="r" b="b"/>
              <a:pathLst>
                <a:path w="5412" h="12772" extrusionOk="0">
                  <a:moveTo>
                    <a:pt x="5411" y="1"/>
                  </a:moveTo>
                  <a:cubicBezTo>
                    <a:pt x="5116" y="1009"/>
                    <a:pt x="4929" y="1390"/>
                    <a:pt x="4575" y="1390"/>
                  </a:cubicBezTo>
                  <a:cubicBezTo>
                    <a:pt x="4405" y="1390"/>
                    <a:pt x="4197" y="1303"/>
                    <a:pt x="3919" y="1154"/>
                  </a:cubicBezTo>
                  <a:lnTo>
                    <a:pt x="1" y="12772"/>
                  </a:lnTo>
                  <a:lnTo>
                    <a:pt x="5411" y="12772"/>
                  </a:lnTo>
                  <a:lnTo>
                    <a:pt x="541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3" name="Google Shape;6233;p37"/>
            <p:cNvSpPr/>
            <p:nvPr/>
          </p:nvSpPr>
          <p:spPr>
            <a:xfrm>
              <a:off x="8106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010" y="0"/>
                  </a:moveTo>
                  <a:cubicBezTo>
                    <a:pt x="777" y="1114"/>
                    <a:pt x="1" y="2705"/>
                    <a:pt x="1" y="4516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7659"/>
                  </a:lnTo>
                  <a:cubicBezTo>
                    <a:pt x="20053" y="5689"/>
                    <a:pt x="14880" y="5570"/>
                    <a:pt x="10166" y="4138"/>
                  </a:cubicBezTo>
                  <a:cubicBezTo>
                    <a:pt x="7242" y="3243"/>
                    <a:pt x="4477" y="1830"/>
                    <a:pt x="201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4" name="Google Shape;6234;p37"/>
            <p:cNvSpPr/>
            <p:nvPr/>
          </p:nvSpPr>
          <p:spPr>
            <a:xfrm>
              <a:off x="811150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6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26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469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5" name="Google Shape;6235;p37"/>
            <p:cNvSpPr/>
            <p:nvPr/>
          </p:nvSpPr>
          <p:spPr>
            <a:xfrm>
              <a:off x="1573050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6" name="Google Shape;6236;p37"/>
            <p:cNvSpPr/>
            <p:nvPr/>
          </p:nvSpPr>
          <p:spPr>
            <a:xfrm>
              <a:off x="157355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7" name="Google Shape;6237;p37"/>
            <p:cNvSpPr/>
            <p:nvPr/>
          </p:nvSpPr>
          <p:spPr>
            <a:xfrm>
              <a:off x="208875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90" y="1009"/>
                    <a:pt x="4907" y="1390"/>
                    <a:pt x="4548" y="1390"/>
                  </a:cubicBezTo>
                  <a:cubicBezTo>
                    <a:pt x="4376" y="1390"/>
                    <a:pt x="4164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8" name="Google Shape;6238;p37"/>
            <p:cNvSpPr/>
            <p:nvPr/>
          </p:nvSpPr>
          <p:spPr>
            <a:xfrm>
              <a:off x="1573550" y="5102375"/>
              <a:ext cx="612200" cy="481925"/>
            </a:xfrm>
            <a:custGeom>
              <a:avLst/>
              <a:gdLst/>
              <a:ahLst/>
              <a:cxnLst/>
              <a:rect l="l" t="t" r="r" b="b"/>
              <a:pathLst>
                <a:path w="24488" h="19277" extrusionOk="0">
                  <a:moveTo>
                    <a:pt x="200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2" y="5710"/>
                    <a:pt x="14860" y="5571"/>
                    <a:pt x="10165" y="4158"/>
                  </a:cubicBezTo>
                  <a:cubicBezTo>
                    <a:pt x="7241" y="3263"/>
                    <a:pt x="4476" y="1851"/>
                    <a:pt x="200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9" name="Google Shape;6239;p37"/>
            <p:cNvSpPr/>
            <p:nvPr/>
          </p:nvSpPr>
          <p:spPr>
            <a:xfrm>
              <a:off x="1573550" y="5063600"/>
              <a:ext cx="612200" cy="520700"/>
            </a:xfrm>
            <a:custGeom>
              <a:avLst/>
              <a:gdLst/>
              <a:ahLst/>
              <a:cxnLst/>
              <a:rect l="l" t="t" r="r" b="b"/>
              <a:pathLst>
                <a:path w="24488" h="20828" extrusionOk="0">
                  <a:moveTo>
                    <a:pt x="6067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06" y="159"/>
                    <a:pt x="600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0" name="Google Shape;6240;p37"/>
            <p:cNvSpPr/>
            <p:nvPr/>
          </p:nvSpPr>
          <p:spPr>
            <a:xfrm>
              <a:off x="2335925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885" y="0"/>
                    <a:pt x="1" y="2904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885"/>
                    <a:pt x="2309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1" name="Google Shape;6241;p37"/>
            <p:cNvSpPr/>
            <p:nvPr/>
          </p:nvSpPr>
          <p:spPr>
            <a:xfrm>
              <a:off x="233592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2" name="Google Shape;6242;p37"/>
            <p:cNvSpPr/>
            <p:nvPr/>
          </p:nvSpPr>
          <p:spPr>
            <a:xfrm>
              <a:off x="2851150" y="5265000"/>
              <a:ext cx="134800" cy="319300"/>
            </a:xfrm>
            <a:custGeom>
              <a:avLst/>
              <a:gdLst/>
              <a:ahLst/>
              <a:cxnLst/>
              <a:rect l="l" t="t" r="r" b="b"/>
              <a:pathLst>
                <a:path w="5392" h="12772" extrusionOk="0">
                  <a:moveTo>
                    <a:pt x="5391" y="1"/>
                  </a:moveTo>
                  <a:cubicBezTo>
                    <a:pt x="5109" y="1009"/>
                    <a:pt x="4927" y="1390"/>
                    <a:pt x="4568" y="1390"/>
                  </a:cubicBezTo>
                  <a:cubicBezTo>
                    <a:pt x="4396" y="1390"/>
                    <a:pt x="4183" y="1303"/>
                    <a:pt x="3899" y="1154"/>
                  </a:cubicBezTo>
                  <a:lnTo>
                    <a:pt x="0" y="12772"/>
                  </a:lnTo>
                  <a:lnTo>
                    <a:pt x="5391" y="12772"/>
                  </a:lnTo>
                  <a:lnTo>
                    <a:pt x="5391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3" name="Google Shape;6243;p37"/>
            <p:cNvSpPr/>
            <p:nvPr/>
          </p:nvSpPr>
          <p:spPr>
            <a:xfrm>
              <a:off x="233592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010" y="1"/>
                  </a:moveTo>
                  <a:cubicBezTo>
                    <a:pt x="757" y="1115"/>
                    <a:pt x="1" y="2706"/>
                    <a:pt x="1" y="4536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7659"/>
                  </a:lnTo>
                  <a:cubicBezTo>
                    <a:pt x="20033" y="5710"/>
                    <a:pt x="14860" y="5571"/>
                    <a:pt x="10166" y="4158"/>
                  </a:cubicBezTo>
                  <a:cubicBezTo>
                    <a:pt x="7222" y="3263"/>
                    <a:pt x="4476" y="1851"/>
                    <a:pt x="201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4" name="Google Shape;6244;p37"/>
            <p:cNvSpPr/>
            <p:nvPr/>
          </p:nvSpPr>
          <p:spPr>
            <a:xfrm>
              <a:off x="2335925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68" y="0"/>
                  </a:moveTo>
                  <a:cubicBezTo>
                    <a:pt x="2706" y="0"/>
                    <a:pt x="1" y="2725"/>
                    <a:pt x="1" y="6087"/>
                  </a:cubicBezTo>
                  <a:lnTo>
                    <a:pt x="1" y="6207"/>
                  </a:lnTo>
                  <a:cubicBezTo>
                    <a:pt x="1" y="2885"/>
                    <a:pt x="2706" y="159"/>
                    <a:pt x="6008" y="159"/>
                  </a:cubicBezTo>
                  <a:lnTo>
                    <a:pt x="18242" y="159"/>
                  </a:lnTo>
                  <a:cubicBezTo>
                    <a:pt x="21584" y="159"/>
                    <a:pt x="24270" y="2885"/>
                    <a:pt x="24270" y="6207"/>
                  </a:cubicBezTo>
                  <a:lnTo>
                    <a:pt x="24270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5" name="Google Shape;6245;p37"/>
            <p:cNvSpPr/>
            <p:nvPr/>
          </p:nvSpPr>
          <p:spPr>
            <a:xfrm>
              <a:off x="3097825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885" y="0"/>
                    <a:pt x="0" y="2904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885"/>
                    <a:pt x="2309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6" name="Google Shape;6246;p37"/>
            <p:cNvSpPr/>
            <p:nvPr/>
          </p:nvSpPr>
          <p:spPr>
            <a:xfrm>
              <a:off x="309782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7" name="Google Shape;6247;p37"/>
            <p:cNvSpPr/>
            <p:nvPr/>
          </p:nvSpPr>
          <p:spPr>
            <a:xfrm>
              <a:off x="361402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5372" y="1"/>
                  </a:moveTo>
                  <a:cubicBezTo>
                    <a:pt x="5076" y="1009"/>
                    <a:pt x="4889" y="1390"/>
                    <a:pt x="4535" y="1390"/>
                  </a:cubicBezTo>
                  <a:cubicBezTo>
                    <a:pt x="4365" y="1390"/>
                    <a:pt x="4157" y="1303"/>
                    <a:pt x="3880" y="1154"/>
                  </a:cubicBezTo>
                  <a:lnTo>
                    <a:pt x="1" y="12772"/>
                  </a:lnTo>
                  <a:lnTo>
                    <a:pt x="5372" y="12772"/>
                  </a:lnTo>
                  <a:lnTo>
                    <a:pt x="5372" y="1"/>
                  </a:ln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8" name="Google Shape;6248;p37"/>
            <p:cNvSpPr/>
            <p:nvPr/>
          </p:nvSpPr>
          <p:spPr>
            <a:xfrm>
              <a:off x="3098325" y="5102375"/>
              <a:ext cx="612700" cy="481925"/>
            </a:xfrm>
            <a:custGeom>
              <a:avLst/>
              <a:gdLst/>
              <a:ahLst/>
              <a:cxnLst/>
              <a:rect l="l" t="t" r="r" b="b"/>
              <a:pathLst>
                <a:path w="24508" h="19277" extrusionOk="0">
                  <a:moveTo>
                    <a:pt x="2029" y="1"/>
                  </a:moveTo>
                  <a:cubicBezTo>
                    <a:pt x="776" y="1115"/>
                    <a:pt x="0" y="2706"/>
                    <a:pt x="0" y="4536"/>
                  </a:cubicBezTo>
                  <a:lnTo>
                    <a:pt x="0" y="19277"/>
                  </a:lnTo>
                  <a:lnTo>
                    <a:pt x="24508" y="19277"/>
                  </a:lnTo>
                  <a:lnTo>
                    <a:pt x="24508" y="7659"/>
                  </a:lnTo>
                  <a:cubicBezTo>
                    <a:pt x="20052" y="5710"/>
                    <a:pt x="14880" y="5571"/>
                    <a:pt x="10185" y="4158"/>
                  </a:cubicBezTo>
                  <a:cubicBezTo>
                    <a:pt x="7241" y="3263"/>
                    <a:pt x="4476" y="1851"/>
                    <a:pt x="202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9" name="Google Shape;6249;p37"/>
            <p:cNvSpPr/>
            <p:nvPr/>
          </p:nvSpPr>
          <p:spPr>
            <a:xfrm>
              <a:off x="309832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067" y="0"/>
                  </a:moveTo>
                  <a:cubicBezTo>
                    <a:pt x="2725" y="0"/>
                    <a:pt x="0" y="2725"/>
                    <a:pt x="0" y="6087"/>
                  </a:cubicBezTo>
                  <a:lnTo>
                    <a:pt x="0" y="6207"/>
                  </a:lnTo>
                  <a:cubicBezTo>
                    <a:pt x="0" y="2885"/>
                    <a:pt x="2725" y="159"/>
                    <a:pt x="6028" y="159"/>
                  </a:cubicBezTo>
                  <a:lnTo>
                    <a:pt x="18262" y="159"/>
                  </a:lnTo>
                  <a:cubicBezTo>
                    <a:pt x="21584" y="159"/>
                    <a:pt x="24269" y="2885"/>
                    <a:pt x="24269" y="6207"/>
                  </a:cubicBezTo>
                  <a:lnTo>
                    <a:pt x="24269" y="20828"/>
                  </a:lnTo>
                  <a:lnTo>
                    <a:pt x="24488" y="20828"/>
                  </a:lnTo>
                  <a:lnTo>
                    <a:pt x="24488" y="6087"/>
                  </a:lnTo>
                  <a:cubicBezTo>
                    <a:pt x="2450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0" name="Google Shape;6250;p37"/>
            <p:cNvSpPr/>
            <p:nvPr/>
          </p:nvSpPr>
          <p:spPr>
            <a:xfrm>
              <a:off x="6147875" y="5031275"/>
              <a:ext cx="650000" cy="553025"/>
            </a:xfrm>
            <a:custGeom>
              <a:avLst/>
              <a:gdLst/>
              <a:ahLst/>
              <a:cxnLst/>
              <a:rect l="l" t="t" r="r" b="b"/>
              <a:pathLst>
                <a:path w="2600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5" y="0"/>
                    <a:pt x="19535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1" name="Google Shape;6251;p37"/>
            <p:cNvSpPr/>
            <p:nvPr/>
          </p:nvSpPr>
          <p:spPr>
            <a:xfrm>
              <a:off x="6184175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10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2" name="Google Shape;6252;p37"/>
            <p:cNvSpPr/>
            <p:nvPr/>
          </p:nvSpPr>
          <p:spPr>
            <a:xfrm>
              <a:off x="61478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08" y="1303"/>
                    <a:pt x="996" y="1390"/>
                    <a:pt x="824" y="1390"/>
                  </a:cubicBezTo>
                  <a:cubicBezTo>
                    <a:pt x="465" y="1390"/>
                    <a:pt x="282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3" name="Google Shape;6253;p37"/>
            <p:cNvSpPr/>
            <p:nvPr/>
          </p:nvSpPr>
          <p:spPr>
            <a:xfrm>
              <a:off x="6185150" y="5138200"/>
              <a:ext cx="612225" cy="481425"/>
            </a:xfrm>
            <a:custGeom>
              <a:avLst/>
              <a:gdLst/>
              <a:ahLst/>
              <a:cxnLst/>
              <a:rect l="l" t="t" r="r" b="b"/>
              <a:pathLst>
                <a:path w="24489" h="19257" extrusionOk="0">
                  <a:moveTo>
                    <a:pt x="22480" y="0"/>
                  </a:moveTo>
                  <a:cubicBezTo>
                    <a:pt x="20013" y="1830"/>
                    <a:pt x="17248" y="3243"/>
                    <a:pt x="14324" y="4138"/>
                  </a:cubicBezTo>
                  <a:cubicBezTo>
                    <a:pt x="9609" y="5570"/>
                    <a:pt x="4437" y="5689"/>
                    <a:pt x="1" y="7659"/>
                  </a:cubicBezTo>
                  <a:lnTo>
                    <a:pt x="1" y="19256"/>
                  </a:lnTo>
                  <a:lnTo>
                    <a:pt x="24489" y="19256"/>
                  </a:lnTo>
                  <a:lnTo>
                    <a:pt x="24489" y="4516"/>
                  </a:lnTo>
                  <a:cubicBezTo>
                    <a:pt x="24489" y="2705"/>
                    <a:pt x="23713" y="1114"/>
                    <a:pt x="22480" y="0"/>
                  </a:cubicBezTo>
                  <a:close/>
                </a:path>
              </a:pathLst>
            </a:custGeom>
            <a:solidFill>
              <a:srgbClr val="45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4" name="Google Shape;6254;p37"/>
            <p:cNvSpPr/>
            <p:nvPr/>
          </p:nvSpPr>
          <p:spPr>
            <a:xfrm>
              <a:off x="6184675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2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802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802" y="0"/>
                    <a:pt x="18441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5" name="Google Shape;6255;p37"/>
            <p:cNvSpPr/>
            <p:nvPr/>
          </p:nvSpPr>
          <p:spPr>
            <a:xfrm>
              <a:off x="5385475" y="5031275"/>
              <a:ext cx="650525" cy="553025"/>
            </a:xfrm>
            <a:custGeom>
              <a:avLst/>
              <a:gdLst/>
              <a:ahLst/>
              <a:cxnLst/>
              <a:rect l="l" t="t" r="r" b="b"/>
              <a:pathLst>
                <a:path w="2602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6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6" name="Google Shape;6256;p37"/>
            <p:cNvSpPr/>
            <p:nvPr/>
          </p:nvSpPr>
          <p:spPr>
            <a:xfrm>
              <a:off x="5422275" y="5063600"/>
              <a:ext cx="612725" cy="520700"/>
            </a:xfrm>
            <a:custGeom>
              <a:avLst/>
              <a:gdLst/>
              <a:ahLst/>
              <a:cxnLst/>
              <a:rect l="l" t="t" r="r" b="b"/>
              <a:pathLst>
                <a:path w="2450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08" y="20828"/>
                  </a:lnTo>
                  <a:lnTo>
                    <a:pt x="24508" y="6087"/>
                  </a:lnTo>
                  <a:cubicBezTo>
                    <a:pt x="2450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7" name="Google Shape;6257;p37"/>
            <p:cNvSpPr/>
            <p:nvPr/>
          </p:nvSpPr>
          <p:spPr>
            <a:xfrm>
              <a:off x="5385475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2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8" name="Google Shape;6258;p37"/>
            <p:cNvSpPr/>
            <p:nvPr/>
          </p:nvSpPr>
          <p:spPr>
            <a:xfrm>
              <a:off x="54227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67" y="3263"/>
                    <a:pt x="14323" y="4158"/>
                  </a:cubicBezTo>
                  <a:cubicBezTo>
                    <a:pt x="9629" y="5571"/>
                    <a:pt x="4456" y="5710"/>
                    <a:pt x="0" y="7659"/>
                  </a:cubicBezTo>
                  <a:lnTo>
                    <a:pt x="0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32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9" name="Google Shape;6259;p37"/>
            <p:cNvSpPr/>
            <p:nvPr/>
          </p:nvSpPr>
          <p:spPr>
            <a:xfrm>
              <a:off x="5422775" y="5063600"/>
              <a:ext cx="611725" cy="520700"/>
            </a:xfrm>
            <a:custGeom>
              <a:avLst/>
              <a:gdLst/>
              <a:ahLst/>
              <a:cxnLst/>
              <a:rect l="l" t="t" r="r" b="b"/>
              <a:pathLst>
                <a:path w="24469" h="20828" extrusionOk="0">
                  <a:moveTo>
                    <a:pt x="6068" y="0"/>
                  </a:moveTo>
                  <a:cubicBezTo>
                    <a:pt x="2706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199" y="20828"/>
                  </a:lnTo>
                  <a:lnTo>
                    <a:pt x="199" y="6207"/>
                  </a:lnTo>
                  <a:cubicBezTo>
                    <a:pt x="199" y="2885"/>
                    <a:pt x="2885" y="159"/>
                    <a:pt x="6207" y="159"/>
                  </a:cubicBezTo>
                  <a:lnTo>
                    <a:pt x="18441" y="159"/>
                  </a:lnTo>
                  <a:cubicBezTo>
                    <a:pt x="21763" y="159"/>
                    <a:pt x="24468" y="2885"/>
                    <a:pt x="24468" y="6207"/>
                  </a:cubicBezTo>
                  <a:lnTo>
                    <a:pt x="24468" y="6087"/>
                  </a:lnTo>
                  <a:cubicBezTo>
                    <a:pt x="24468" y="2725"/>
                    <a:pt x="21763" y="0"/>
                    <a:pt x="1840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0" name="Google Shape;6260;p37"/>
            <p:cNvSpPr/>
            <p:nvPr/>
          </p:nvSpPr>
          <p:spPr>
            <a:xfrm>
              <a:off x="4622600" y="5031275"/>
              <a:ext cx="650500" cy="553025"/>
            </a:xfrm>
            <a:custGeom>
              <a:avLst/>
              <a:gdLst/>
              <a:ahLst/>
              <a:cxnLst/>
              <a:rect l="l" t="t" r="r" b="b"/>
              <a:pathLst>
                <a:path w="26020" h="22121" extrusionOk="0">
                  <a:moveTo>
                    <a:pt x="6465" y="0"/>
                  </a:moveTo>
                  <a:cubicBezTo>
                    <a:pt x="2904" y="0"/>
                    <a:pt x="0" y="2885"/>
                    <a:pt x="0" y="6465"/>
                  </a:cubicBezTo>
                  <a:lnTo>
                    <a:pt x="0" y="22121"/>
                  </a:lnTo>
                  <a:lnTo>
                    <a:pt x="26020" y="22121"/>
                  </a:lnTo>
                  <a:lnTo>
                    <a:pt x="26020" y="6465"/>
                  </a:lnTo>
                  <a:cubicBezTo>
                    <a:pt x="26020" y="2904"/>
                    <a:pt x="23135" y="0"/>
                    <a:pt x="1955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1" name="Google Shape;6261;p37"/>
            <p:cNvSpPr/>
            <p:nvPr/>
          </p:nvSpPr>
          <p:spPr>
            <a:xfrm>
              <a:off x="4659900" y="5063600"/>
              <a:ext cx="613200" cy="520700"/>
            </a:xfrm>
            <a:custGeom>
              <a:avLst/>
              <a:gdLst/>
              <a:ahLst/>
              <a:cxnLst/>
              <a:rect l="l" t="t" r="r" b="b"/>
              <a:pathLst>
                <a:path w="24528" h="20828" extrusionOk="0">
                  <a:moveTo>
                    <a:pt x="6087" y="0"/>
                  </a:moveTo>
                  <a:cubicBezTo>
                    <a:pt x="2745" y="0"/>
                    <a:pt x="0" y="2725"/>
                    <a:pt x="0" y="6087"/>
                  </a:cubicBezTo>
                  <a:lnTo>
                    <a:pt x="0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2" name="Google Shape;6262;p37"/>
            <p:cNvSpPr/>
            <p:nvPr/>
          </p:nvSpPr>
          <p:spPr>
            <a:xfrm>
              <a:off x="46226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0" y="1"/>
                  </a:moveTo>
                  <a:lnTo>
                    <a:pt x="0" y="12772"/>
                  </a:lnTo>
                  <a:lnTo>
                    <a:pt x="5371" y="12772"/>
                  </a:lnTo>
                  <a:lnTo>
                    <a:pt x="1492" y="1154"/>
                  </a:lnTo>
                  <a:cubicBezTo>
                    <a:pt x="1215" y="1303"/>
                    <a:pt x="1007" y="1390"/>
                    <a:pt x="837" y="1390"/>
                  </a:cubicBezTo>
                  <a:cubicBezTo>
                    <a:pt x="483" y="1390"/>
                    <a:pt x="296" y="1009"/>
                    <a:pt x="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3" name="Google Shape;6263;p37"/>
            <p:cNvSpPr/>
            <p:nvPr/>
          </p:nvSpPr>
          <p:spPr>
            <a:xfrm>
              <a:off x="4660875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60" y="1"/>
                  </a:moveTo>
                  <a:cubicBezTo>
                    <a:pt x="20013" y="1851"/>
                    <a:pt x="17248" y="3263"/>
                    <a:pt x="14324" y="4158"/>
                  </a:cubicBezTo>
                  <a:cubicBezTo>
                    <a:pt x="9609" y="5571"/>
                    <a:pt x="4437" y="5710"/>
                    <a:pt x="1" y="7659"/>
                  </a:cubicBezTo>
                  <a:lnTo>
                    <a:pt x="1" y="19277"/>
                  </a:lnTo>
                  <a:lnTo>
                    <a:pt x="24489" y="19277"/>
                  </a:lnTo>
                  <a:lnTo>
                    <a:pt x="24489" y="4536"/>
                  </a:lnTo>
                  <a:cubicBezTo>
                    <a:pt x="24489" y="2706"/>
                    <a:pt x="23713" y="1115"/>
                    <a:pt x="22460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4" name="Google Shape;6264;p37"/>
            <p:cNvSpPr/>
            <p:nvPr/>
          </p:nvSpPr>
          <p:spPr>
            <a:xfrm>
              <a:off x="4659900" y="5063600"/>
              <a:ext cx="612700" cy="520700"/>
            </a:xfrm>
            <a:custGeom>
              <a:avLst/>
              <a:gdLst/>
              <a:ahLst/>
              <a:cxnLst/>
              <a:rect l="l" t="t" r="r" b="b"/>
              <a:pathLst>
                <a:path w="24508" h="20828" extrusionOk="0">
                  <a:moveTo>
                    <a:pt x="6107" y="0"/>
                  </a:moveTo>
                  <a:cubicBezTo>
                    <a:pt x="2745" y="0"/>
                    <a:pt x="40" y="2725"/>
                    <a:pt x="0" y="6087"/>
                  </a:cubicBezTo>
                  <a:lnTo>
                    <a:pt x="0" y="20828"/>
                  </a:lnTo>
                  <a:lnTo>
                    <a:pt x="239" y="20828"/>
                  </a:lnTo>
                  <a:lnTo>
                    <a:pt x="239" y="6207"/>
                  </a:lnTo>
                  <a:cubicBezTo>
                    <a:pt x="239" y="2885"/>
                    <a:pt x="2924" y="159"/>
                    <a:pt x="6246" y="159"/>
                  </a:cubicBezTo>
                  <a:lnTo>
                    <a:pt x="18480" y="159"/>
                  </a:lnTo>
                  <a:cubicBezTo>
                    <a:pt x="21783" y="159"/>
                    <a:pt x="24508" y="2885"/>
                    <a:pt x="24508" y="6207"/>
                  </a:cubicBezTo>
                  <a:lnTo>
                    <a:pt x="24508" y="6087"/>
                  </a:lnTo>
                  <a:cubicBezTo>
                    <a:pt x="24508" y="2725"/>
                    <a:pt x="21783" y="0"/>
                    <a:pt x="1844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5" name="Google Shape;6265;p37"/>
            <p:cNvSpPr/>
            <p:nvPr/>
          </p:nvSpPr>
          <p:spPr>
            <a:xfrm>
              <a:off x="3860700" y="5031275"/>
              <a:ext cx="650025" cy="553025"/>
            </a:xfrm>
            <a:custGeom>
              <a:avLst/>
              <a:gdLst/>
              <a:ahLst/>
              <a:cxnLst/>
              <a:rect l="l" t="t" r="r" b="b"/>
              <a:pathLst>
                <a:path w="26001" h="22121" extrusionOk="0">
                  <a:moveTo>
                    <a:pt x="6466" y="0"/>
                  </a:moveTo>
                  <a:cubicBezTo>
                    <a:pt x="2905" y="0"/>
                    <a:pt x="1" y="2885"/>
                    <a:pt x="1" y="6465"/>
                  </a:cubicBezTo>
                  <a:lnTo>
                    <a:pt x="1" y="22121"/>
                  </a:lnTo>
                  <a:lnTo>
                    <a:pt x="26000" y="22121"/>
                  </a:lnTo>
                  <a:lnTo>
                    <a:pt x="26000" y="6465"/>
                  </a:lnTo>
                  <a:cubicBezTo>
                    <a:pt x="26000" y="2904"/>
                    <a:pt x="23116" y="0"/>
                    <a:pt x="19535" y="0"/>
                  </a:cubicBezTo>
                  <a:close/>
                </a:path>
              </a:pathLst>
            </a:custGeom>
            <a:solidFill>
              <a:srgbClr val="8019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6" name="Google Shape;6266;p37"/>
            <p:cNvSpPr/>
            <p:nvPr/>
          </p:nvSpPr>
          <p:spPr>
            <a:xfrm>
              <a:off x="3897000" y="5063600"/>
              <a:ext cx="613225" cy="520700"/>
            </a:xfrm>
            <a:custGeom>
              <a:avLst/>
              <a:gdLst/>
              <a:ahLst/>
              <a:cxnLst/>
              <a:rect l="l" t="t" r="r" b="b"/>
              <a:pathLst>
                <a:path w="24529" h="20828" extrusionOk="0">
                  <a:moveTo>
                    <a:pt x="6108" y="0"/>
                  </a:moveTo>
                  <a:cubicBezTo>
                    <a:pt x="274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4528" y="20828"/>
                  </a:lnTo>
                  <a:lnTo>
                    <a:pt x="24528" y="6087"/>
                  </a:lnTo>
                  <a:cubicBezTo>
                    <a:pt x="24528" y="2725"/>
                    <a:pt x="21803" y="0"/>
                    <a:pt x="18441" y="0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7" name="Google Shape;6267;p37"/>
            <p:cNvSpPr/>
            <p:nvPr/>
          </p:nvSpPr>
          <p:spPr>
            <a:xfrm>
              <a:off x="3860700" y="5265000"/>
              <a:ext cx="134300" cy="319300"/>
            </a:xfrm>
            <a:custGeom>
              <a:avLst/>
              <a:gdLst/>
              <a:ahLst/>
              <a:cxnLst/>
              <a:rect l="l" t="t" r="r" b="b"/>
              <a:pathLst>
                <a:path w="5372" h="12772" extrusionOk="0">
                  <a:moveTo>
                    <a:pt x="1" y="1"/>
                  </a:moveTo>
                  <a:lnTo>
                    <a:pt x="1" y="12772"/>
                  </a:lnTo>
                  <a:lnTo>
                    <a:pt x="5372" y="12772"/>
                  </a:lnTo>
                  <a:lnTo>
                    <a:pt x="1493" y="1154"/>
                  </a:lnTo>
                  <a:cubicBezTo>
                    <a:pt x="1209" y="1303"/>
                    <a:pt x="996" y="1390"/>
                    <a:pt x="824" y="1390"/>
                  </a:cubicBezTo>
                  <a:cubicBezTo>
                    <a:pt x="465" y="1390"/>
                    <a:pt x="283" y="1009"/>
                    <a:pt x="1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8" name="Google Shape;6268;p37"/>
            <p:cNvSpPr/>
            <p:nvPr/>
          </p:nvSpPr>
          <p:spPr>
            <a:xfrm>
              <a:off x="3898000" y="5102375"/>
              <a:ext cx="612225" cy="481925"/>
            </a:xfrm>
            <a:custGeom>
              <a:avLst/>
              <a:gdLst/>
              <a:ahLst/>
              <a:cxnLst/>
              <a:rect l="l" t="t" r="r" b="b"/>
              <a:pathLst>
                <a:path w="24489" h="19277" extrusionOk="0">
                  <a:moveTo>
                    <a:pt x="22479" y="1"/>
                  </a:moveTo>
                  <a:cubicBezTo>
                    <a:pt x="20013" y="1851"/>
                    <a:pt x="17247" y="3263"/>
                    <a:pt x="14323" y="4158"/>
                  </a:cubicBezTo>
                  <a:cubicBezTo>
                    <a:pt x="9629" y="5571"/>
                    <a:pt x="4456" y="5710"/>
                    <a:pt x="1" y="7659"/>
                  </a:cubicBezTo>
                  <a:lnTo>
                    <a:pt x="1" y="19277"/>
                  </a:lnTo>
                  <a:lnTo>
                    <a:pt x="24488" y="19277"/>
                  </a:lnTo>
                  <a:lnTo>
                    <a:pt x="24488" y="4536"/>
                  </a:lnTo>
                  <a:cubicBezTo>
                    <a:pt x="24488" y="2706"/>
                    <a:pt x="23713" y="1115"/>
                    <a:pt x="22479" y="1"/>
                  </a:cubicBezTo>
                  <a:close/>
                </a:path>
              </a:pathLst>
            </a:custGeom>
            <a:solidFill>
              <a:srgbClr val="B723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9" name="Google Shape;6269;p37"/>
            <p:cNvSpPr/>
            <p:nvPr/>
          </p:nvSpPr>
          <p:spPr>
            <a:xfrm>
              <a:off x="3898000" y="5063600"/>
              <a:ext cx="612225" cy="520700"/>
            </a:xfrm>
            <a:custGeom>
              <a:avLst/>
              <a:gdLst/>
              <a:ahLst/>
              <a:cxnLst/>
              <a:rect l="l" t="t" r="r" b="b"/>
              <a:pathLst>
                <a:path w="24489" h="20828" extrusionOk="0">
                  <a:moveTo>
                    <a:pt x="6088" y="0"/>
                  </a:moveTo>
                  <a:cubicBezTo>
                    <a:pt x="2726" y="0"/>
                    <a:pt x="1" y="2725"/>
                    <a:pt x="1" y="6087"/>
                  </a:cubicBezTo>
                  <a:lnTo>
                    <a:pt x="1" y="20828"/>
                  </a:lnTo>
                  <a:lnTo>
                    <a:pt x="219" y="20828"/>
                  </a:lnTo>
                  <a:lnTo>
                    <a:pt x="219" y="6207"/>
                  </a:lnTo>
                  <a:cubicBezTo>
                    <a:pt x="219" y="2885"/>
                    <a:pt x="2905" y="159"/>
                    <a:pt x="6247" y="159"/>
                  </a:cubicBezTo>
                  <a:lnTo>
                    <a:pt x="18481" y="159"/>
                  </a:lnTo>
                  <a:cubicBezTo>
                    <a:pt x="21783" y="159"/>
                    <a:pt x="24488" y="2885"/>
                    <a:pt x="24488" y="6207"/>
                  </a:cubicBezTo>
                  <a:lnTo>
                    <a:pt x="24488" y="6087"/>
                  </a:lnTo>
                  <a:cubicBezTo>
                    <a:pt x="24488" y="2725"/>
                    <a:pt x="21783" y="0"/>
                    <a:pt x="18421" y="0"/>
                  </a:cubicBezTo>
                  <a:close/>
                </a:path>
              </a:pathLst>
            </a:custGeom>
            <a:solidFill>
              <a:srgbClr val="DD4D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6264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melight"/>
              <a:buNone/>
              <a:defRPr sz="3000">
                <a:solidFill>
                  <a:schemeClr val="dk1"/>
                </a:solidFill>
                <a:latin typeface="Limelight"/>
                <a:ea typeface="Limelight"/>
                <a:cs typeface="Limelight"/>
                <a:sym typeface="Lime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8" r:id="rId6"/>
    <p:sldLayoutId id="2147483659" r:id="rId7"/>
    <p:sldLayoutId id="2147483661" r:id="rId8"/>
    <p:sldLayoutId id="2147483662" r:id="rId9"/>
    <p:sldLayoutId id="2147483664" r:id="rId10"/>
    <p:sldLayoutId id="2147483673" r:id="rId11"/>
    <p:sldLayoutId id="2147483678" r:id="rId12"/>
    <p:sldLayoutId id="2147483680" r:id="rId13"/>
    <p:sldLayoutId id="2147483681" r:id="rId14"/>
    <p:sldLayoutId id="2147483682" r:id="rId15"/>
    <p:sldLayoutId id="214748368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0" name="Google Shape;6280;p41"/>
          <p:cNvGrpSpPr/>
          <p:nvPr/>
        </p:nvGrpSpPr>
        <p:grpSpPr>
          <a:xfrm>
            <a:off x="507308" y="3057669"/>
            <a:ext cx="1142654" cy="1484609"/>
            <a:chOff x="1492475" y="2925250"/>
            <a:chExt cx="1001625" cy="1301375"/>
          </a:xfrm>
        </p:grpSpPr>
        <p:sp>
          <p:nvSpPr>
            <p:cNvPr id="6281" name="Google Shape;6281;p41"/>
            <p:cNvSpPr/>
            <p:nvPr/>
          </p:nvSpPr>
          <p:spPr>
            <a:xfrm>
              <a:off x="1492475" y="3091725"/>
              <a:ext cx="825075" cy="186525"/>
            </a:xfrm>
            <a:custGeom>
              <a:avLst/>
              <a:gdLst/>
              <a:ahLst/>
              <a:cxnLst/>
              <a:rect l="l" t="t" r="r" b="b"/>
              <a:pathLst>
                <a:path w="33003" h="7461" fill="none" extrusionOk="0">
                  <a:moveTo>
                    <a:pt x="1" y="2109"/>
                  </a:moveTo>
                  <a:cubicBezTo>
                    <a:pt x="1" y="2109"/>
                    <a:pt x="4636" y="7460"/>
                    <a:pt x="14920" y="7202"/>
                  </a:cubicBezTo>
                  <a:cubicBezTo>
                    <a:pt x="25821" y="6923"/>
                    <a:pt x="33003" y="0"/>
                    <a:pt x="33003" y="0"/>
                  </a:cubicBezTo>
                </a:path>
              </a:pathLst>
            </a:custGeom>
            <a:solidFill>
              <a:schemeClr val="accent2"/>
            </a:solidFill>
            <a:ln w="27850" cap="flat" cmpd="sng">
              <a:solidFill>
                <a:schemeClr val="dk1"/>
              </a:solidFill>
              <a:prstDash val="solid"/>
              <a:miter lim="198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2" name="Google Shape;6282;p41"/>
            <p:cNvSpPr/>
            <p:nvPr/>
          </p:nvSpPr>
          <p:spPr>
            <a:xfrm>
              <a:off x="2118600" y="4131125"/>
              <a:ext cx="375500" cy="95500"/>
            </a:xfrm>
            <a:custGeom>
              <a:avLst/>
              <a:gdLst/>
              <a:ahLst/>
              <a:cxnLst/>
              <a:rect l="l" t="t" r="r" b="b"/>
              <a:pathLst>
                <a:path w="15020" h="3820" extrusionOk="0">
                  <a:moveTo>
                    <a:pt x="7520" y="0"/>
                  </a:moveTo>
                  <a:cubicBezTo>
                    <a:pt x="3362" y="0"/>
                    <a:pt x="0" y="856"/>
                    <a:pt x="0" y="1910"/>
                  </a:cubicBezTo>
                  <a:cubicBezTo>
                    <a:pt x="0" y="2964"/>
                    <a:pt x="3362" y="3820"/>
                    <a:pt x="7520" y="3820"/>
                  </a:cubicBezTo>
                  <a:cubicBezTo>
                    <a:pt x="11658" y="3820"/>
                    <a:pt x="15019" y="2964"/>
                    <a:pt x="15019" y="1910"/>
                  </a:cubicBezTo>
                  <a:cubicBezTo>
                    <a:pt x="15019" y="856"/>
                    <a:pt x="11658" y="0"/>
                    <a:pt x="75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3" name="Google Shape;6283;p41"/>
            <p:cNvSpPr/>
            <p:nvPr/>
          </p:nvSpPr>
          <p:spPr>
            <a:xfrm>
              <a:off x="2274250" y="3122050"/>
              <a:ext cx="64200" cy="1028500"/>
            </a:xfrm>
            <a:custGeom>
              <a:avLst/>
              <a:gdLst/>
              <a:ahLst/>
              <a:cxnLst/>
              <a:rect l="l" t="t" r="r" b="b"/>
              <a:pathLst>
                <a:path w="2568" h="41140" extrusionOk="0">
                  <a:moveTo>
                    <a:pt x="1" y="1"/>
                  </a:moveTo>
                  <a:lnTo>
                    <a:pt x="1" y="41139"/>
                  </a:lnTo>
                  <a:lnTo>
                    <a:pt x="2567" y="41139"/>
                  </a:lnTo>
                  <a:lnTo>
                    <a:pt x="25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4" name="Google Shape;6284;p41"/>
            <p:cNvSpPr/>
            <p:nvPr/>
          </p:nvSpPr>
          <p:spPr>
            <a:xfrm>
              <a:off x="2286200" y="3122550"/>
              <a:ext cx="20400" cy="1027000"/>
            </a:xfrm>
            <a:custGeom>
              <a:avLst/>
              <a:gdLst/>
              <a:ahLst/>
              <a:cxnLst/>
              <a:rect l="l" t="t" r="r" b="b"/>
              <a:pathLst>
                <a:path w="816" h="41080" extrusionOk="0">
                  <a:moveTo>
                    <a:pt x="0" y="1"/>
                  </a:moveTo>
                  <a:lnTo>
                    <a:pt x="0" y="41079"/>
                  </a:lnTo>
                  <a:lnTo>
                    <a:pt x="816" y="41079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5" name="Google Shape;6285;p41"/>
            <p:cNvSpPr/>
            <p:nvPr/>
          </p:nvSpPr>
          <p:spPr>
            <a:xfrm>
              <a:off x="2264800" y="3073325"/>
              <a:ext cx="83100" cy="48750"/>
            </a:xfrm>
            <a:custGeom>
              <a:avLst/>
              <a:gdLst/>
              <a:ahLst/>
              <a:cxnLst/>
              <a:rect l="l" t="t" r="r" b="b"/>
              <a:pathLst>
                <a:path w="3324" h="1950" extrusionOk="0">
                  <a:moveTo>
                    <a:pt x="1" y="0"/>
                  </a:moveTo>
                  <a:lnTo>
                    <a:pt x="1" y="1950"/>
                  </a:lnTo>
                  <a:lnTo>
                    <a:pt x="3323" y="1950"/>
                  </a:lnTo>
                  <a:lnTo>
                    <a:pt x="33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6" name="Google Shape;6286;p41"/>
            <p:cNvSpPr/>
            <p:nvPr/>
          </p:nvSpPr>
          <p:spPr>
            <a:xfrm>
              <a:off x="2247900" y="3060900"/>
              <a:ext cx="114400" cy="12450"/>
            </a:xfrm>
            <a:custGeom>
              <a:avLst/>
              <a:gdLst/>
              <a:ahLst/>
              <a:cxnLst/>
              <a:rect l="l" t="t" r="r" b="b"/>
              <a:pathLst>
                <a:path w="4576" h="498" extrusionOk="0">
                  <a:moveTo>
                    <a:pt x="1" y="0"/>
                  </a:moveTo>
                  <a:lnTo>
                    <a:pt x="1" y="497"/>
                  </a:lnTo>
                  <a:lnTo>
                    <a:pt x="4576" y="497"/>
                  </a:lnTo>
                  <a:lnTo>
                    <a:pt x="45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7" name="Google Shape;6287;p41"/>
            <p:cNvSpPr/>
            <p:nvPr/>
          </p:nvSpPr>
          <p:spPr>
            <a:xfrm>
              <a:off x="2230500" y="2925250"/>
              <a:ext cx="148225" cy="138150"/>
            </a:xfrm>
            <a:custGeom>
              <a:avLst/>
              <a:gdLst/>
              <a:ahLst/>
              <a:cxnLst/>
              <a:rect l="l" t="t" r="r" b="b"/>
              <a:pathLst>
                <a:path w="5929" h="5526" extrusionOk="0">
                  <a:moveTo>
                    <a:pt x="2972" y="1"/>
                  </a:moveTo>
                  <a:cubicBezTo>
                    <a:pt x="1648" y="1"/>
                    <a:pt x="473" y="975"/>
                    <a:pt x="239" y="2323"/>
                  </a:cubicBezTo>
                  <a:cubicBezTo>
                    <a:pt x="0" y="3835"/>
                    <a:pt x="1015" y="5247"/>
                    <a:pt x="2527" y="5486"/>
                  </a:cubicBezTo>
                  <a:cubicBezTo>
                    <a:pt x="2683" y="5513"/>
                    <a:pt x="2838" y="5525"/>
                    <a:pt x="2992" y="5525"/>
                  </a:cubicBezTo>
                  <a:cubicBezTo>
                    <a:pt x="4318" y="5525"/>
                    <a:pt x="5476" y="4556"/>
                    <a:pt x="5690" y="3218"/>
                  </a:cubicBezTo>
                  <a:cubicBezTo>
                    <a:pt x="5928" y="1706"/>
                    <a:pt x="4914" y="294"/>
                    <a:pt x="3402" y="35"/>
                  </a:cubicBezTo>
                  <a:cubicBezTo>
                    <a:pt x="3258" y="12"/>
                    <a:pt x="3114" y="1"/>
                    <a:pt x="29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8" name="Google Shape;6288;p41"/>
            <p:cNvSpPr/>
            <p:nvPr/>
          </p:nvSpPr>
          <p:spPr>
            <a:xfrm>
              <a:off x="2240450" y="2934700"/>
              <a:ext cx="51250" cy="50000"/>
            </a:xfrm>
            <a:custGeom>
              <a:avLst/>
              <a:gdLst/>
              <a:ahLst/>
              <a:cxnLst/>
              <a:rect l="l" t="t" r="r" b="b"/>
              <a:pathLst>
                <a:path w="2050" h="2000" extrusionOk="0">
                  <a:moveTo>
                    <a:pt x="1651" y="1"/>
                  </a:moveTo>
                  <a:cubicBezTo>
                    <a:pt x="1382" y="1"/>
                    <a:pt x="984" y="261"/>
                    <a:pt x="637" y="672"/>
                  </a:cubicBezTo>
                  <a:cubicBezTo>
                    <a:pt x="179" y="1209"/>
                    <a:pt x="0" y="1766"/>
                    <a:pt x="239" y="1945"/>
                  </a:cubicBezTo>
                  <a:cubicBezTo>
                    <a:pt x="284" y="1982"/>
                    <a:pt x="342" y="1999"/>
                    <a:pt x="409" y="1999"/>
                  </a:cubicBezTo>
                  <a:cubicBezTo>
                    <a:pt x="668" y="1999"/>
                    <a:pt x="1069" y="1739"/>
                    <a:pt x="1432" y="1328"/>
                  </a:cubicBezTo>
                  <a:cubicBezTo>
                    <a:pt x="1870" y="811"/>
                    <a:pt x="2049" y="234"/>
                    <a:pt x="1830" y="55"/>
                  </a:cubicBezTo>
                  <a:cubicBezTo>
                    <a:pt x="1781" y="18"/>
                    <a:pt x="1720" y="1"/>
                    <a:pt x="1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9" name="Google Shape;6289;p41"/>
            <p:cNvSpPr/>
            <p:nvPr/>
          </p:nvSpPr>
          <p:spPr>
            <a:xfrm>
              <a:off x="2274250" y="3073325"/>
              <a:ext cx="20425" cy="48750"/>
            </a:xfrm>
            <a:custGeom>
              <a:avLst/>
              <a:gdLst/>
              <a:ahLst/>
              <a:cxnLst/>
              <a:rect l="l" t="t" r="r" b="b"/>
              <a:pathLst>
                <a:path w="817" h="1950" extrusionOk="0">
                  <a:moveTo>
                    <a:pt x="1" y="0"/>
                  </a:moveTo>
                  <a:lnTo>
                    <a:pt x="1" y="1950"/>
                  </a:lnTo>
                  <a:lnTo>
                    <a:pt x="816" y="1950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0" name="Google Shape;6290;p41"/>
          <p:cNvGrpSpPr/>
          <p:nvPr/>
        </p:nvGrpSpPr>
        <p:grpSpPr>
          <a:xfrm flipH="1">
            <a:off x="7524558" y="3057669"/>
            <a:ext cx="1142654" cy="1484609"/>
            <a:chOff x="1492475" y="2925250"/>
            <a:chExt cx="1001625" cy="1301375"/>
          </a:xfrm>
        </p:grpSpPr>
        <p:sp>
          <p:nvSpPr>
            <p:cNvPr id="6291" name="Google Shape;6291;p41"/>
            <p:cNvSpPr/>
            <p:nvPr/>
          </p:nvSpPr>
          <p:spPr>
            <a:xfrm>
              <a:off x="1492475" y="3091725"/>
              <a:ext cx="825075" cy="186525"/>
            </a:xfrm>
            <a:custGeom>
              <a:avLst/>
              <a:gdLst/>
              <a:ahLst/>
              <a:cxnLst/>
              <a:rect l="l" t="t" r="r" b="b"/>
              <a:pathLst>
                <a:path w="33003" h="7461" fill="none" extrusionOk="0">
                  <a:moveTo>
                    <a:pt x="1" y="2109"/>
                  </a:moveTo>
                  <a:cubicBezTo>
                    <a:pt x="1" y="2109"/>
                    <a:pt x="4636" y="7460"/>
                    <a:pt x="14920" y="7202"/>
                  </a:cubicBezTo>
                  <a:cubicBezTo>
                    <a:pt x="25821" y="6923"/>
                    <a:pt x="33003" y="0"/>
                    <a:pt x="33003" y="0"/>
                  </a:cubicBezTo>
                </a:path>
              </a:pathLst>
            </a:custGeom>
            <a:solidFill>
              <a:schemeClr val="dk1"/>
            </a:solidFill>
            <a:ln w="27850" cap="flat" cmpd="sng">
              <a:solidFill>
                <a:srgbClr val="FFFFFF"/>
              </a:solidFill>
              <a:prstDash val="solid"/>
              <a:miter lim="1989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2" name="Google Shape;6292;p41"/>
            <p:cNvSpPr/>
            <p:nvPr/>
          </p:nvSpPr>
          <p:spPr>
            <a:xfrm>
              <a:off x="2118600" y="4131125"/>
              <a:ext cx="375500" cy="95500"/>
            </a:xfrm>
            <a:custGeom>
              <a:avLst/>
              <a:gdLst/>
              <a:ahLst/>
              <a:cxnLst/>
              <a:rect l="l" t="t" r="r" b="b"/>
              <a:pathLst>
                <a:path w="15020" h="3820" extrusionOk="0">
                  <a:moveTo>
                    <a:pt x="7520" y="0"/>
                  </a:moveTo>
                  <a:cubicBezTo>
                    <a:pt x="3362" y="0"/>
                    <a:pt x="0" y="856"/>
                    <a:pt x="0" y="1910"/>
                  </a:cubicBezTo>
                  <a:cubicBezTo>
                    <a:pt x="0" y="2964"/>
                    <a:pt x="3362" y="3820"/>
                    <a:pt x="7520" y="3820"/>
                  </a:cubicBezTo>
                  <a:cubicBezTo>
                    <a:pt x="11658" y="3820"/>
                    <a:pt x="15019" y="2964"/>
                    <a:pt x="15019" y="1910"/>
                  </a:cubicBezTo>
                  <a:cubicBezTo>
                    <a:pt x="15019" y="856"/>
                    <a:pt x="11658" y="0"/>
                    <a:pt x="75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3" name="Google Shape;6293;p41"/>
            <p:cNvSpPr/>
            <p:nvPr/>
          </p:nvSpPr>
          <p:spPr>
            <a:xfrm>
              <a:off x="2274250" y="3122050"/>
              <a:ext cx="64200" cy="1028500"/>
            </a:xfrm>
            <a:custGeom>
              <a:avLst/>
              <a:gdLst/>
              <a:ahLst/>
              <a:cxnLst/>
              <a:rect l="l" t="t" r="r" b="b"/>
              <a:pathLst>
                <a:path w="2568" h="41140" extrusionOk="0">
                  <a:moveTo>
                    <a:pt x="1" y="1"/>
                  </a:moveTo>
                  <a:lnTo>
                    <a:pt x="1" y="41139"/>
                  </a:lnTo>
                  <a:lnTo>
                    <a:pt x="2567" y="41139"/>
                  </a:lnTo>
                  <a:lnTo>
                    <a:pt x="25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4" name="Google Shape;6294;p41"/>
            <p:cNvSpPr/>
            <p:nvPr/>
          </p:nvSpPr>
          <p:spPr>
            <a:xfrm>
              <a:off x="2286200" y="3122550"/>
              <a:ext cx="20400" cy="1027000"/>
            </a:xfrm>
            <a:custGeom>
              <a:avLst/>
              <a:gdLst/>
              <a:ahLst/>
              <a:cxnLst/>
              <a:rect l="l" t="t" r="r" b="b"/>
              <a:pathLst>
                <a:path w="816" h="41080" extrusionOk="0">
                  <a:moveTo>
                    <a:pt x="0" y="1"/>
                  </a:moveTo>
                  <a:lnTo>
                    <a:pt x="0" y="41079"/>
                  </a:lnTo>
                  <a:lnTo>
                    <a:pt x="816" y="41079"/>
                  </a:lnTo>
                  <a:lnTo>
                    <a:pt x="8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5" name="Google Shape;6295;p41"/>
            <p:cNvSpPr/>
            <p:nvPr/>
          </p:nvSpPr>
          <p:spPr>
            <a:xfrm>
              <a:off x="2264800" y="3073325"/>
              <a:ext cx="83100" cy="48750"/>
            </a:xfrm>
            <a:custGeom>
              <a:avLst/>
              <a:gdLst/>
              <a:ahLst/>
              <a:cxnLst/>
              <a:rect l="l" t="t" r="r" b="b"/>
              <a:pathLst>
                <a:path w="3324" h="1950" extrusionOk="0">
                  <a:moveTo>
                    <a:pt x="1" y="0"/>
                  </a:moveTo>
                  <a:lnTo>
                    <a:pt x="1" y="1950"/>
                  </a:lnTo>
                  <a:lnTo>
                    <a:pt x="3323" y="1950"/>
                  </a:lnTo>
                  <a:lnTo>
                    <a:pt x="33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6" name="Google Shape;6296;p41"/>
            <p:cNvSpPr/>
            <p:nvPr/>
          </p:nvSpPr>
          <p:spPr>
            <a:xfrm>
              <a:off x="2247900" y="3060900"/>
              <a:ext cx="114400" cy="12450"/>
            </a:xfrm>
            <a:custGeom>
              <a:avLst/>
              <a:gdLst/>
              <a:ahLst/>
              <a:cxnLst/>
              <a:rect l="l" t="t" r="r" b="b"/>
              <a:pathLst>
                <a:path w="4576" h="498" extrusionOk="0">
                  <a:moveTo>
                    <a:pt x="1" y="0"/>
                  </a:moveTo>
                  <a:lnTo>
                    <a:pt x="1" y="497"/>
                  </a:lnTo>
                  <a:lnTo>
                    <a:pt x="4576" y="497"/>
                  </a:lnTo>
                  <a:lnTo>
                    <a:pt x="457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7" name="Google Shape;6297;p41"/>
            <p:cNvSpPr/>
            <p:nvPr/>
          </p:nvSpPr>
          <p:spPr>
            <a:xfrm>
              <a:off x="2230500" y="2925250"/>
              <a:ext cx="148225" cy="138150"/>
            </a:xfrm>
            <a:custGeom>
              <a:avLst/>
              <a:gdLst/>
              <a:ahLst/>
              <a:cxnLst/>
              <a:rect l="l" t="t" r="r" b="b"/>
              <a:pathLst>
                <a:path w="5929" h="5526" extrusionOk="0">
                  <a:moveTo>
                    <a:pt x="2972" y="1"/>
                  </a:moveTo>
                  <a:cubicBezTo>
                    <a:pt x="1648" y="1"/>
                    <a:pt x="473" y="975"/>
                    <a:pt x="239" y="2323"/>
                  </a:cubicBezTo>
                  <a:cubicBezTo>
                    <a:pt x="0" y="3835"/>
                    <a:pt x="1015" y="5247"/>
                    <a:pt x="2527" y="5486"/>
                  </a:cubicBezTo>
                  <a:cubicBezTo>
                    <a:pt x="2683" y="5513"/>
                    <a:pt x="2838" y="5525"/>
                    <a:pt x="2992" y="5525"/>
                  </a:cubicBezTo>
                  <a:cubicBezTo>
                    <a:pt x="4318" y="5525"/>
                    <a:pt x="5476" y="4556"/>
                    <a:pt x="5690" y="3218"/>
                  </a:cubicBezTo>
                  <a:cubicBezTo>
                    <a:pt x="5928" y="1706"/>
                    <a:pt x="4914" y="294"/>
                    <a:pt x="3402" y="35"/>
                  </a:cubicBezTo>
                  <a:cubicBezTo>
                    <a:pt x="3258" y="12"/>
                    <a:pt x="3114" y="1"/>
                    <a:pt x="29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8" name="Google Shape;6298;p41"/>
            <p:cNvSpPr/>
            <p:nvPr/>
          </p:nvSpPr>
          <p:spPr>
            <a:xfrm>
              <a:off x="2240450" y="2934700"/>
              <a:ext cx="51250" cy="50000"/>
            </a:xfrm>
            <a:custGeom>
              <a:avLst/>
              <a:gdLst/>
              <a:ahLst/>
              <a:cxnLst/>
              <a:rect l="l" t="t" r="r" b="b"/>
              <a:pathLst>
                <a:path w="2050" h="2000" extrusionOk="0">
                  <a:moveTo>
                    <a:pt x="1651" y="1"/>
                  </a:moveTo>
                  <a:cubicBezTo>
                    <a:pt x="1382" y="1"/>
                    <a:pt x="984" y="261"/>
                    <a:pt x="637" y="672"/>
                  </a:cubicBezTo>
                  <a:cubicBezTo>
                    <a:pt x="179" y="1209"/>
                    <a:pt x="0" y="1766"/>
                    <a:pt x="239" y="1945"/>
                  </a:cubicBezTo>
                  <a:cubicBezTo>
                    <a:pt x="284" y="1982"/>
                    <a:pt x="342" y="1999"/>
                    <a:pt x="409" y="1999"/>
                  </a:cubicBezTo>
                  <a:cubicBezTo>
                    <a:pt x="668" y="1999"/>
                    <a:pt x="1069" y="1739"/>
                    <a:pt x="1432" y="1328"/>
                  </a:cubicBezTo>
                  <a:cubicBezTo>
                    <a:pt x="1870" y="811"/>
                    <a:pt x="2049" y="234"/>
                    <a:pt x="1830" y="55"/>
                  </a:cubicBezTo>
                  <a:cubicBezTo>
                    <a:pt x="1781" y="18"/>
                    <a:pt x="1720" y="1"/>
                    <a:pt x="16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9" name="Google Shape;6299;p41"/>
            <p:cNvSpPr/>
            <p:nvPr/>
          </p:nvSpPr>
          <p:spPr>
            <a:xfrm>
              <a:off x="2274250" y="3073325"/>
              <a:ext cx="20425" cy="48750"/>
            </a:xfrm>
            <a:custGeom>
              <a:avLst/>
              <a:gdLst/>
              <a:ahLst/>
              <a:cxnLst/>
              <a:rect l="l" t="t" r="r" b="b"/>
              <a:pathLst>
                <a:path w="817" h="1950" extrusionOk="0">
                  <a:moveTo>
                    <a:pt x="1" y="0"/>
                  </a:moveTo>
                  <a:lnTo>
                    <a:pt x="1" y="1950"/>
                  </a:lnTo>
                  <a:lnTo>
                    <a:pt x="816" y="1950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00" name="Google Shape;6300;p41"/>
          <p:cNvSpPr txBox="1">
            <a:spLocks noGrp="1"/>
          </p:cNvSpPr>
          <p:nvPr>
            <p:ph type="ctrTitle"/>
          </p:nvPr>
        </p:nvSpPr>
        <p:spPr>
          <a:xfrm>
            <a:off x="1699874" y="1364917"/>
            <a:ext cx="5791200" cy="235344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The Hit Movie Formula: Data, Story, and Audience Appeal</a:t>
            </a:r>
            <a:endParaRPr sz="2400" dirty="0">
              <a:solidFill>
                <a:schemeClr val="accent3"/>
              </a:solidFill>
            </a:endParaRPr>
          </a:p>
        </p:txBody>
      </p:sp>
      <p:sp>
        <p:nvSpPr>
          <p:cNvPr id="6301" name="Google Shape;6301;p41"/>
          <p:cNvSpPr txBox="1">
            <a:spLocks noGrp="1"/>
          </p:cNvSpPr>
          <p:nvPr>
            <p:ph type="subTitle" idx="1"/>
          </p:nvPr>
        </p:nvSpPr>
        <p:spPr>
          <a:xfrm>
            <a:off x="2575708" y="908808"/>
            <a:ext cx="4107600" cy="47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1800" dirty="0">
                <a:solidFill>
                  <a:schemeClr val="accent1">
                    <a:lumMod val="75000"/>
                  </a:schemeClr>
                </a:solidFill>
                <a:latin typeface="Limelight"/>
                <a:sym typeface="Limelight"/>
              </a:rPr>
              <a:t>UBC</a:t>
            </a:r>
            <a:r>
              <a:rPr lang="zh-TW" altLang="en-US" sz="1800" dirty="0">
                <a:solidFill>
                  <a:schemeClr val="accent1">
                    <a:lumMod val="75000"/>
                  </a:schemeClr>
                </a:solidFill>
                <a:latin typeface="Limelight"/>
                <a:sym typeface="Limelight"/>
              </a:rPr>
              <a:t> </a:t>
            </a:r>
            <a:r>
              <a:rPr lang="en-US" altLang="zh-TW" sz="1800" dirty="0">
                <a:solidFill>
                  <a:schemeClr val="accent1">
                    <a:lumMod val="75000"/>
                  </a:schemeClr>
                </a:solidFill>
                <a:latin typeface="Limelight"/>
                <a:sym typeface="Limelight"/>
              </a:rPr>
              <a:t>Summer Program</a:t>
            </a:r>
            <a:endParaRPr sz="1800" dirty="0">
              <a:solidFill>
                <a:schemeClr val="accent1">
                  <a:lumMod val="75000"/>
                </a:schemeClr>
              </a:solidFill>
              <a:latin typeface="Limelight"/>
              <a:sym typeface="Limelight"/>
            </a:endParaRPr>
          </a:p>
        </p:txBody>
      </p:sp>
      <p:sp>
        <p:nvSpPr>
          <p:cNvPr id="6302" name="Google Shape;6302;p41"/>
          <p:cNvSpPr/>
          <p:nvPr/>
        </p:nvSpPr>
        <p:spPr>
          <a:xfrm>
            <a:off x="6524673" y="3657524"/>
            <a:ext cx="299870" cy="284918"/>
          </a:xfrm>
          <a:custGeom>
            <a:avLst/>
            <a:gdLst/>
            <a:ahLst/>
            <a:cxnLst/>
            <a:rect l="l" t="t" r="r" b="b"/>
            <a:pathLst>
              <a:path w="9098" h="8645" extrusionOk="0">
                <a:moveTo>
                  <a:pt x="4549" y="1"/>
                </a:moveTo>
                <a:lnTo>
                  <a:pt x="3406" y="3204"/>
                </a:lnTo>
                <a:lnTo>
                  <a:pt x="1" y="3311"/>
                </a:lnTo>
                <a:lnTo>
                  <a:pt x="2691" y="5371"/>
                </a:lnTo>
                <a:lnTo>
                  <a:pt x="1739" y="8645"/>
                </a:lnTo>
                <a:lnTo>
                  <a:pt x="4549" y="6716"/>
                </a:lnTo>
                <a:lnTo>
                  <a:pt x="7347" y="8645"/>
                </a:lnTo>
                <a:lnTo>
                  <a:pt x="6394" y="5371"/>
                </a:lnTo>
                <a:lnTo>
                  <a:pt x="9097" y="3311"/>
                </a:lnTo>
                <a:lnTo>
                  <a:pt x="5680" y="3204"/>
                </a:lnTo>
                <a:lnTo>
                  <a:pt x="4549" y="1"/>
                </a:lnTo>
                <a:close/>
              </a:path>
            </a:pathLst>
          </a:custGeom>
          <a:solidFill>
            <a:srgbClr val="FFB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3" name="Google Shape;6303;p41"/>
          <p:cNvSpPr/>
          <p:nvPr/>
        </p:nvSpPr>
        <p:spPr>
          <a:xfrm>
            <a:off x="2425773" y="3657524"/>
            <a:ext cx="299870" cy="284918"/>
          </a:xfrm>
          <a:custGeom>
            <a:avLst/>
            <a:gdLst/>
            <a:ahLst/>
            <a:cxnLst/>
            <a:rect l="l" t="t" r="r" b="b"/>
            <a:pathLst>
              <a:path w="9098" h="8645" extrusionOk="0">
                <a:moveTo>
                  <a:pt x="4549" y="1"/>
                </a:moveTo>
                <a:lnTo>
                  <a:pt x="3406" y="3204"/>
                </a:lnTo>
                <a:lnTo>
                  <a:pt x="1" y="3311"/>
                </a:lnTo>
                <a:lnTo>
                  <a:pt x="2691" y="5371"/>
                </a:lnTo>
                <a:lnTo>
                  <a:pt x="1739" y="8645"/>
                </a:lnTo>
                <a:lnTo>
                  <a:pt x="4549" y="6716"/>
                </a:lnTo>
                <a:lnTo>
                  <a:pt x="7347" y="8645"/>
                </a:lnTo>
                <a:lnTo>
                  <a:pt x="6394" y="5371"/>
                </a:lnTo>
                <a:lnTo>
                  <a:pt x="9097" y="3311"/>
                </a:lnTo>
                <a:lnTo>
                  <a:pt x="5680" y="3204"/>
                </a:lnTo>
                <a:lnTo>
                  <a:pt x="4549" y="1"/>
                </a:lnTo>
                <a:close/>
              </a:path>
            </a:pathLst>
          </a:custGeom>
          <a:solidFill>
            <a:srgbClr val="FFB2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6301;p41">
            <a:extLst>
              <a:ext uri="{FF2B5EF4-FFF2-40B4-BE49-F238E27FC236}">
                <a16:creationId xmlns:a16="http://schemas.microsoft.com/office/drawing/2014/main" id="{DBADAE8E-9173-E455-3B06-0E730F237749}"/>
              </a:ext>
            </a:extLst>
          </p:cNvPr>
          <p:cNvSpPr txBox="1">
            <a:spLocks/>
          </p:cNvSpPr>
          <p:nvPr/>
        </p:nvSpPr>
        <p:spPr>
          <a:xfrm>
            <a:off x="2575708" y="3705592"/>
            <a:ext cx="4107600" cy="4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None/>
              <a:defRPr sz="16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ctor"/>
              <a:buNone/>
              <a:defRPr sz="2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ctor"/>
              <a:buNone/>
              <a:defRPr sz="2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ctor"/>
              <a:buNone/>
              <a:defRPr sz="2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ctor"/>
              <a:buNone/>
              <a:defRPr sz="2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ctor"/>
              <a:buNone/>
              <a:defRPr sz="2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ctor"/>
              <a:buNone/>
              <a:defRPr sz="2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ctor"/>
              <a:buNone/>
              <a:defRPr sz="2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ctor"/>
              <a:buNone/>
              <a:defRPr sz="2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pPr marL="0" indent="0"/>
            <a:r>
              <a:rPr lang="en-US" altLang="zh-TW" sz="1800" dirty="0">
                <a:latin typeface="Actor" panose="02020500000000000000" charset="-120"/>
                <a:sym typeface="Limelight"/>
              </a:rPr>
              <a:t>Group 6: Sun, Janice, Jerry, Elvis</a:t>
            </a:r>
            <a:r>
              <a:rPr lang="zh-TW" altLang="en-US" sz="1800" dirty="0">
                <a:latin typeface="Actor" panose="02020500000000000000" charset="-120"/>
                <a:sym typeface="Limelight"/>
              </a:rPr>
              <a:t> </a:t>
            </a:r>
            <a:endParaRPr lang="en-US" sz="1800" dirty="0">
              <a:latin typeface="Actor" panose="02020500000000000000" charset="-120"/>
              <a:sym typeface="Lime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8" name="Google Shape;6308;p42"/>
          <p:cNvSpPr txBox="1">
            <a:spLocks noGrp="1"/>
          </p:cNvSpPr>
          <p:nvPr>
            <p:ph type="title"/>
          </p:nvPr>
        </p:nvSpPr>
        <p:spPr>
          <a:xfrm>
            <a:off x="720000" y="6048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altLang="zh-TW" dirty="0"/>
              <a:t>T</a:t>
            </a:r>
            <a:r>
              <a:rPr lang="en" altLang="zh-TW" dirty="0"/>
              <a:t>able of </a:t>
            </a:r>
            <a:r>
              <a:rPr lang="en" altLang="zh-TW" dirty="0">
                <a:solidFill>
                  <a:schemeClr val="accent2"/>
                </a:solidFill>
              </a:rPr>
              <a:t>contents</a:t>
            </a:r>
            <a:endParaRPr dirty="0">
              <a:solidFill>
                <a:schemeClr val="accent2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49BB405-860F-35D6-0B0D-3C0AF990C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1020097" y="1423615"/>
            <a:ext cx="616974" cy="61697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28845E0-D954-5D09-BE7D-0B0A4369BB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2028949" y="2263263"/>
            <a:ext cx="616974" cy="61697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74C6D8B-4C12-86E3-FB2B-F5FBE0AA7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V="1">
            <a:off x="3037801" y="3203310"/>
            <a:ext cx="616974" cy="616974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586BF8A-C849-2C2A-27C0-DC26B92C67A6}"/>
              </a:ext>
            </a:extLst>
          </p:cNvPr>
          <p:cNvSpPr txBox="1"/>
          <p:nvPr/>
        </p:nvSpPr>
        <p:spPr>
          <a:xfrm>
            <a:off x="1850923" y="1524691"/>
            <a:ext cx="36207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2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Our Hit Movie Storyline</a:t>
            </a:r>
            <a:endParaRPr lang="zh-TW" altLang="en-US" sz="22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7FEDA1F-DA43-49AE-64AB-3A5F3468A57A}"/>
              </a:ext>
            </a:extLst>
          </p:cNvPr>
          <p:cNvSpPr txBox="1"/>
          <p:nvPr/>
        </p:nvSpPr>
        <p:spPr>
          <a:xfrm>
            <a:off x="2830278" y="2356306"/>
            <a:ext cx="36207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22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Key Elements of a Hit Movie</a:t>
            </a:r>
            <a:endParaRPr lang="zh-TW" altLang="en-US" sz="22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E7584A7-E0DE-B99D-3AC5-13300B82EC5A}"/>
              </a:ext>
            </a:extLst>
          </p:cNvPr>
          <p:cNvSpPr txBox="1"/>
          <p:nvPr/>
        </p:nvSpPr>
        <p:spPr>
          <a:xfrm>
            <a:off x="3809633" y="3280964"/>
            <a:ext cx="413974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Data Analysis: Methods and Results</a:t>
            </a:r>
            <a:endParaRPr lang="zh-TW" altLang="en-US" sz="22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7" name="Google Shape;6317;p43"/>
          <p:cNvSpPr txBox="1">
            <a:spLocks noGrp="1"/>
          </p:cNvSpPr>
          <p:nvPr>
            <p:ph type="title"/>
          </p:nvPr>
        </p:nvSpPr>
        <p:spPr>
          <a:xfrm>
            <a:off x="3463316" y="1725991"/>
            <a:ext cx="4832400" cy="14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zh-TW" altLang="zh-TW" sz="4800" dirty="0"/>
              <a:t>The Story</a:t>
            </a:r>
            <a:br>
              <a:rPr lang="en-US" altLang="zh-TW" sz="4800" dirty="0"/>
            </a:br>
            <a:r>
              <a:rPr lang="zh-TW" altLang="zh-TW" sz="4800" dirty="0"/>
              <a:t>Begins</a:t>
            </a:r>
            <a:r>
              <a:rPr lang="en" sz="4800" dirty="0">
                <a:solidFill>
                  <a:schemeClr val="accent2"/>
                </a:solidFill>
              </a:rPr>
              <a:t>!</a:t>
            </a:r>
            <a:endParaRPr sz="4800" dirty="0">
              <a:solidFill>
                <a:schemeClr val="accent2"/>
              </a:solidFill>
            </a:endParaRPr>
          </a:p>
        </p:txBody>
      </p:sp>
      <p:sp>
        <p:nvSpPr>
          <p:cNvPr id="6318" name="Google Shape;6318;p43"/>
          <p:cNvSpPr txBox="1">
            <a:spLocks noGrp="1"/>
          </p:cNvSpPr>
          <p:nvPr>
            <p:ph type="subTitle" idx="1"/>
          </p:nvPr>
        </p:nvSpPr>
        <p:spPr>
          <a:xfrm>
            <a:off x="3370394" y="3190598"/>
            <a:ext cx="5018245" cy="60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zh-TW" altLang="zh-TW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  <a:sym typeface="Arial"/>
              </a:rPr>
              <a:t>Introducing our original hit</a:t>
            </a:r>
            <a:r>
              <a:rPr lang="en-US" altLang="zh-TW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  <a:sym typeface="Arial"/>
              </a:rPr>
              <a:t> series </a:t>
            </a:r>
            <a:r>
              <a:rPr lang="zh-TW" altLang="zh-TW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  <a:sym typeface="Arial"/>
              </a:rPr>
              <a:t>concept</a:t>
            </a:r>
            <a:endParaRPr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  <a:sym typeface="Arial"/>
            </a:endParaRPr>
          </a:p>
        </p:txBody>
      </p:sp>
      <p:grpSp>
        <p:nvGrpSpPr>
          <p:cNvPr id="6319" name="Google Shape;6319;p43"/>
          <p:cNvGrpSpPr/>
          <p:nvPr/>
        </p:nvGrpSpPr>
        <p:grpSpPr>
          <a:xfrm>
            <a:off x="1412410" y="1506519"/>
            <a:ext cx="2020148" cy="2492255"/>
            <a:chOff x="1997250" y="2694625"/>
            <a:chExt cx="567075" cy="699600"/>
          </a:xfrm>
        </p:grpSpPr>
        <p:sp>
          <p:nvSpPr>
            <p:cNvPr id="6320" name="Google Shape;6320;p43"/>
            <p:cNvSpPr/>
            <p:nvPr/>
          </p:nvSpPr>
          <p:spPr>
            <a:xfrm>
              <a:off x="2321575" y="33942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F7E7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1" name="Google Shape;6321;p43"/>
            <p:cNvSpPr/>
            <p:nvPr/>
          </p:nvSpPr>
          <p:spPr>
            <a:xfrm>
              <a:off x="2321575" y="33942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F7E7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2" name="Google Shape;6322;p43"/>
            <p:cNvSpPr/>
            <p:nvPr/>
          </p:nvSpPr>
          <p:spPr>
            <a:xfrm>
              <a:off x="2237175" y="2694625"/>
              <a:ext cx="168825" cy="590100"/>
            </a:xfrm>
            <a:custGeom>
              <a:avLst/>
              <a:gdLst/>
              <a:ahLst/>
              <a:cxnLst/>
              <a:rect l="l" t="t" r="r" b="b"/>
              <a:pathLst>
                <a:path w="6753" h="23604" extrusionOk="0">
                  <a:moveTo>
                    <a:pt x="6417" y="11467"/>
                  </a:moveTo>
                  <a:lnTo>
                    <a:pt x="6752" y="4799"/>
                  </a:lnTo>
                  <a:cubicBezTo>
                    <a:pt x="6752" y="4297"/>
                    <a:pt x="6389" y="3879"/>
                    <a:pt x="5915" y="3879"/>
                  </a:cubicBezTo>
                  <a:lnTo>
                    <a:pt x="4464" y="3879"/>
                  </a:lnTo>
                  <a:lnTo>
                    <a:pt x="4464" y="3125"/>
                  </a:lnTo>
                  <a:cubicBezTo>
                    <a:pt x="4632" y="2902"/>
                    <a:pt x="4743" y="2651"/>
                    <a:pt x="4743" y="2372"/>
                  </a:cubicBezTo>
                  <a:lnTo>
                    <a:pt x="4743" y="1256"/>
                  </a:lnTo>
                  <a:cubicBezTo>
                    <a:pt x="4743" y="559"/>
                    <a:pt x="4158" y="1"/>
                    <a:pt x="3376" y="1"/>
                  </a:cubicBezTo>
                  <a:cubicBezTo>
                    <a:pt x="2623" y="1"/>
                    <a:pt x="2009" y="559"/>
                    <a:pt x="2009" y="1256"/>
                  </a:cubicBezTo>
                  <a:lnTo>
                    <a:pt x="2009" y="2372"/>
                  </a:lnTo>
                  <a:cubicBezTo>
                    <a:pt x="2009" y="2651"/>
                    <a:pt x="2121" y="2902"/>
                    <a:pt x="2288" y="3125"/>
                  </a:cubicBezTo>
                  <a:lnTo>
                    <a:pt x="2288" y="3879"/>
                  </a:lnTo>
                  <a:lnTo>
                    <a:pt x="838" y="3879"/>
                  </a:lnTo>
                  <a:cubicBezTo>
                    <a:pt x="391" y="3879"/>
                    <a:pt x="1" y="4297"/>
                    <a:pt x="1" y="4799"/>
                  </a:cubicBezTo>
                  <a:lnTo>
                    <a:pt x="252" y="11411"/>
                  </a:lnTo>
                  <a:cubicBezTo>
                    <a:pt x="252" y="11830"/>
                    <a:pt x="586" y="12220"/>
                    <a:pt x="977" y="12332"/>
                  </a:cubicBezTo>
                  <a:lnTo>
                    <a:pt x="2093" y="22069"/>
                  </a:lnTo>
                  <a:lnTo>
                    <a:pt x="1172" y="22069"/>
                  </a:lnTo>
                  <a:lnTo>
                    <a:pt x="1172" y="22683"/>
                  </a:lnTo>
                  <a:lnTo>
                    <a:pt x="475" y="22683"/>
                  </a:lnTo>
                  <a:lnTo>
                    <a:pt x="475" y="23603"/>
                  </a:lnTo>
                  <a:lnTo>
                    <a:pt x="6334" y="23603"/>
                  </a:lnTo>
                  <a:lnTo>
                    <a:pt x="6334" y="22683"/>
                  </a:lnTo>
                  <a:lnTo>
                    <a:pt x="5636" y="22683"/>
                  </a:lnTo>
                  <a:lnTo>
                    <a:pt x="5636" y="22069"/>
                  </a:lnTo>
                  <a:lnTo>
                    <a:pt x="4743" y="22069"/>
                  </a:lnTo>
                  <a:lnTo>
                    <a:pt x="5859" y="12332"/>
                  </a:lnTo>
                  <a:cubicBezTo>
                    <a:pt x="6166" y="12220"/>
                    <a:pt x="6417" y="11886"/>
                    <a:pt x="6417" y="114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3" name="Google Shape;6323;p43"/>
            <p:cNvSpPr/>
            <p:nvPr/>
          </p:nvSpPr>
          <p:spPr>
            <a:xfrm>
              <a:off x="2223925" y="3283300"/>
              <a:ext cx="195325" cy="110225"/>
            </a:xfrm>
            <a:custGeom>
              <a:avLst/>
              <a:gdLst/>
              <a:ahLst/>
              <a:cxnLst/>
              <a:rect l="l" t="t" r="r" b="b"/>
              <a:pathLst>
                <a:path w="7813" h="4409" extrusionOk="0">
                  <a:moveTo>
                    <a:pt x="0" y="0"/>
                  </a:moveTo>
                  <a:lnTo>
                    <a:pt x="0" y="4408"/>
                  </a:lnTo>
                  <a:lnTo>
                    <a:pt x="7812" y="4408"/>
                  </a:lnTo>
                  <a:lnTo>
                    <a:pt x="7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4" name="Google Shape;6324;p43"/>
            <p:cNvSpPr/>
            <p:nvPr/>
          </p:nvSpPr>
          <p:spPr>
            <a:xfrm>
              <a:off x="2214150" y="3283300"/>
              <a:ext cx="214850" cy="19550"/>
            </a:xfrm>
            <a:custGeom>
              <a:avLst/>
              <a:gdLst/>
              <a:ahLst/>
              <a:cxnLst/>
              <a:rect l="l" t="t" r="r" b="b"/>
              <a:pathLst>
                <a:path w="8594" h="782" extrusionOk="0">
                  <a:moveTo>
                    <a:pt x="1" y="0"/>
                  </a:moveTo>
                  <a:lnTo>
                    <a:pt x="1" y="782"/>
                  </a:lnTo>
                  <a:lnTo>
                    <a:pt x="8594" y="782"/>
                  </a:lnTo>
                  <a:lnTo>
                    <a:pt x="85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5" name="Google Shape;6325;p43"/>
            <p:cNvSpPr/>
            <p:nvPr/>
          </p:nvSpPr>
          <p:spPr>
            <a:xfrm>
              <a:off x="2214150" y="3373975"/>
              <a:ext cx="214850" cy="19550"/>
            </a:xfrm>
            <a:custGeom>
              <a:avLst/>
              <a:gdLst/>
              <a:ahLst/>
              <a:cxnLst/>
              <a:rect l="l" t="t" r="r" b="b"/>
              <a:pathLst>
                <a:path w="8594" h="782" extrusionOk="0">
                  <a:moveTo>
                    <a:pt x="1" y="0"/>
                  </a:moveTo>
                  <a:lnTo>
                    <a:pt x="1" y="781"/>
                  </a:lnTo>
                  <a:lnTo>
                    <a:pt x="8594" y="781"/>
                  </a:lnTo>
                  <a:lnTo>
                    <a:pt x="85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6" name="Google Shape;6326;p43"/>
            <p:cNvSpPr/>
            <p:nvPr/>
          </p:nvSpPr>
          <p:spPr>
            <a:xfrm>
              <a:off x="2252525" y="2731600"/>
              <a:ext cx="140900" cy="546150"/>
            </a:xfrm>
            <a:custGeom>
              <a:avLst/>
              <a:gdLst/>
              <a:ahLst/>
              <a:cxnLst/>
              <a:rect l="l" t="t" r="r" b="b"/>
              <a:pathLst>
                <a:path w="5636" h="21846" extrusionOk="0">
                  <a:moveTo>
                    <a:pt x="5636" y="3264"/>
                  </a:moveTo>
                  <a:lnTo>
                    <a:pt x="5273" y="9932"/>
                  </a:lnTo>
                  <a:cubicBezTo>
                    <a:pt x="5273" y="10183"/>
                    <a:pt x="5134" y="10351"/>
                    <a:pt x="4966" y="10434"/>
                  </a:cubicBezTo>
                  <a:lnTo>
                    <a:pt x="4687" y="10490"/>
                  </a:lnTo>
                  <a:lnTo>
                    <a:pt x="3571" y="20115"/>
                  </a:lnTo>
                  <a:lnTo>
                    <a:pt x="2623" y="20115"/>
                  </a:lnTo>
                  <a:cubicBezTo>
                    <a:pt x="2623" y="20115"/>
                    <a:pt x="2846" y="11188"/>
                    <a:pt x="2846" y="10546"/>
                  </a:cubicBezTo>
                  <a:cubicBezTo>
                    <a:pt x="2846" y="9876"/>
                    <a:pt x="4520" y="9514"/>
                    <a:pt x="4520" y="9514"/>
                  </a:cubicBezTo>
                  <a:lnTo>
                    <a:pt x="4743" y="5943"/>
                  </a:lnTo>
                  <a:lnTo>
                    <a:pt x="4743" y="5580"/>
                  </a:lnTo>
                  <a:lnTo>
                    <a:pt x="2874" y="5580"/>
                  </a:lnTo>
                  <a:lnTo>
                    <a:pt x="2595" y="5022"/>
                  </a:lnTo>
                  <a:lnTo>
                    <a:pt x="2372" y="5580"/>
                  </a:lnTo>
                  <a:lnTo>
                    <a:pt x="224" y="5580"/>
                  </a:lnTo>
                  <a:lnTo>
                    <a:pt x="0" y="4631"/>
                  </a:lnTo>
                  <a:lnTo>
                    <a:pt x="335" y="5273"/>
                  </a:lnTo>
                  <a:lnTo>
                    <a:pt x="2316" y="5273"/>
                  </a:lnTo>
                  <a:lnTo>
                    <a:pt x="2595" y="4436"/>
                  </a:lnTo>
                  <a:lnTo>
                    <a:pt x="2902" y="5273"/>
                  </a:lnTo>
                  <a:lnTo>
                    <a:pt x="4743" y="5273"/>
                  </a:lnTo>
                  <a:lnTo>
                    <a:pt x="4743" y="4157"/>
                  </a:lnTo>
                  <a:cubicBezTo>
                    <a:pt x="4743" y="3181"/>
                    <a:pt x="2902" y="3069"/>
                    <a:pt x="2902" y="3069"/>
                  </a:cubicBezTo>
                  <a:lnTo>
                    <a:pt x="2623" y="1563"/>
                  </a:lnTo>
                  <a:lnTo>
                    <a:pt x="2567" y="809"/>
                  </a:lnTo>
                  <a:lnTo>
                    <a:pt x="2762" y="809"/>
                  </a:lnTo>
                  <a:lnTo>
                    <a:pt x="2762" y="0"/>
                  </a:lnTo>
                  <a:lnTo>
                    <a:pt x="3571" y="0"/>
                  </a:lnTo>
                  <a:lnTo>
                    <a:pt x="3571" y="865"/>
                  </a:lnTo>
                  <a:cubicBezTo>
                    <a:pt x="3571" y="1060"/>
                    <a:pt x="3488" y="1228"/>
                    <a:pt x="3404" y="1367"/>
                  </a:cubicBezTo>
                  <a:lnTo>
                    <a:pt x="3292" y="1479"/>
                  </a:lnTo>
                  <a:lnTo>
                    <a:pt x="3488" y="2623"/>
                  </a:lnTo>
                  <a:lnTo>
                    <a:pt x="5217" y="2790"/>
                  </a:lnTo>
                  <a:cubicBezTo>
                    <a:pt x="5413" y="2790"/>
                    <a:pt x="5636" y="3041"/>
                    <a:pt x="5636" y="3264"/>
                  </a:cubicBezTo>
                  <a:close/>
                  <a:moveTo>
                    <a:pt x="2651" y="6250"/>
                  </a:moveTo>
                  <a:cubicBezTo>
                    <a:pt x="2651" y="6250"/>
                    <a:pt x="1200" y="6194"/>
                    <a:pt x="1200" y="7254"/>
                  </a:cubicBezTo>
                  <a:lnTo>
                    <a:pt x="1256" y="7254"/>
                  </a:lnTo>
                  <a:cubicBezTo>
                    <a:pt x="1256" y="7254"/>
                    <a:pt x="1479" y="6557"/>
                    <a:pt x="2707" y="6557"/>
                  </a:cubicBezTo>
                  <a:lnTo>
                    <a:pt x="2707" y="6250"/>
                  </a:lnTo>
                  <a:close/>
                  <a:moveTo>
                    <a:pt x="4046" y="7226"/>
                  </a:moveTo>
                  <a:lnTo>
                    <a:pt x="4129" y="7226"/>
                  </a:lnTo>
                  <a:cubicBezTo>
                    <a:pt x="4129" y="6166"/>
                    <a:pt x="2651" y="6222"/>
                    <a:pt x="2651" y="6222"/>
                  </a:cubicBezTo>
                  <a:lnTo>
                    <a:pt x="2651" y="6529"/>
                  </a:lnTo>
                  <a:cubicBezTo>
                    <a:pt x="3850" y="6557"/>
                    <a:pt x="4046" y="7226"/>
                    <a:pt x="4046" y="7226"/>
                  </a:cubicBezTo>
                  <a:close/>
                  <a:moveTo>
                    <a:pt x="2762" y="20813"/>
                  </a:moveTo>
                  <a:lnTo>
                    <a:pt x="2762" y="21176"/>
                  </a:lnTo>
                  <a:lnTo>
                    <a:pt x="3906" y="21176"/>
                  </a:lnTo>
                  <a:lnTo>
                    <a:pt x="3906" y="20813"/>
                  </a:lnTo>
                  <a:close/>
                  <a:moveTo>
                    <a:pt x="2595" y="21845"/>
                  </a:moveTo>
                  <a:lnTo>
                    <a:pt x="4715" y="21845"/>
                  </a:lnTo>
                  <a:lnTo>
                    <a:pt x="4715" y="21371"/>
                  </a:lnTo>
                  <a:lnTo>
                    <a:pt x="2595" y="21371"/>
                  </a:lnTo>
                  <a:close/>
                </a:path>
              </a:pathLst>
            </a:custGeom>
            <a:solidFill>
              <a:srgbClr val="ECDD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7" name="Google Shape;6327;p43"/>
            <p:cNvSpPr/>
            <p:nvPr/>
          </p:nvSpPr>
          <p:spPr>
            <a:xfrm>
              <a:off x="2255300" y="3318875"/>
              <a:ext cx="134650" cy="40475"/>
            </a:xfrm>
            <a:custGeom>
              <a:avLst/>
              <a:gdLst/>
              <a:ahLst/>
              <a:cxnLst/>
              <a:rect l="l" t="t" r="r" b="b"/>
              <a:pathLst>
                <a:path w="5386" h="1619" extrusionOk="0">
                  <a:moveTo>
                    <a:pt x="1" y="0"/>
                  </a:moveTo>
                  <a:lnTo>
                    <a:pt x="1" y="1618"/>
                  </a:lnTo>
                  <a:lnTo>
                    <a:pt x="5385" y="1618"/>
                  </a:lnTo>
                  <a:lnTo>
                    <a:pt x="53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8" name="Google Shape;6328;p43"/>
            <p:cNvSpPr/>
            <p:nvPr/>
          </p:nvSpPr>
          <p:spPr>
            <a:xfrm>
              <a:off x="2223925" y="3303525"/>
              <a:ext cx="194625" cy="70475"/>
            </a:xfrm>
            <a:custGeom>
              <a:avLst/>
              <a:gdLst/>
              <a:ahLst/>
              <a:cxnLst/>
              <a:rect l="l" t="t" r="r" b="b"/>
              <a:pathLst>
                <a:path w="7785" h="2819" extrusionOk="0">
                  <a:moveTo>
                    <a:pt x="0" y="0"/>
                  </a:moveTo>
                  <a:lnTo>
                    <a:pt x="0" y="642"/>
                  </a:lnTo>
                  <a:lnTo>
                    <a:pt x="6278" y="1089"/>
                  </a:lnTo>
                  <a:lnTo>
                    <a:pt x="6417" y="2818"/>
                  </a:lnTo>
                  <a:lnTo>
                    <a:pt x="7784" y="2818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9" name="Google Shape;6329;p43"/>
            <p:cNvSpPr/>
            <p:nvPr/>
          </p:nvSpPr>
          <p:spPr>
            <a:xfrm>
              <a:off x="1997250" y="2927575"/>
              <a:ext cx="24425" cy="24450"/>
            </a:xfrm>
            <a:custGeom>
              <a:avLst/>
              <a:gdLst/>
              <a:ahLst/>
              <a:cxnLst/>
              <a:rect l="l" t="t" r="r" b="b"/>
              <a:pathLst>
                <a:path w="977" h="978" extrusionOk="0">
                  <a:moveTo>
                    <a:pt x="502" y="1"/>
                  </a:moveTo>
                  <a:cubicBezTo>
                    <a:pt x="223" y="1"/>
                    <a:pt x="0" y="224"/>
                    <a:pt x="0" y="503"/>
                  </a:cubicBezTo>
                  <a:cubicBezTo>
                    <a:pt x="0" y="782"/>
                    <a:pt x="223" y="977"/>
                    <a:pt x="502" y="977"/>
                  </a:cubicBezTo>
                  <a:cubicBezTo>
                    <a:pt x="781" y="977"/>
                    <a:pt x="977" y="782"/>
                    <a:pt x="977" y="503"/>
                  </a:cubicBezTo>
                  <a:cubicBezTo>
                    <a:pt x="977" y="224"/>
                    <a:pt x="781" y="1"/>
                    <a:pt x="5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0" name="Google Shape;6330;p43"/>
            <p:cNvSpPr/>
            <p:nvPr/>
          </p:nvSpPr>
          <p:spPr>
            <a:xfrm>
              <a:off x="2455475" y="2869700"/>
              <a:ext cx="16075" cy="15375"/>
            </a:xfrm>
            <a:custGeom>
              <a:avLst/>
              <a:gdLst/>
              <a:ahLst/>
              <a:cxnLst/>
              <a:rect l="l" t="t" r="r" b="b"/>
              <a:pathLst>
                <a:path w="643" h="615" extrusionOk="0">
                  <a:moveTo>
                    <a:pt x="336" y="0"/>
                  </a:moveTo>
                  <a:cubicBezTo>
                    <a:pt x="168" y="0"/>
                    <a:pt x="1" y="140"/>
                    <a:pt x="1" y="307"/>
                  </a:cubicBezTo>
                  <a:cubicBezTo>
                    <a:pt x="1" y="475"/>
                    <a:pt x="168" y="614"/>
                    <a:pt x="336" y="614"/>
                  </a:cubicBezTo>
                  <a:cubicBezTo>
                    <a:pt x="503" y="614"/>
                    <a:pt x="643" y="475"/>
                    <a:pt x="643" y="307"/>
                  </a:cubicBezTo>
                  <a:cubicBezTo>
                    <a:pt x="643" y="140"/>
                    <a:pt x="503" y="0"/>
                    <a:pt x="3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1" name="Google Shape;6331;p43"/>
            <p:cNvSpPr/>
            <p:nvPr/>
          </p:nvSpPr>
          <p:spPr>
            <a:xfrm>
              <a:off x="2548250" y="3030800"/>
              <a:ext cx="16075" cy="15375"/>
            </a:xfrm>
            <a:custGeom>
              <a:avLst/>
              <a:gdLst/>
              <a:ahLst/>
              <a:cxnLst/>
              <a:rect l="l" t="t" r="r" b="b"/>
              <a:pathLst>
                <a:path w="643" h="615" extrusionOk="0">
                  <a:moveTo>
                    <a:pt x="307" y="1"/>
                  </a:moveTo>
                  <a:cubicBezTo>
                    <a:pt x="140" y="1"/>
                    <a:pt x="1" y="140"/>
                    <a:pt x="1" y="308"/>
                  </a:cubicBezTo>
                  <a:cubicBezTo>
                    <a:pt x="1" y="475"/>
                    <a:pt x="140" y="615"/>
                    <a:pt x="307" y="615"/>
                  </a:cubicBezTo>
                  <a:cubicBezTo>
                    <a:pt x="503" y="615"/>
                    <a:pt x="642" y="475"/>
                    <a:pt x="642" y="308"/>
                  </a:cubicBezTo>
                  <a:cubicBezTo>
                    <a:pt x="642" y="140"/>
                    <a:pt x="503" y="1"/>
                    <a:pt x="3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2" name="Google Shape;6332;p43"/>
            <p:cNvSpPr/>
            <p:nvPr/>
          </p:nvSpPr>
          <p:spPr>
            <a:xfrm>
              <a:off x="2534300" y="2776925"/>
              <a:ext cx="12575" cy="11875"/>
            </a:xfrm>
            <a:custGeom>
              <a:avLst/>
              <a:gdLst/>
              <a:ahLst/>
              <a:cxnLst/>
              <a:rect l="l" t="t" r="r" b="b"/>
              <a:pathLst>
                <a:path w="503" h="475" extrusionOk="0">
                  <a:moveTo>
                    <a:pt x="252" y="1"/>
                  </a:moveTo>
                  <a:cubicBezTo>
                    <a:pt x="112" y="1"/>
                    <a:pt x="1" y="112"/>
                    <a:pt x="1" y="252"/>
                  </a:cubicBezTo>
                  <a:cubicBezTo>
                    <a:pt x="1" y="391"/>
                    <a:pt x="112" y="475"/>
                    <a:pt x="252" y="475"/>
                  </a:cubicBezTo>
                  <a:cubicBezTo>
                    <a:pt x="391" y="475"/>
                    <a:pt x="503" y="391"/>
                    <a:pt x="503" y="252"/>
                  </a:cubicBezTo>
                  <a:cubicBezTo>
                    <a:pt x="503" y="112"/>
                    <a:pt x="391" y="1"/>
                    <a:pt x="2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3" name="Google Shape;6333;p43"/>
            <p:cNvSpPr/>
            <p:nvPr/>
          </p:nvSpPr>
          <p:spPr>
            <a:xfrm>
              <a:off x="2094200" y="3079625"/>
              <a:ext cx="24425" cy="24450"/>
            </a:xfrm>
            <a:custGeom>
              <a:avLst/>
              <a:gdLst/>
              <a:ahLst/>
              <a:cxnLst/>
              <a:rect l="l" t="t" r="r" b="b"/>
              <a:pathLst>
                <a:path w="977" h="978" extrusionOk="0">
                  <a:moveTo>
                    <a:pt x="475" y="1"/>
                  </a:moveTo>
                  <a:cubicBezTo>
                    <a:pt x="196" y="1"/>
                    <a:pt x="0" y="196"/>
                    <a:pt x="0" y="475"/>
                  </a:cubicBezTo>
                  <a:cubicBezTo>
                    <a:pt x="0" y="754"/>
                    <a:pt x="196" y="977"/>
                    <a:pt x="475" y="977"/>
                  </a:cubicBezTo>
                  <a:cubicBezTo>
                    <a:pt x="754" y="977"/>
                    <a:pt x="977" y="754"/>
                    <a:pt x="977" y="475"/>
                  </a:cubicBezTo>
                  <a:cubicBezTo>
                    <a:pt x="977" y="196"/>
                    <a:pt x="754" y="1"/>
                    <a:pt x="4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4" name="Google Shape;6334;p43"/>
            <p:cNvSpPr/>
            <p:nvPr/>
          </p:nvSpPr>
          <p:spPr>
            <a:xfrm>
              <a:off x="2161850" y="2787400"/>
              <a:ext cx="17450" cy="17450"/>
            </a:xfrm>
            <a:custGeom>
              <a:avLst/>
              <a:gdLst/>
              <a:ahLst/>
              <a:cxnLst/>
              <a:rect l="l" t="t" r="r" b="b"/>
              <a:pathLst>
                <a:path w="698" h="698" extrusionOk="0">
                  <a:moveTo>
                    <a:pt x="363" y="0"/>
                  </a:moveTo>
                  <a:cubicBezTo>
                    <a:pt x="140" y="0"/>
                    <a:pt x="0" y="168"/>
                    <a:pt x="0" y="335"/>
                  </a:cubicBezTo>
                  <a:cubicBezTo>
                    <a:pt x="0" y="558"/>
                    <a:pt x="196" y="698"/>
                    <a:pt x="363" y="698"/>
                  </a:cubicBezTo>
                  <a:cubicBezTo>
                    <a:pt x="558" y="698"/>
                    <a:pt x="698" y="530"/>
                    <a:pt x="698" y="335"/>
                  </a:cubicBezTo>
                  <a:cubicBezTo>
                    <a:pt x="698" y="140"/>
                    <a:pt x="531" y="0"/>
                    <a:pt x="3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7" name="Google Shape;7307;p60"/>
          <p:cNvGrpSpPr/>
          <p:nvPr/>
        </p:nvGrpSpPr>
        <p:grpSpPr>
          <a:xfrm>
            <a:off x="4006407" y="1416522"/>
            <a:ext cx="1070959" cy="3021706"/>
            <a:chOff x="4006407" y="1416522"/>
            <a:chExt cx="1070959" cy="3021706"/>
          </a:xfrm>
        </p:grpSpPr>
        <p:sp>
          <p:nvSpPr>
            <p:cNvPr id="7308" name="Google Shape;7308;p60"/>
            <p:cNvSpPr/>
            <p:nvPr/>
          </p:nvSpPr>
          <p:spPr>
            <a:xfrm>
              <a:off x="4006407" y="2177006"/>
              <a:ext cx="1070959" cy="1905280"/>
            </a:xfrm>
            <a:custGeom>
              <a:avLst/>
              <a:gdLst/>
              <a:ahLst/>
              <a:cxnLst/>
              <a:rect l="l" t="t" r="r" b="b"/>
              <a:pathLst>
                <a:path w="46167" h="82133" extrusionOk="0">
                  <a:moveTo>
                    <a:pt x="44753" y="0"/>
                  </a:moveTo>
                  <a:cubicBezTo>
                    <a:pt x="44210" y="0"/>
                    <a:pt x="43651" y="201"/>
                    <a:pt x="43252" y="587"/>
                  </a:cubicBezTo>
                  <a:lnTo>
                    <a:pt x="43252" y="587"/>
                  </a:lnTo>
                  <a:cubicBezTo>
                    <a:pt x="43315" y="498"/>
                    <a:pt x="43226" y="268"/>
                    <a:pt x="43165" y="207"/>
                  </a:cubicBezTo>
                  <a:cubicBezTo>
                    <a:pt x="43110" y="152"/>
                    <a:pt x="43034" y="128"/>
                    <a:pt x="42961" y="128"/>
                  </a:cubicBezTo>
                  <a:cubicBezTo>
                    <a:pt x="42901" y="128"/>
                    <a:pt x="42843" y="144"/>
                    <a:pt x="42798" y="174"/>
                  </a:cubicBezTo>
                  <a:cubicBezTo>
                    <a:pt x="42664" y="207"/>
                    <a:pt x="42531" y="274"/>
                    <a:pt x="42464" y="374"/>
                  </a:cubicBezTo>
                  <a:cubicBezTo>
                    <a:pt x="41697" y="1008"/>
                    <a:pt x="41030" y="1708"/>
                    <a:pt x="40363" y="2409"/>
                  </a:cubicBezTo>
                  <a:cubicBezTo>
                    <a:pt x="40296" y="2242"/>
                    <a:pt x="40329" y="2009"/>
                    <a:pt x="40396" y="1775"/>
                  </a:cubicBezTo>
                  <a:cubicBezTo>
                    <a:pt x="40496" y="1575"/>
                    <a:pt x="40563" y="1408"/>
                    <a:pt x="40663" y="1208"/>
                  </a:cubicBezTo>
                  <a:cubicBezTo>
                    <a:pt x="40730" y="1008"/>
                    <a:pt x="40796" y="774"/>
                    <a:pt x="40696" y="574"/>
                  </a:cubicBezTo>
                  <a:cubicBezTo>
                    <a:pt x="40645" y="421"/>
                    <a:pt x="40496" y="307"/>
                    <a:pt x="40339" y="307"/>
                  </a:cubicBezTo>
                  <a:cubicBezTo>
                    <a:pt x="40291" y="307"/>
                    <a:pt x="40243" y="317"/>
                    <a:pt x="40196" y="341"/>
                  </a:cubicBezTo>
                  <a:cubicBezTo>
                    <a:pt x="40029" y="1375"/>
                    <a:pt x="39395" y="2175"/>
                    <a:pt x="38862" y="3043"/>
                  </a:cubicBezTo>
                  <a:cubicBezTo>
                    <a:pt x="38828" y="3076"/>
                    <a:pt x="38828" y="3109"/>
                    <a:pt x="38795" y="3176"/>
                  </a:cubicBezTo>
                  <a:cubicBezTo>
                    <a:pt x="38461" y="3710"/>
                    <a:pt x="38161" y="4244"/>
                    <a:pt x="37994" y="4877"/>
                  </a:cubicBezTo>
                  <a:cubicBezTo>
                    <a:pt x="37828" y="5411"/>
                    <a:pt x="38028" y="6045"/>
                    <a:pt x="37828" y="6445"/>
                  </a:cubicBezTo>
                  <a:cubicBezTo>
                    <a:pt x="37494" y="7079"/>
                    <a:pt x="36994" y="7679"/>
                    <a:pt x="36560" y="8246"/>
                  </a:cubicBezTo>
                  <a:cubicBezTo>
                    <a:pt x="36193" y="8847"/>
                    <a:pt x="35793" y="9447"/>
                    <a:pt x="35359" y="10048"/>
                  </a:cubicBezTo>
                  <a:cubicBezTo>
                    <a:pt x="33691" y="12416"/>
                    <a:pt x="32057" y="14851"/>
                    <a:pt x="30456" y="17220"/>
                  </a:cubicBezTo>
                  <a:cubicBezTo>
                    <a:pt x="29121" y="19088"/>
                    <a:pt x="27954" y="20855"/>
                    <a:pt x="26586" y="22723"/>
                  </a:cubicBezTo>
                  <a:cubicBezTo>
                    <a:pt x="26219" y="23190"/>
                    <a:pt x="25852" y="23624"/>
                    <a:pt x="25385" y="23958"/>
                  </a:cubicBezTo>
                  <a:cubicBezTo>
                    <a:pt x="25285" y="24058"/>
                    <a:pt x="25018" y="24124"/>
                    <a:pt x="24718" y="24225"/>
                  </a:cubicBezTo>
                  <a:lnTo>
                    <a:pt x="24718" y="21756"/>
                  </a:lnTo>
                  <a:cubicBezTo>
                    <a:pt x="24918" y="21589"/>
                    <a:pt x="25018" y="21423"/>
                    <a:pt x="25152" y="21222"/>
                  </a:cubicBezTo>
                  <a:cubicBezTo>
                    <a:pt x="25686" y="20355"/>
                    <a:pt x="25852" y="19288"/>
                    <a:pt x="25986" y="18287"/>
                  </a:cubicBezTo>
                  <a:cubicBezTo>
                    <a:pt x="26119" y="17586"/>
                    <a:pt x="26186" y="16853"/>
                    <a:pt x="26153" y="16119"/>
                  </a:cubicBezTo>
                  <a:cubicBezTo>
                    <a:pt x="26119" y="15385"/>
                    <a:pt x="25919" y="14684"/>
                    <a:pt x="25452" y="14084"/>
                  </a:cubicBezTo>
                  <a:cubicBezTo>
                    <a:pt x="25018" y="13517"/>
                    <a:pt x="23717" y="12950"/>
                    <a:pt x="23017" y="12950"/>
                  </a:cubicBezTo>
                  <a:cubicBezTo>
                    <a:pt x="22283" y="12950"/>
                    <a:pt x="20982" y="13550"/>
                    <a:pt x="20515" y="14084"/>
                  </a:cubicBezTo>
                  <a:cubicBezTo>
                    <a:pt x="20082" y="14684"/>
                    <a:pt x="19848" y="15418"/>
                    <a:pt x="19815" y="16119"/>
                  </a:cubicBezTo>
                  <a:cubicBezTo>
                    <a:pt x="19781" y="16853"/>
                    <a:pt x="19915" y="17586"/>
                    <a:pt x="19981" y="18287"/>
                  </a:cubicBezTo>
                  <a:cubicBezTo>
                    <a:pt x="20148" y="19288"/>
                    <a:pt x="20282" y="20355"/>
                    <a:pt x="20815" y="21222"/>
                  </a:cubicBezTo>
                  <a:cubicBezTo>
                    <a:pt x="20949" y="21423"/>
                    <a:pt x="21082" y="21589"/>
                    <a:pt x="21249" y="21756"/>
                  </a:cubicBezTo>
                  <a:lnTo>
                    <a:pt x="21249" y="24225"/>
                  </a:lnTo>
                  <a:cubicBezTo>
                    <a:pt x="20949" y="24124"/>
                    <a:pt x="20682" y="24058"/>
                    <a:pt x="20582" y="23958"/>
                  </a:cubicBezTo>
                  <a:cubicBezTo>
                    <a:pt x="20115" y="23624"/>
                    <a:pt x="19748" y="23190"/>
                    <a:pt x="19414" y="22723"/>
                  </a:cubicBezTo>
                  <a:cubicBezTo>
                    <a:pt x="17980" y="20889"/>
                    <a:pt x="16846" y="19121"/>
                    <a:pt x="15512" y="17220"/>
                  </a:cubicBezTo>
                  <a:cubicBezTo>
                    <a:pt x="13844" y="14851"/>
                    <a:pt x="12209" y="12416"/>
                    <a:pt x="10608" y="10048"/>
                  </a:cubicBezTo>
                  <a:cubicBezTo>
                    <a:pt x="10208" y="9447"/>
                    <a:pt x="9808" y="8847"/>
                    <a:pt x="9374" y="8246"/>
                  </a:cubicBezTo>
                  <a:cubicBezTo>
                    <a:pt x="9007" y="7679"/>
                    <a:pt x="8473" y="7079"/>
                    <a:pt x="8173" y="6445"/>
                  </a:cubicBezTo>
                  <a:cubicBezTo>
                    <a:pt x="7973" y="6012"/>
                    <a:pt x="8140" y="5378"/>
                    <a:pt x="8006" y="4877"/>
                  </a:cubicBezTo>
                  <a:cubicBezTo>
                    <a:pt x="7839" y="4277"/>
                    <a:pt x="7539" y="3710"/>
                    <a:pt x="7206" y="3176"/>
                  </a:cubicBezTo>
                  <a:cubicBezTo>
                    <a:pt x="7172" y="3109"/>
                    <a:pt x="7172" y="3076"/>
                    <a:pt x="7139" y="3043"/>
                  </a:cubicBezTo>
                  <a:cubicBezTo>
                    <a:pt x="6639" y="2175"/>
                    <a:pt x="6005" y="1342"/>
                    <a:pt x="5805" y="341"/>
                  </a:cubicBezTo>
                  <a:cubicBezTo>
                    <a:pt x="5766" y="317"/>
                    <a:pt x="5721" y="307"/>
                    <a:pt x="5675" y="307"/>
                  </a:cubicBezTo>
                  <a:cubicBezTo>
                    <a:pt x="5524" y="307"/>
                    <a:pt x="5355" y="421"/>
                    <a:pt x="5304" y="574"/>
                  </a:cubicBezTo>
                  <a:cubicBezTo>
                    <a:pt x="5171" y="774"/>
                    <a:pt x="5238" y="1008"/>
                    <a:pt x="5304" y="1208"/>
                  </a:cubicBezTo>
                  <a:cubicBezTo>
                    <a:pt x="5371" y="1408"/>
                    <a:pt x="5471" y="1575"/>
                    <a:pt x="5538" y="1775"/>
                  </a:cubicBezTo>
                  <a:cubicBezTo>
                    <a:pt x="5638" y="2009"/>
                    <a:pt x="5738" y="2242"/>
                    <a:pt x="5605" y="2409"/>
                  </a:cubicBezTo>
                  <a:cubicBezTo>
                    <a:pt x="4937" y="1708"/>
                    <a:pt x="4270" y="1008"/>
                    <a:pt x="3503" y="374"/>
                  </a:cubicBezTo>
                  <a:cubicBezTo>
                    <a:pt x="3436" y="274"/>
                    <a:pt x="3303" y="207"/>
                    <a:pt x="3169" y="174"/>
                  </a:cubicBezTo>
                  <a:cubicBezTo>
                    <a:pt x="3109" y="144"/>
                    <a:pt x="3043" y="128"/>
                    <a:pt x="2981" y="128"/>
                  </a:cubicBezTo>
                  <a:cubicBezTo>
                    <a:pt x="2906" y="128"/>
                    <a:pt x="2839" y="152"/>
                    <a:pt x="2803" y="207"/>
                  </a:cubicBezTo>
                  <a:cubicBezTo>
                    <a:pt x="2669" y="274"/>
                    <a:pt x="2636" y="541"/>
                    <a:pt x="2702" y="608"/>
                  </a:cubicBezTo>
                  <a:cubicBezTo>
                    <a:pt x="2290" y="250"/>
                    <a:pt x="1719" y="6"/>
                    <a:pt x="1157" y="6"/>
                  </a:cubicBezTo>
                  <a:cubicBezTo>
                    <a:pt x="1038" y="6"/>
                    <a:pt x="918" y="17"/>
                    <a:pt x="801" y="41"/>
                  </a:cubicBezTo>
                  <a:cubicBezTo>
                    <a:pt x="534" y="274"/>
                    <a:pt x="501" y="875"/>
                    <a:pt x="801" y="1108"/>
                  </a:cubicBezTo>
                  <a:cubicBezTo>
                    <a:pt x="634" y="1008"/>
                    <a:pt x="468" y="908"/>
                    <a:pt x="267" y="908"/>
                  </a:cubicBezTo>
                  <a:cubicBezTo>
                    <a:pt x="34" y="908"/>
                    <a:pt x="1" y="1175"/>
                    <a:pt x="34" y="1375"/>
                  </a:cubicBezTo>
                  <a:cubicBezTo>
                    <a:pt x="1001" y="2009"/>
                    <a:pt x="2102" y="2576"/>
                    <a:pt x="2836" y="3410"/>
                  </a:cubicBezTo>
                  <a:cubicBezTo>
                    <a:pt x="3837" y="4510"/>
                    <a:pt x="5304" y="5545"/>
                    <a:pt x="5871" y="6912"/>
                  </a:cubicBezTo>
                  <a:cubicBezTo>
                    <a:pt x="7306" y="10381"/>
                    <a:pt x="9374" y="13617"/>
                    <a:pt x="11942" y="16386"/>
                  </a:cubicBezTo>
                  <a:cubicBezTo>
                    <a:pt x="13477" y="18087"/>
                    <a:pt x="14311" y="20255"/>
                    <a:pt x="15011" y="22523"/>
                  </a:cubicBezTo>
                  <a:cubicBezTo>
                    <a:pt x="15645" y="24458"/>
                    <a:pt x="16145" y="26560"/>
                    <a:pt x="16979" y="28428"/>
                  </a:cubicBezTo>
                  <a:cubicBezTo>
                    <a:pt x="17847" y="30429"/>
                    <a:pt x="17613" y="32697"/>
                    <a:pt x="18047" y="34765"/>
                  </a:cubicBezTo>
                  <a:cubicBezTo>
                    <a:pt x="18314" y="35933"/>
                    <a:pt x="18681" y="36934"/>
                    <a:pt x="18681" y="38135"/>
                  </a:cubicBezTo>
                  <a:cubicBezTo>
                    <a:pt x="18647" y="39369"/>
                    <a:pt x="18480" y="40570"/>
                    <a:pt x="18280" y="41737"/>
                  </a:cubicBezTo>
                  <a:cubicBezTo>
                    <a:pt x="17813" y="44105"/>
                    <a:pt x="17213" y="46541"/>
                    <a:pt x="16979" y="48942"/>
                  </a:cubicBezTo>
                  <a:cubicBezTo>
                    <a:pt x="16679" y="51344"/>
                    <a:pt x="16712" y="53846"/>
                    <a:pt x="17513" y="56214"/>
                  </a:cubicBezTo>
                  <a:cubicBezTo>
                    <a:pt x="20315" y="64487"/>
                    <a:pt x="18981" y="73560"/>
                    <a:pt x="20715" y="82133"/>
                  </a:cubicBezTo>
                  <a:lnTo>
                    <a:pt x="25452" y="82133"/>
                  </a:lnTo>
                  <a:cubicBezTo>
                    <a:pt x="27187" y="73560"/>
                    <a:pt x="25852" y="64487"/>
                    <a:pt x="28654" y="56214"/>
                  </a:cubicBezTo>
                  <a:cubicBezTo>
                    <a:pt x="29388" y="53879"/>
                    <a:pt x="29488" y="51377"/>
                    <a:pt x="29188" y="48942"/>
                  </a:cubicBezTo>
                  <a:cubicBezTo>
                    <a:pt x="28888" y="46541"/>
                    <a:pt x="28354" y="44139"/>
                    <a:pt x="27887" y="41737"/>
                  </a:cubicBezTo>
                  <a:cubicBezTo>
                    <a:pt x="27654" y="40570"/>
                    <a:pt x="27487" y="39335"/>
                    <a:pt x="27487" y="38135"/>
                  </a:cubicBezTo>
                  <a:cubicBezTo>
                    <a:pt x="27487" y="36934"/>
                    <a:pt x="27854" y="35933"/>
                    <a:pt x="28121" y="34765"/>
                  </a:cubicBezTo>
                  <a:cubicBezTo>
                    <a:pt x="28554" y="32697"/>
                    <a:pt x="28321" y="30429"/>
                    <a:pt x="29188" y="28428"/>
                  </a:cubicBezTo>
                  <a:cubicBezTo>
                    <a:pt x="30956" y="24425"/>
                    <a:pt x="31290" y="19588"/>
                    <a:pt x="34258" y="16386"/>
                  </a:cubicBezTo>
                  <a:cubicBezTo>
                    <a:pt x="36827" y="13617"/>
                    <a:pt x="38862" y="10415"/>
                    <a:pt x="40296" y="6912"/>
                  </a:cubicBezTo>
                  <a:cubicBezTo>
                    <a:pt x="40863" y="5545"/>
                    <a:pt x="42331" y="4510"/>
                    <a:pt x="43331" y="3410"/>
                  </a:cubicBezTo>
                  <a:cubicBezTo>
                    <a:pt x="44132" y="2576"/>
                    <a:pt x="45199" y="2009"/>
                    <a:pt x="46133" y="1375"/>
                  </a:cubicBezTo>
                  <a:cubicBezTo>
                    <a:pt x="46167" y="1208"/>
                    <a:pt x="46133" y="941"/>
                    <a:pt x="45700" y="908"/>
                  </a:cubicBezTo>
                  <a:cubicBezTo>
                    <a:pt x="45500" y="908"/>
                    <a:pt x="45333" y="1008"/>
                    <a:pt x="45166" y="1108"/>
                  </a:cubicBezTo>
                  <a:cubicBezTo>
                    <a:pt x="45400" y="875"/>
                    <a:pt x="45400" y="341"/>
                    <a:pt x="45166" y="41"/>
                  </a:cubicBezTo>
                  <a:cubicBezTo>
                    <a:pt x="45031" y="14"/>
                    <a:pt x="44892" y="0"/>
                    <a:pt x="447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9" name="Google Shape;7309;p60"/>
            <p:cNvSpPr/>
            <p:nvPr/>
          </p:nvSpPr>
          <p:spPr>
            <a:xfrm>
              <a:off x="4356156" y="2700249"/>
              <a:ext cx="212837" cy="1382826"/>
            </a:xfrm>
            <a:custGeom>
              <a:avLst/>
              <a:gdLst/>
              <a:ahLst/>
              <a:cxnLst/>
              <a:rect l="l" t="t" r="r" b="b"/>
              <a:pathLst>
                <a:path w="9175" h="59611" extrusionOk="0">
                  <a:moveTo>
                    <a:pt x="1" y="1"/>
                  </a:moveTo>
                  <a:lnTo>
                    <a:pt x="1" y="1"/>
                  </a:lnTo>
                  <a:cubicBezTo>
                    <a:pt x="601" y="1969"/>
                    <a:pt x="1102" y="4037"/>
                    <a:pt x="1936" y="5905"/>
                  </a:cubicBezTo>
                  <a:cubicBezTo>
                    <a:pt x="2836" y="7906"/>
                    <a:pt x="2569" y="10175"/>
                    <a:pt x="3036" y="12243"/>
                  </a:cubicBezTo>
                  <a:cubicBezTo>
                    <a:pt x="3270" y="13410"/>
                    <a:pt x="3670" y="14411"/>
                    <a:pt x="3670" y="15645"/>
                  </a:cubicBezTo>
                  <a:cubicBezTo>
                    <a:pt x="3604" y="16846"/>
                    <a:pt x="3437" y="18047"/>
                    <a:pt x="3237" y="19214"/>
                  </a:cubicBezTo>
                  <a:cubicBezTo>
                    <a:pt x="2770" y="21583"/>
                    <a:pt x="2203" y="24018"/>
                    <a:pt x="1936" y="26420"/>
                  </a:cubicBezTo>
                  <a:cubicBezTo>
                    <a:pt x="1669" y="28855"/>
                    <a:pt x="1702" y="31356"/>
                    <a:pt x="2503" y="33691"/>
                  </a:cubicBezTo>
                  <a:cubicBezTo>
                    <a:pt x="5271" y="41997"/>
                    <a:pt x="3937" y="51037"/>
                    <a:pt x="5705" y="59610"/>
                  </a:cubicBezTo>
                  <a:lnTo>
                    <a:pt x="6772" y="59610"/>
                  </a:lnTo>
                  <a:cubicBezTo>
                    <a:pt x="6606" y="52605"/>
                    <a:pt x="9174" y="44733"/>
                    <a:pt x="5905" y="38595"/>
                  </a:cubicBezTo>
                  <a:cubicBezTo>
                    <a:pt x="3237" y="33658"/>
                    <a:pt x="2569" y="27587"/>
                    <a:pt x="4104" y="22183"/>
                  </a:cubicBezTo>
                  <a:cubicBezTo>
                    <a:pt x="4671" y="20082"/>
                    <a:pt x="5572" y="18047"/>
                    <a:pt x="5405" y="15912"/>
                  </a:cubicBezTo>
                  <a:cubicBezTo>
                    <a:pt x="5338" y="14511"/>
                    <a:pt x="4771" y="13177"/>
                    <a:pt x="4571" y="11809"/>
                  </a:cubicBezTo>
                  <a:cubicBezTo>
                    <a:pt x="4371" y="10408"/>
                    <a:pt x="4538" y="9040"/>
                    <a:pt x="4337" y="7673"/>
                  </a:cubicBezTo>
                  <a:cubicBezTo>
                    <a:pt x="3870" y="4704"/>
                    <a:pt x="1936" y="2236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0" name="Google Shape;7310;p60"/>
            <p:cNvSpPr/>
            <p:nvPr/>
          </p:nvSpPr>
          <p:spPr>
            <a:xfrm>
              <a:off x="4288071" y="4083051"/>
              <a:ext cx="509951" cy="229052"/>
            </a:xfrm>
            <a:custGeom>
              <a:avLst/>
              <a:gdLst/>
              <a:ahLst/>
              <a:cxnLst/>
              <a:rect l="l" t="t" r="r" b="b"/>
              <a:pathLst>
                <a:path w="21983" h="9874" extrusionOk="0">
                  <a:moveTo>
                    <a:pt x="1" y="0"/>
                  </a:moveTo>
                  <a:lnTo>
                    <a:pt x="1" y="9874"/>
                  </a:lnTo>
                  <a:lnTo>
                    <a:pt x="21983" y="9874"/>
                  </a:lnTo>
                  <a:lnTo>
                    <a:pt x="219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1" name="Google Shape;7311;p60"/>
            <p:cNvSpPr/>
            <p:nvPr/>
          </p:nvSpPr>
          <p:spPr>
            <a:xfrm>
              <a:off x="4199086" y="4312869"/>
              <a:ext cx="687156" cy="125359"/>
            </a:xfrm>
            <a:custGeom>
              <a:avLst/>
              <a:gdLst/>
              <a:ahLst/>
              <a:cxnLst/>
              <a:rect l="l" t="t" r="r" b="b"/>
              <a:pathLst>
                <a:path w="29622" h="5404" extrusionOk="0">
                  <a:moveTo>
                    <a:pt x="3837" y="0"/>
                  </a:moveTo>
                  <a:cubicBezTo>
                    <a:pt x="0" y="0"/>
                    <a:pt x="367" y="5404"/>
                    <a:pt x="367" y="5404"/>
                  </a:cubicBezTo>
                  <a:lnTo>
                    <a:pt x="29321" y="5404"/>
                  </a:lnTo>
                  <a:cubicBezTo>
                    <a:pt x="29288" y="5404"/>
                    <a:pt x="29622" y="0"/>
                    <a:pt x="257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2" name="Google Shape;7312;p60"/>
            <p:cNvSpPr/>
            <p:nvPr/>
          </p:nvSpPr>
          <p:spPr>
            <a:xfrm>
              <a:off x="4037353" y="1416522"/>
              <a:ext cx="1009834" cy="1009834"/>
            </a:xfrm>
            <a:custGeom>
              <a:avLst/>
              <a:gdLst/>
              <a:ahLst/>
              <a:cxnLst/>
              <a:rect l="l" t="t" r="r" b="b"/>
              <a:pathLst>
                <a:path w="43532" h="43532" extrusionOk="0">
                  <a:moveTo>
                    <a:pt x="21783" y="2769"/>
                  </a:moveTo>
                  <a:cubicBezTo>
                    <a:pt x="25019" y="2769"/>
                    <a:pt x="27654" y="5371"/>
                    <a:pt x="27654" y="8640"/>
                  </a:cubicBezTo>
                  <a:cubicBezTo>
                    <a:pt x="27654" y="11875"/>
                    <a:pt x="25019" y="14510"/>
                    <a:pt x="21783" y="14510"/>
                  </a:cubicBezTo>
                  <a:cubicBezTo>
                    <a:pt x="18514" y="14510"/>
                    <a:pt x="15912" y="11875"/>
                    <a:pt x="15912" y="8640"/>
                  </a:cubicBezTo>
                  <a:cubicBezTo>
                    <a:pt x="15912" y="5371"/>
                    <a:pt x="18514" y="2769"/>
                    <a:pt x="21783" y="2769"/>
                  </a:cubicBezTo>
                  <a:close/>
                  <a:moveTo>
                    <a:pt x="10634" y="8869"/>
                  </a:moveTo>
                  <a:cubicBezTo>
                    <a:pt x="11710" y="8869"/>
                    <a:pt x="12800" y="9161"/>
                    <a:pt x="13777" y="9774"/>
                  </a:cubicBezTo>
                  <a:cubicBezTo>
                    <a:pt x="16513" y="11508"/>
                    <a:pt x="17347" y="15144"/>
                    <a:pt x="15645" y="17880"/>
                  </a:cubicBezTo>
                  <a:cubicBezTo>
                    <a:pt x="14518" y="19679"/>
                    <a:pt x="12587" y="20661"/>
                    <a:pt x="10614" y="20661"/>
                  </a:cubicBezTo>
                  <a:cubicBezTo>
                    <a:pt x="9551" y="20661"/>
                    <a:pt x="8475" y="20376"/>
                    <a:pt x="7506" y="19781"/>
                  </a:cubicBezTo>
                  <a:cubicBezTo>
                    <a:pt x="4738" y="18046"/>
                    <a:pt x="3904" y="14444"/>
                    <a:pt x="5638" y="11642"/>
                  </a:cubicBezTo>
                  <a:cubicBezTo>
                    <a:pt x="6739" y="9851"/>
                    <a:pt x="8663" y="8869"/>
                    <a:pt x="10634" y="8869"/>
                  </a:cubicBezTo>
                  <a:close/>
                  <a:moveTo>
                    <a:pt x="33431" y="10102"/>
                  </a:moveTo>
                  <a:cubicBezTo>
                    <a:pt x="35610" y="10102"/>
                    <a:pt x="37696" y="11306"/>
                    <a:pt x="38695" y="13376"/>
                  </a:cubicBezTo>
                  <a:cubicBezTo>
                    <a:pt x="40163" y="16312"/>
                    <a:pt x="38962" y="19848"/>
                    <a:pt x="36027" y="21315"/>
                  </a:cubicBezTo>
                  <a:cubicBezTo>
                    <a:pt x="35197" y="21716"/>
                    <a:pt x="34315" y="21907"/>
                    <a:pt x="33445" y="21907"/>
                  </a:cubicBezTo>
                  <a:cubicBezTo>
                    <a:pt x="31274" y="21907"/>
                    <a:pt x="29178" y="20719"/>
                    <a:pt x="28154" y="18647"/>
                  </a:cubicBezTo>
                  <a:cubicBezTo>
                    <a:pt x="26720" y="15678"/>
                    <a:pt x="27921" y="12175"/>
                    <a:pt x="30823" y="10708"/>
                  </a:cubicBezTo>
                  <a:cubicBezTo>
                    <a:pt x="31664" y="10296"/>
                    <a:pt x="32555" y="10102"/>
                    <a:pt x="33431" y="10102"/>
                  </a:cubicBezTo>
                  <a:close/>
                  <a:moveTo>
                    <a:pt x="21783" y="17813"/>
                  </a:moveTo>
                  <a:cubicBezTo>
                    <a:pt x="23418" y="17813"/>
                    <a:pt x="24685" y="19147"/>
                    <a:pt x="24685" y="20715"/>
                  </a:cubicBezTo>
                  <a:cubicBezTo>
                    <a:pt x="24685" y="22349"/>
                    <a:pt x="23418" y="23650"/>
                    <a:pt x="21783" y="23650"/>
                  </a:cubicBezTo>
                  <a:cubicBezTo>
                    <a:pt x="20149" y="23650"/>
                    <a:pt x="18848" y="22349"/>
                    <a:pt x="18848" y="20715"/>
                  </a:cubicBezTo>
                  <a:cubicBezTo>
                    <a:pt x="18848" y="19114"/>
                    <a:pt x="20149" y="17813"/>
                    <a:pt x="21783" y="17813"/>
                  </a:cubicBezTo>
                  <a:close/>
                  <a:moveTo>
                    <a:pt x="10169" y="21975"/>
                  </a:moveTo>
                  <a:cubicBezTo>
                    <a:pt x="12321" y="21975"/>
                    <a:pt x="14379" y="23142"/>
                    <a:pt x="15412" y="25185"/>
                  </a:cubicBezTo>
                  <a:cubicBezTo>
                    <a:pt x="16913" y="28120"/>
                    <a:pt x="15745" y="31656"/>
                    <a:pt x="12810" y="33124"/>
                  </a:cubicBezTo>
                  <a:cubicBezTo>
                    <a:pt x="11968" y="33540"/>
                    <a:pt x="11069" y="33737"/>
                    <a:pt x="10183" y="33737"/>
                  </a:cubicBezTo>
                  <a:cubicBezTo>
                    <a:pt x="8016" y="33737"/>
                    <a:pt x="5922" y="32558"/>
                    <a:pt x="4904" y="30522"/>
                  </a:cubicBezTo>
                  <a:cubicBezTo>
                    <a:pt x="3437" y="27620"/>
                    <a:pt x="4604" y="24051"/>
                    <a:pt x="7473" y="22616"/>
                  </a:cubicBezTo>
                  <a:cubicBezTo>
                    <a:pt x="8342" y="22182"/>
                    <a:pt x="9264" y="21975"/>
                    <a:pt x="10169" y="21975"/>
                  </a:cubicBezTo>
                  <a:close/>
                  <a:moveTo>
                    <a:pt x="32962" y="23051"/>
                  </a:moveTo>
                  <a:cubicBezTo>
                    <a:pt x="34065" y="23051"/>
                    <a:pt x="35177" y="23362"/>
                    <a:pt x="36160" y="24017"/>
                  </a:cubicBezTo>
                  <a:cubicBezTo>
                    <a:pt x="38929" y="25819"/>
                    <a:pt x="39662" y="29421"/>
                    <a:pt x="37861" y="32190"/>
                  </a:cubicBezTo>
                  <a:cubicBezTo>
                    <a:pt x="36737" y="33908"/>
                    <a:pt x="34843" y="34858"/>
                    <a:pt x="32910" y="34858"/>
                  </a:cubicBezTo>
                  <a:cubicBezTo>
                    <a:pt x="31804" y="34858"/>
                    <a:pt x="30684" y="34547"/>
                    <a:pt x="29689" y="33891"/>
                  </a:cubicBezTo>
                  <a:cubicBezTo>
                    <a:pt x="26987" y="32123"/>
                    <a:pt x="26186" y="28454"/>
                    <a:pt x="27987" y="25718"/>
                  </a:cubicBezTo>
                  <a:cubicBezTo>
                    <a:pt x="29133" y="24000"/>
                    <a:pt x="31034" y="23051"/>
                    <a:pt x="32962" y="23051"/>
                  </a:cubicBezTo>
                  <a:close/>
                  <a:moveTo>
                    <a:pt x="21783" y="29054"/>
                  </a:moveTo>
                  <a:cubicBezTo>
                    <a:pt x="25019" y="29054"/>
                    <a:pt x="27654" y="31689"/>
                    <a:pt x="27654" y="34958"/>
                  </a:cubicBezTo>
                  <a:cubicBezTo>
                    <a:pt x="27687" y="38161"/>
                    <a:pt x="25019" y="40829"/>
                    <a:pt x="21783" y="40829"/>
                  </a:cubicBezTo>
                  <a:cubicBezTo>
                    <a:pt x="18514" y="40829"/>
                    <a:pt x="15912" y="38194"/>
                    <a:pt x="15912" y="34958"/>
                  </a:cubicBezTo>
                  <a:cubicBezTo>
                    <a:pt x="15912" y="31689"/>
                    <a:pt x="18514" y="29054"/>
                    <a:pt x="21783" y="29054"/>
                  </a:cubicBezTo>
                  <a:close/>
                  <a:moveTo>
                    <a:pt x="21783" y="0"/>
                  </a:moveTo>
                  <a:cubicBezTo>
                    <a:pt x="9774" y="0"/>
                    <a:pt x="1" y="9774"/>
                    <a:pt x="1" y="21782"/>
                  </a:cubicBezTo>
                  <a:cubicBezTo>
                    <a:pt x="1" y="33791"/>
                    <a:pt x="9741" y="43531"/>
                    <a:pt x="21783" y="43531"/>
                  </a:cubicBezTo>
                  <a:cubicBezTo>
                    <a:pt x="33825" y="43531"/>
                    <a:pt x="43532" y="33824"/>
                    <a:pt x="43532" y="21782"/>
                  </a:cubicBezTo>
                  <a:cubicBezTo>
                    <a:pt x="43532" y="9707"/>
                    <a:pt x="33792" y="0"/>
                    <a:pt x="21783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3" name="Google Shape;7313;p60"/>
            <p:cNvSpPr/>
            <p:nvPr/>
          </p:nvSpPr>
          <p:spPr>
            <a:xfrm>
              <a:off x="4176654" y="1416522"/>
              <a:ext cx="870533" cy="869767"/>
            </a:xfrm>
            <a:custGeom>
              <a:avLst/>
              <a:gdLst/>
              <a:ahLst/>
              <a:cxnLst/>
              <a:rect l="l" t="t" r="r" b="b"/>
              <a:pathLst>
                <a:path w="37527" h="37494" extrusionOk="0">
                  <a:moveTo>
                    <a:pt x="15778" y="0"/>
                  </a:moveTo>
                  <a:cubicBezTo>
                    <a:pt x="9574" y="0"/>
                    <a:pt x="3970" y="2602"/>
                    <a:pt x="0" y="6772"/>
                  </a:cubicBezTo>
                  <a:cubicBezTo>
                    <a:pt x="3936" y="3036"/>
                    <a:pt x="9173" y="767"/>
                    <a:pt x="14977" y="767"/>
                  </a:cubicBezTo>
                  <a:cubicBezTo>
                    <a:pt x="26986" y="767"/>
                    <a:pt x="36760" y="10508"/>
                    <a:pt x="36760" y="22516"/>
                  </a:cubicBezTo>
                  <a:cubicBezTo>
                    <a:pt x="36760" y="28320"/>
                    <a:pt x="34458" y="33624"/>
                    <a:pt x="30755" y="37494"/>
                  </a:cubicBezTo>
                  <a:cubicBezTo>
                    <a:pt x="34925" y="33524"/>
                    <a:pt x="37494" y="27953"/>
                    <a:pt x="37494" y="21716"/>
                  </a:cubicBezTo>
                  <a:cubicBezTo>
                    <a:pt x="37527" y="9774"/>
                    <a:pt x="27787" y="0"/>
                    <a:pt x="157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4" name="Google Shape;7314;p60"/>
            <p:cNvSpPr/>
            <p:nvPr/>
          </p:nvSpPr>
          <p:spPr>
            <a:xfrm>
              <a:off x="4368543" y="4083051"/>
              <a:ext cx="82050" cy="229052"/>
            </a:xfrm>
            <a:custGeom>
              <a:avLst/>
              <a:gdLst/>
              <a:ahLst/>
              <a:cxnLst/>
              <a:rect l="l" t="t" r="r" b="b"/>
              <a:pathLst>
                <a:path w="3537" h="9874" extrusionOk="0">
                  <a:moveTo>
                    <a:pt x="1" y="0"/>
                  </a:moveTo>
                  <a:lnTo>
                    <a:pt x="1" y="9874"/>
                  </a:lnTo>
                  <a:lnTo>
                    <a:pt x="3537" y="9874"/>
                  </a:lnTo>
                  <a:lnTo>
                    <a:pt x="35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5" name="Google Shape;7315;p60"/>
            <p:cNvSpPr/>
            <p:nvPr/>
          </p:nvSpPr>
          <p:spPr>
            <a:xfrm>
              <a:off x="4296585" y="4312869"/>
              <a:ext cx="138535" cy="125359"/>
            </a:xfrm>
            <a:custGeom>
              <a:avLst/>
              <a:gdLst/>
              <a:ahLst/>
              <a:cxnLst/>
              <a:rect l="l" t="t" r="r" b="b"/>
              <a:pathLst>
                <a:path w="5972" h="5404" extrusionOk="0">
                  <a:moveTo>
                    <a:pt x="2269" y="0"/>
                  </a:moveTo>
                  <a:cubicBezTo>
                    <a:pt x="1802" y="167"/>
                    <a:pt x="1435" y="434"/>
                    <a:pt x="1101" y="834"/>
                  </a:cubicBezTo>
                  <a:cubicBezTo>
                    <a:pt x="534" y="1434"/>
                    <a:pt x="267" y="2335"/>
                    <a:pt x="134" y="3169"/>
                  </a:cubicBezTo>
                  <a:cubicBezTo>
                    <a:pt x="0" y="3903"/>
                    <a:pt x="0" y="4670"/>
                    <a:pt x="67" y="5404"/>
                  </a:cubicBezTo>
                  <a:lnTo>
                    <a:pt x="4137" y="5404"/>
                  </a:lnTo>
                  <a:cubicBezTo>
                    <a:pt x="4237" y="4670"/>
                    <a:pt x="4170" y="3903"/>
                    <a:pt x="4237" y="3202"/>
                  </a:cubicBezTo>
                  <a:cubicBezTo>
                    <a:pt x="4270" y="2435"/>
                    <a:pt x="4404" y="1601"/>
                    <a:pt x="4804" y="1001"/>
                  </a:cubicBezTo>
                  <a:cubicBezTo>
                    <a:pt x="5071" y="567"/>
                    <a:pt x="5504" y="167"/>
                    <a:pt x="59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6" name="Google Shape;7316;p60"/>
            <p:cNvSpPr/>
            <p:nvPr/>
          </p:nvSpPr>
          <p:spPr>
            <a:xfrm>
              <a:off x="4443611" y="4312869"/>
              <a:ext cx="7748" cy="23"/>
            </a:xfrm>
            <a:custGeom>
              <a:avLst/>
              <a:gdLst/>
              <a:ahLst/>
              <a:cxnLst/>
              <a:rect l="l" t="t" r="r" b="b"/>
              <a:pathLst>
                <a:path w="334" h="1" extrusionOk="0">
                  <a:moveTo>
                    <a:pt x="33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17" name="Google Shape;7317;p60"/>
          <p:cNvGrpSpPr/>
          <p:nvPr/>
        </p:nvGrpSpPr>
        <p:grpSpPr>
          <a:xfrm>
            <a:off x="2639346" y="3502951"/>
            <a:ext cx="3865309" cy="996007"/>
            <a:chOff x="2245230" y="3373463"/>
            <a:chExt cx="4663741" cy="1201746"/>
          </a:xfrm>
        </p:grpSpPr>
        <p:sp>
          <p:nvSpPr>
            <p:cNvPr id="7318" name="Google Shape;7318;p60"/>
            <p:cNvSpPr/>
            <p:nvPr/>
          </p:nvSpPr>
          <p:spPr>
            <a:xfrm>
              <a:off x="6685324" y="3560713"/>
              <a:ext cx="61914" cy="986636"/>
            </a:xfrm>
            <a:custGeom>
              <a:avLst/>
              <a:gdLst/>
              <a:ahLst/>
              <a:cxnLst/>
              <a:rect l="l" t="t" r="r" b="b"/>
              <a:pathLst>
                <a:path w="2669" h="42532" extrusionOk="0">
                  <a:moveTo>
                    <a:pt x="0" y="1"/>
                  </a:moveTo>
                  <a:lnTo>
                    <a:pt x="0" y="42531"/>
                  </a:lnTo>
                  <a:lnTo>
                    <a:pt x="2669" y="42531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9" name="Google Shape;7319;p60"/>
            <p:cNvSpPr/>
            <p:nvPr/>
          </p:nvSpPr>
          <p:spPr>
            <a:xfrm>
              <a:off x="2384508" y="3539047"/>
              <a:ext cx="20159" cy="6217"/>
            </a:xfrm>
            <a:custGeom>
              <a:avLst/>
              <a:gdLst/>
              <a:ahLst/>
              <a:cxnLst/>
              <a:rect l="l" t="t" r="r" b="b"/>
              <a:pathLst>
                <a:path w="869" h="268" extrusionOk="0">
                  <a:moveTo>
                    <a:pt x="1" y="1"/>
                  </a:moveTo>
                  <a:lnTo>
                    <a:pt x="1" y="268"/>
                  </a:lnTo>
                  <a:lnTo>
                    <a:pt x="868" y="268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0" name="Google Shape;7320;p60"/>
            <p:cNvSpPr/>
            <p:nvPr/>
          </p:nvSpPr>
          <p:spPr>
            <a:xfrm>
              <a:off x="2348923" y="3524363"/>
              <a:ext cx="38717" cy="38693"/>
            </a:xfrm>
            <a:custGeom>
              <a:avLst/>
              <a:gdLst/>
              <a:ahLst/>
              <a:cxnLst/>
              <a:rect l="l" t="t" r="r" b="b"/>
              <a:pathLst>
                <a:path w="1669" h="1668" extrusionOk="0">
                  <a:moveTo>
                    <a:pt x="834" y="0"/>
                  </a:moveTo>
                  <a:cubicBezTo>
                    <a:pt x="367" y="0"/>
                    <a:pt x="1" y="367"/>
                    <a:pt x="1" y="834"/>
                  </a:cubicBezTo>
                  <a:cubicBezTo>
                    <a:pt x="1" y="1301"/>
                    <a:pt x="367" y="1668"/>
                    <a:pt x="834" y="1668"/>
                  </a:cubicBezTo>
                  <a:cubicBezTo>
                    <a:pt x="1301" y="1668"/>
                    <a:pt x="1668" y="1301"/>
                    <a:pt x="1668" y="834"/>
                  </a:cubicBezTo>
                  <a:cubicBezTo>
                    <a:pt x="1668" y="367"/>
                    <a:pt x="1301" y="0"/>
                    <a:pt x="834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1" name="Google Shape;7321;p60"/>
            <p:cNvSpPr/>
            <p:nvPr/>
          </p:nvSpPr>
          <p:spPr>
            <a:xfrm>
              <a:off x="3806004" y="3539047"/>
              <a:ext cx="20901" cy="6217"/>
            </a:xfrm>
            <a:custGeom>
              <a:avLst/>
              <a:gdLst/>
              <a:ahLst/>
              <a:cxnLst/>
              <a:rect l="l" t="t" r="r" b="b"/>
              <a:pathLst>
                <a:path w="901" h="268" extrusionOk="0">
                  <a:moveTo>
                    <a:pt x="0" y="1"/>
                  </a:moveTo>
                  <a:lnTo>
                    <a:pt x="0" y="268"/>
                  </a:lnTo>
                  <a:lnTo>
                    <a:pt x="901" y="268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2" name="Google Shape;7322;p60"/>
            <p:cNvSpPr/>
            <p:nvPr/>
          </p:nvSpPr>
          <p:spPr>
            <a:xfrm>
              <a:off x="2512975" y="3542921"/>
              <a:ext cx="1272151" cy="224436"/>
            </a:xfrm>
            <a:custGeom>
              <a:avLst/>
              <a:gdLst/>
              <a:ahLst/>
              <a:cxnLst/>
              <a:rect l="l" t="t" r="r" b="b"/>
              <a:pathLst>
                <a:path w="54840" h="9675" extrusionOk="0">
                  <a:moveTo>
                    <a:pt x="934" y="1"/>
                  </a:moveTo>
                  <a:lnTo>
                    <a:pt x="0" y="1368"/>
                  </a:lnTo>
                  <a:cubicBezTo>
                    <a:pt x="8073" y="6672"/>
                    <a:pt x="17813" y="9574"/>
                    <a:pt x="27453" y="9674"/>
                  </a:cubicBezTo>
                  <a:cubicBezTo>
                    <a:pt x="37093" y="9608"/>
                    <a:pt x="46800" y="6639"/>
                    <a:pt x="54839" y="1368"/>
                  </a:cubicBezTo>
                  <a:lnTo>
                    <a:pt x="53939" y="1"/>
                  </a:lnTo>
                  <a:cubicBezTo>
                    <a:pt x="46167" y="5071"/>
                    <a:pt x="36760" y="7906"/>
                    <a:pt x="27453" y="8006"/>
                  </a:cubicBezTo>
                  <a:cubicBezTo>
                    <a:pt x="18113" y="7940"/>
                    <a:pt x="8740" y="5071"/>
                    <a:pt x="9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3" name="Google Shape;7323;p60"/>
            <p:cNvSpPr/>
            <p:nvPr/>
          </p:nvSpPr>
          <p:spPr>
            <a:xfrm>
              <a:off x="3770396" y="3529002"/>
              <a:ext cx="38717" cy="38717"/>
            </a:xfrm>
            <a:custGeom>
              <a:avLst/>
              <a:gdLst/>
              <a:ahLst/>
              <a:cxnLst/>
              <a:rect l="l" t="t" r="r" b="b"/>
              <a:pathLst>
                <a:path w="1669" h="1669" extrusionOk="0">
                  <a:moveTo>
                    <a:pt x="835" y="0"/>
                  </a:moveTo>
                  <a:cubicBezTo>
                    <a:pt x="368" y="0"/>
                    <a:pt x="1" y="367"/>
                    <a:pt x="1" y="834"/>
                  </a:cubicBezTo>
                  <a:cubicBezTo>
                    <a:pt x="1" y="1301"/>
                    <a:pt x="368" y="1668"/>
                    <a:pt x="835" y="1668"/>
                  </a:cubicBezTo>
                  <a:cubicBezTo>
                    <a:pt x="1302" y="1668"/>
                    <a:pt x="1668" y="1301"/>
                    <a:pt x="1668" y="834"/>
                  </a:cubicBezTo>
                  <a:cubicBezTo>
                    <a:pt x="1668" y="367"/>
                    <a:pt x="1302" y="0"/>
                    <a:pt x="835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4" name="Google Shape;7324;p60"/>
            <p:cNvSpPr/>
            <p:nvPr/>
          </p:nvSpPr>
          <p:spPr>
            <a:xfrm>
              <a:off x="2474282" y="3539047"/>
              <a:ext cx="20135" cy="6217"/>
            </a:xfrm>
            <a:custGeom>
              <a:avLst/>
              <a:gdLst/>
              <a:ahLst/>
              <a:cxnLst/>
              <a:rect l="l" t="t" r="r" b="b"/>
              <a:pathLst>
                <a:path w="868" h="268" extrusionOk="0">
                  <a:moveTo>
                    <a:pt x="0" y="1"/>
                  </a:moveTo>
                  <a:lnTo>
                    <a:pt x="0" y="268"/>
                  </a:lnTo>
                  <a:lnTo>
                    <a:pt x="868" y="268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5" name="Google Shape;7325;p60"/>
            <p:cNvSpPr/>
            <p:nvPr/>
          </p:nvSpPr>
          <p:spPr>
            <a:xfrm>
              <a:off x="2492075" y="3524363"/>
              <a:ext cx="38717" cy="38693"/>
            </a:xfrm>
            <a:custGeom>
              <a:avLst/>
              <a:gdLst/>
              <a:ahLst/>
              <a:cxnLst/>
              <a:rect l="l" t="t" r="r" b="b"/>
              <a:pathLst>
                <a:path w="1669" h="1668" extrusionOk="0">
                  <a:moveTo>
                    <a:pt x="835" y="0"/>
                  </a:moveTo>
                  <a:cubicBezTo>
                    <a:pt x="368" y="0"/>
                    <a:pt x="1" y="367"/>
                    <a:pt x="1" y="834"/>
                  </a:cubicBezTo>
                  <a:cubicBezTo>
                    <a:pt x="1" y="1301"/>
                    <a:pt x="368" y="1668"/>
                    <a:pt x="835" y="1668"/>
                  </a:cubicBezTo>
                  <a:cubicBezTo>
                    <a:pt x="1302" y="1668"/>
                    <a:pt x="1668" y="1301"/>
                    <a:pt x="1668" y="834"/>
                  </a:cubicBezTo>
                  <a:cubicBezTo>
                    <a:pt x="1668" y="367"/>
                    <a:pt x="1302" y="0"/>
                    <a:pt x="835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6" name="Google Shape;7326;p60"/>
            <p:cNvSpPr/>
            <p:nvPr/>
          </p:nvSpPr>
          <p:spPr>
            <a:xfrm>
              <a:off x="6750324" y="3539047"/>
              <a:ext cx="20135" cy="6217"/>
            </a:xfrm>
            <a:custGeom>
              <a:avLst/>
              <a:gdLst/>
              <a:ahLst/>
              <a:cxnLst/>
              <a:rect l="l" t="t" r="r" b="b"/>
              <a:pathLst>
                <a:path w="868" h="268" extrusionOk="0">
                  <a:moveTo>
                    <a:pt x="0" y="1"/>
                  </a:moveTo>
                  <a:lnTo>
                    <a:pt x="0" y="268"/>
                  </a:lnTo>
                  <a:lnTo>
                    <a:pt x="867" y="268"/>
                  </a:lnTo>
                  <a:lnTo>
                    <a:pt x="867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7" name="Google Shape;7327;p60"/>
            <p:cNvSpPr/>
            <p:nvPr/>
          </p:nvSpPr>
          <p:spPr>
            <a:xfrm>
              <a:off x="6767327" y="3524363"/>
              <a:ext cx="38717" cy="38693"/>
            </a:xfrm>
            <a:custGeom>
              <a:avLst/>
              <a:gdLst/>
              <a:ahLst/>
              <a:cxnLst/>
              <a:rect l="l" t="t" r="r" b="b"/>
              <a:pathLst>
                <a:path w="1669" h="1668" extrusionOk="0">
                  <a:moveTo>
                    <a:pt x="835" y="0"/>
                  </a:moveTo>
                  <a:cubicBezTo>
                    <a:pt x="368" y="0"/>
                    <a:pt x="1" y="367"/>
                    <a:pt x="1" y="834"/>
                  </a:cubicBezTo>
                  <a:cubicBezTo>
                    <a:pt x="1" y="1301"/>
                    <a:pt x="368" y="1668"/>
                    <a:pt x="835" y="1668"/>
                  </a:cubicBezTo>
                  <a:cubicBezTo>
                    <a:pt x="1302" y="1668"/>
                    <a:pt x="1669" y="1301"/>
                    <a:pt x="1669" y="834"/>
                  </a:cubicBezTo>
                  <a:cubicBezTo>
                    <a:pt x="1669" y="367"/>
                    <a:pt x="1302" y="0"/>
                    <a:pt x="835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8" name="Google Shape;7328;p60"/>
            <p:cNvSpPr/>
            <p:nvPr/>
          </p:nvSpPr>
          <p:spPr>
            <a:xfrm>
              <a:off x="5328062" y="3539047"/>
              <a:ext cx="20924" cy="6217"/>
            </a:xfrm>
            <a:custGeom>
              <a:avLst/>
              <a:gdLst/>
              <a:ahLst/>
              <a:cxnLst/>
              <a:rect l="l" t="t" r="r" b="b"/>
              <a:pathLst>
                <a:path w="902" h="268" extrusionOk="0">
                  <a:moveTo>
                    <a:pt x="1" y="1"/>
                  </a:moveTo>
                  <a:lnTo>
                    <a:pt x="1" y="268"/>
                  </a:lnTo>
                  <a:lnTo>
                    <a:pt x="901" y="268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9" name="Google Shape;7329;p60"/>
            <p:cNvSpPr/>
            <p:nvPr/>
          </p:nvSpPr>
          <p:spPr>
            <a:xfrm>
              <a:off x="5368309" y="3542921"/>
              <a:ext cx="1272151" cy="224436"/>
            </a:xfrm>
            <a:custGeom>
              <a:avLst/>
              <a:gdLst/>
              <a:ahLst/>
              <a:cxnLst/>
              <a:rect l="l" t="t" r="r" b="b"/>
              <a:pathLst>
                <a:path w="54840" h="9675" extrusionOk="0">
                  <a:moveTo>
                    <a:pt x="934" y="1"/>
                  </a:moveTo>
                  <a:lnTo>
                    <a:pt x="0" y="1368"/>
                  </a:lnTo>
                  <a:cubicBezTo>
                    <a:pt x="8073" y="6672"/>
                    <a:pt x="17813" y="9574"/>
                    <a:pt x="27453" y="9674"/>
                  </a:cubicBezTo>
                  <a:cubicBezTo>
                    <a:pt x="37093" y="9608"/>
                    <a:pt x="46834" y="6639"/>
                    <a:pt x="54839" y="1368"/>
                  </a:cubicBezTo>
                  <a:lnTo>
                    <a:pt x="53939" y="1"/>
                  </a:lnTo>
                  <a:cubicBezTo>
                    <a:pt x="46166" y="5071"/>
                    <a:pt x="36760" y="7906"/>
                    <a:pt x="27453" y="8006"/>
                  </a:cubicBezTo>
                  <a:cubicBezTo>
                    <a:pt x="18113" y="7940"/>
                    <a:pt x="8706" y="5071"/>
                    <a:pt x="9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0" name="Google Shape;7330;p60"/>
            <p:cNvSpPr/>
            <p:nvPr/>
          </p:nvSpPr>
          <p:spPr>
            <a:xfrm>
              <a:off x="5345089" y="3529002"/>
              <a:ext cx="38717" cy="38717"/>
            </a:xfrm>
            <a:custGeom>
              <a:avLst/>
              <a:gdLst/>
              <a:ahLst/>
              <a:cxnLst/>
              <a:rect l="l" t="t" r="r" b="b"/>
              <a:pathLst>
                <a:path w="1669" h="1669" extrusionOk="0">
                  <a:moveTo>
                    <a:pt x="834" y="0"/>
                  </a:moveTo>
                  <a:cubicBezTo>
                    <a:pt x="367" y="0"/>
                    <a:pt x="0" y="367"/>
                    <a:pt x="0" y="834"/>
                  </a:cubicBezTo>
                  <a:cubicBezTo>
                    <a:pt x="0" y="1301"/>
                    <a:pt x="367" y="1668"/>
                    <a:pt x="834" y="1668"/>
                  </a:cubicBezTo>
                  <a:cubicBezTo>
                    <a:pt x="1301" y="1668"/>
                    <a:pt x="1668" y="1301"/>
                    <a:pt x="1668" y="834"/>
                  </a:cubicBezTo>
                  <a:cubicBezTo>
                    <a:pt x="1668" y="367"/>
                    <a:pt x="1301" y="0"/>
                    <a:pt x="834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1" name="Google Shape;7331;p60"/>
            <p:cNvSpPr/>
            <p:nvPr/>
          </p:nvSpPr>
          <p:spPr>
            <a:xfrm>
              <a:off x="6659784" y="3539047"/>
              <a:ext cx="20135" cy="6217"/>
            </a:xfrm>
            <a:custGeom>
              <a:avLst/>
              <a:gdLst/>
              <a:ahLst/>
              <a:cxnLst/>
              <a:rect l="l" t="t" r="r" b="b"/>
              <a:pathLst>
                <a:path w="868" h="268" extrusionOk="0">
                  <a:moveTo>
                    <a:pt x="0" y="1"/>
                  </a:moveTo>
                  <a:lnTo>
                    <a:pt x="0" y="268"/>
                  </a:lnTo>
                  <a:lnTo>
                    <a:pt x="868" y="268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2" name="Google Shape;7332;p60"/>
            <p:cNvSpPr/>
            <p:nvPr/>
          </p:nvSpPr>
          <p:spPr>
            <a:xfrm>
              <a:off x="6624176" y="3524363"/>
              <a:ext cx="38717" cy="38693"/>
            </a:xfrm>
            <a:custGeom>
              <a:avLst/>
              <a:gdLst/>
              <a:ahLst/>
              <a:cxnLst/>
              <a:rect l="l" t="t" r="r" b="b"/>
              <a:pathLst>
                <a:path w="1669" h="1668" extrusionOk="0">
                  <a:moveTo>
                    <a:pt x="835" y="0"/>
                  </a:moveTo>
                  <a:cubicBezTo>
                    <a:pt x="368" y="0"/>
                    <a:pt x="1" y="367"/>
                    <a:pt x="1" y="834"/>
                  </a:cubicBezTo>
                  <a:cubicBezTo>
                    <a:pt x="1" y="1301"/>
                    <a:pt x="368" y="1668"/>
                    <a:pt x="835" y="1668"/>
                  </a:cubicBezTo>
                  <a:cubicBezTo>
                    <a:pt x="1302" y="1668"/>
                    <a:pt x="1669" y="1301"/>
                    <a:pt x="1669" y="834"/>
                  </a:cubicBezTo>
                  <a:cubicBezTo>
                    <a:pt x="1669" y="367"/>
                    <a:pt x="1302" y="0"/>
                    <a:pt x="835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3" name="Google Shape;7333;p60"/>
            <p:cNvSpPr/>
            <p:nvPr/>
          </p:nvSpPr>
          <p:spPr>
            <a:xfrm>
              <a:off x="5230563" y="3539047"/>
              <a:ext cx="20135" cy="6217"/>
            </a:xfrm>
            <a:custGeom>
              <a:avLst/>
              <a:gdLst/>
              <a:ahLst/>
              <a:cxnLst/>
              <a:rect l="l" t="t" r="r" b="b"/>
              <a:pathLst>
                <a:path w="868" h="268" extrusionOk="0">
                  <a:moveTo>
                    <a:pt x="1" y="1"/>
                  </a:moveTo>
                  <a:lnTo>
                    <a:pt x="1" y="268"/>
                  </a:lnTo>
                  <a:lnTo>
                    <a:pt x="868" y="268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4" name="Google Shape;7334;p60"/>
            <p:cNvSpPr/>
            <p:nvPr/>
          </p:nvSpPr>
          <p:spPr>
            <a:xfrm>
              <a:off x="3936768" y="3542921"/>
              <a:ext cx="1272151" cy="224436"/>
            </a:xfrm>
            <a:custGeom>
              <a:avLst/>
              <a:gdLst/>
              <a:ahLst/>
              <a:cxnLst/>
              <a:rect l="l" t="t" r="r" b="b"/>
              <a:pathLst>
                <a:path w="54840" h="9675" extrusionOk="0">
                  <a:moveTo>
                    <a:pt x="934" y="1"/>
                  </a:moveTo>
                  <a:lnTo>
                    <a:pt x="0" y="1368"/>
                  </a:lnTo>
                  <a:cubicBezTo>
                    <a:pt x="8073" y="6672"/>
                    <a:pt x="17813" y="9574"/>
                    <a:pt x="27453" y="9674"/>
                  </a:cubicBezTo>
                  <a:cubicBezTo>
                    <a:pt x="37094" y="9608"/>
                    <a:pt x="46834" y="6639"/>
                    <a:pt x="54840" y="1368"/>
                  </a:cubicBezTo>
                  <a:lnTo>
                    <a:pt x="53906" y="1"/>
                  </a:lnTo>
                  <a:cubicBezTo>
                    <a:pt x="46167" y="5071"/>
                    <a:pt x="36727" y="7906"/>
                    <a:pt x="27453" y="8006"/>
                  </a:cubicBezTo>
                  <a:cubicBezTo>
                    <a:pt x="18113" y="7940"/>
                    <a:pt x="8707" y="5071"/>
                    <a:pt x="9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5" name="Google Shape;7335;p60"/>
            <p:cNvSpPr/>
            <p:nvPr/>
          </p:nvSpPr>
          <p:spPr>
            <a:xfrm>
              <a:off x="5194189" y="3529002"/>
              <a:ext cx="38717" cy="38717"/>
            </a:xfrm>
            <a:custGeom>
              <a:avLst/>
              <a:gdLst/>
              <a:ahLst/>
              <a:cxnLst/>
              <a:rect l="l" t="t" r="r" b="b"/>
              <a:pathLst>
                <a:path w="1669" h="1669" extrusionOk="0">
                  <a:moveTo>
                    <a:pt x="835" y="0"/>
                  </a:moveTo>
                  <a:cubicBezTo>
                    <a:pt x="368" y="0"/>
                    <a:pt x="1" y="367"/>
                    <a:pt x="1" y="834"/>
                  </a:cubicBezTo>
                  <a:cubicBezTo>
                    <a:pt x="1" y="1301"/>
                    <a:pt x="368" y="1668"/>
                    <a:pt x="835" y="1668"/>
                  </a:cubicBezTo>
                  <a:cubicBezTo>
                    <a:pt x="1302" y="1668"/>
                    <a:pt x="1669" y="1301"/>
                    <a:pt x="1669" y="834"/>
                  </a:cubicBezTo>
                  <a:cubicBezTo>
                    <a:pt x="1669" y="367"/>
                    <a:pt x="1302" y="0"/>
                    <a:pt x="835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6" name="Google Shape;7336;p60"/>
            <p:cNvSpPr/>
            <p:nvPr/>
          </p:nvSpPr>
          <p:spPr>
            <a:xfrm>
              <a:off x="3898075" y="3539047"/>
              <a:ext cx="20924" cy="6217"/>
            </a:xfrm>
            <a:custGeom>
              <a:avLst/>
              <a:gdLst/>
              <a:ahLst/>
              <a:cxnLst/>
              <a:rect l="l" t="t" r="r" b="b"/>
              <a:pathLst>
                <a:path w="902" h="268" extrusionOk="0">
                  <a:moveTo>
                    <a:pt x="1" y="1"/>
                  </a:moveTo>
                  <a:lnTo>
                    <a:pt x="1" y="268"/>
                  </a:lnTo>
                  <a:lnTo>
                    <a:pt x="901" y="268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7" name="Google Shape;7337;p60"/>
            <p:cNvSpPr/>
            <p:nvPr/>
          </p:nvSpPr>
          <p:spPr>
            <a:xfrm>
              <a:off x="3915867" y="3524363"/>
              <a:ext cx="38717" cy="38693"/>
            </a:xfrm>
            <a:custGeom>
              <a:avLst/>
              <a:gdLst/>
              <a:ahLst/>
              <a:cxnLst/>
              <a:rect l="l" t="t" r="r" b="b"/>
              <a:pathLst>
                <a:path w="1669" h="1668" extrusionOk="0">
                  <a:moveTo>
                    <a:pt x="835" y="0"/>
                  </a:moveTo>
                  <a:cubicBezTo>
                    <a:pt x="368" y="0"/>
                    <a:pt x="1" y="367"/>
                    <a:pt x="1" y="834"/>
                  </a:cubicBezTo>
                  <a:cubicBezTo>
                    <a:pt x="1" y="1301"/>
                    <a:pt x="368" y="1668"/>
                    <a:pt x="835" y="1668"/>
                  </a:cubicBezTo>
                  <a:cubicBezTo>
                    <a:pt x="1302" y="1668"/>
                    <a:pt x="1669" y="1301"/>
                    <a:pt x="1669" y="834"/>
                  </a:cubicBezTo>
                  <a:cubicBezTo>
                    <a:pt x="1669" y="367"/>
                    <a:pt x="1302" y="0"/>
                    <a:pt x="835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8" name="Google Shape;7338;p60"/>
            <p:cNvSpPr/>
            <p:nvPr/>
          </p:nvSpPr>
          <p:spPr>
            <a:xfrm>
              <a:off x="2407728" y="3560713"/>
              <a:ext cx="61937" cy="986636"/>
            </a:xfrm>
            <a:custGeom>
              <a:avLst/>
              <a:gdLst/>
              <a:ahLst/>
              <a:cxnLst/>
              <a:rect l="l" t="t" r="r" b="b"/>
              <a:pathLst>
                <a:path w="2670" h="42532" extrusionOk="0">
                  <a:moveTo>
                    <a:pt x="1" y="1"/>
                  </a:moveTo>
                  <a:lnTo>
                    <a:pt x="1" y="42531"/>
                  </a:lnTo>
                  <a:lnTo>
                    <a:pt x="2669" y="42531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9" name="Google Shape;7339;p60"/>
            <p:cNvSpPr/>
            <p:nvPr/>
          </p:nvSpPr>
          <p:spPr>
            <a:xfrm>
              <a:off x="2418562" y="3561502"/>
              <a:ext cx="20135" cy="985059"/>
            </a:xfrm>
            <a:custGeom>
              <a:avLst/>
              <a:gdLst/>
              <a:ahLst/>
              <a:cxnLst/>
              <a:rect l="l" t="t" r="r" b="b"/>
              <a:pathLst>
                <a:path w="868" h="42464" extrusionOk="0">
                  <a:moveTo>
                    <a:pt x="1" y="0"/>
                  </a:moveTo>
                  <a:lnTo>
                    <a:pt x="1" y="42464"/>
                  </a:lnTo>
                  <a:lnTo>
                    <a:pt x="868" y="4246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0" name="Google Shape;7340;p60"/>
            <p:cNvSpPr/>
            <p:nvPr/>
          </p:nvSpPr>
          <p:spPr>
            <a:xfrm>
              <a:off x="2397684" y="3514295"/>
              <a:ext cx="79707" cy="46441"/>
            </a:xfrm>
            <a:custGeom>
              <a:avLst/>
              <a:gdLst/>
              <a:ahLst/>
              <a:cxnLst/>
              <a:rect l="l" t="t" r="r" b="b"/>
              <a:pathLst>
                <a:path w="3436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3436" y="2002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1" name="Google Shape;7341;p60"/>
            <p:cNvSpPr/>
            <p:nvPr/>
          </p:nvSpPr>
          <p:spPr>
            <a:xfrm>
              <a:off x="2381422" y="3502696"/>
              <a:ext cx="109910" cy="11622"/>
            </a:xfrm>
            <a:custGeom>
              <a:avLst/>
              <a:gdLst/>
              <a:ahLst/>
              <a:cxnLst/>
              <a:rect l="l" t="t" r="r" b="b"/>
              <a:pathLst>
                <a:path w="4738" h="501" extrusionOk="0">
                  <a:moveTo>
                    <a:pt x="1" y="0"/>
                  </a:moveTo>
                  <a:lnTo>
                    <a:pt x="1" y="500"/>
                  </a:lnTo>
                  <a:lnTo>
                    <a:pt x="4737" y="500"/>
                  </a:lnTo>
                  <a:lnTo>
                    <a:pt x="4737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2" name="Google Shape;7342;p60"/>
            <p:cNvSpPr/>
            <p:nvPr/>
          </p:nvSpPr>
          <p:spPr>
            <a:xfrm>
              <a:off x="2370589" y="3373463"/>
              <a:ext cx="131576" cy="131576"/>
            </a:xfrm>
            <a:custGeom>
              <a:avLst/>
              <a:gdLst/>
              <a:ahLst/>
              <a:cxnLst/>
              <a:rect l="l" t="t" r="r" b="b"/>
              <a:pathLst>
                <a:path w="5672" h="5672" extrusionOk="0">
                  <a:moveTo>
                    <a:pt x="2836" y="0"/>
                  </a:moveTo>
                  <a:cubicBezTo>
                    <a:pt x="1301" y="0"/>
                    <a:pt x="1" y="1268"/>
                    <a:pt x="1" y="2836"/>
                  </a:cubicBezTo>
                  <a:cubicBezTo>
                    <a:pt x="1" y="4404"/>
                    <a:pt x="1301" y="5671"/>
                    <a:pt x="2836" y="5671"/>
                  </a:cubicBezTo>
                  <a:cubicBezTo>
                    <a:pt x="4404" y="5671"/>
                    <a:pt x="5671" y="4404"/>
                    <a:pt x="5671" y="2836"/>
                  </a:cubicBezTo>
                  <a:cubicBezTo>
                    <a:pt x="5671" y="1268"/>
                    <a:pt x="4404" y="0"/>
                    <a:pt x="28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3" name="Google Shape;7343;p60"/>
            <p:cNvSpPr/>
            <p:nvPr/>
          </p:nvSpPr>
          <p:spPr>
            <a:xfrm>
              <a:off x="2375229" y="3380538"/>
              <a:ext cx="49550" cy="48645"/>
            </a:xfrm>
            <a:custGeom>
              <a:avLst/>
              <a:gdLst/>
              <a:ahLst/>
              <a:cxnLst/>
              <a:rect l="l" t="t" r="r" b="b"/>
              <a:pathLst>
                <a:path w="2136" h="2097" extrusionOk="0">
                  <a:moveTo>
                    <a:pt x="1713" y="0"/>
                  </a:moveTo>
                  <a:cubicBezTo>
                    <a:pt x="1433" y="0"/>
                    <a:pt x="1002" y="276"/>
                    <a:pt x="634" y="696"/>
                  </a:cubicBezTo>
                  <a:cubicBezTo>
                    <a:pt x="201" y="1263"/>
                    <a:pt x="1" y="1864"/>
                    <a:pt x="234" y="2030"/>
                  </a:cubicBezTo>
                  <a:cubicBezTo>
                    <a:pt x="286" y="2075"/>
                    <a:pt x="355" y="2097"/>
                    <a:pt x="435" y="2097"/>
                  </a:cubicBezTo>
                  <a:cubicBezTo>
                    <a:pt x="714" y="2097"/>
                    <a:pt x="1132" y="1837"/>
                    <a:pt x="1468" y="1397"/>
                  </a:cubicBezTo>
                  <a:cubicBezTo>
                    <a:pt x="1935" y="863"/>
                    <a:pt x="2136" y="263"/>
                    <a:pt x="1902" y="62"/>
                  </a:cubicBezTo>
                  <a:cubicBezTo>
                    <a:pt x="1853" y="20"/>
                    <a:pt x="1788" y="0"/>
                    <a:pt x="1713" y="0"/>
                  </a:cubicBez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4" name="Google Shape;7344;p60"/>
            <p:cNvSpPr/>
            <p:nvPr/>
          </p:nvSpPr>
          <p:spPr>
            <a:xfrm>
              <a:off x="2407728" y="3514295"/>
              <a:ext cx="19370" cy="46441"/>
            </a:xfrm>
            <a:custGeom>
              <a:avLst/>
              <a:gdLst/>
              <a:ahLst/>
              <a:cxnLst/>
              <a:rect l="l" t="t" r="r" b="b"/>
              <a:pathLst>
                <a:path w="835" h="2002" extrusionOk="0">
                  <a:moveTo>
                    <a:pt x="1" y="0"/>
                  </a:moveTo>
                  <a:lnTo>
                    <a:pt x="1" y="2002"/>
                  </a:lnTo>
                  <a:lnTo>
                    <a:pt x="835" y="2002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5" name="Google Shape;7345;p60"/>
            <p:cNvSpPr/>
            <p:nvPr/>
          </p:nvSpPr>
          <p:spPr>
            <a:xfrm>
              <a:off x="2391490" y="4476899"/>
              <a:ext cx="94414" cy="70451"/>
            </a:xfrm>
            <a:custGeom>
              <a:avLst/>
              <a:gdLst/>
              <a:ahLst/>
              <a:cxnLst/>
              <a:rect l="l" t="t" r="r" b="b"/>
              <a:pathLst>
                <a:path w="4070" h="3037" extrusionOk="0">
                  <a:moveTo>
                    <a:pt x="0" y="1"/>
                  </a:moveTo>
                  <a:lnTo>
                    <a:pt x="0" y="3036"/>
                  </a:lnTo>
                  <a:lnTo>
                    <a:pt x="4070" y="3036"/>
                  </a:lnTo>
                  <a:lnTo>
                    <a:pt x="40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6" name="Google Shape;7346;p60"/>
            <p:cNvSpPr/>
            <p:nvPr/>
          </p:nvSpPr>
          <p:spPr>
            <a:xfrm>
              <a:off x="2245230" y="4547326"/>
              <a:ext cx="386146" cy="27883"/>
            </a:xfrm>
            <a:custGeom>
              <a:avLst/>
              <a:gdLst/>
              <a:ahLst/>
              <a:cxnLst/>
              <a:rect l="l" t="t" r="r" b="b"/>
              <a:pathLst>
                <a:path w="16646" h="1202" extrusionOk="0">
                  <a:moveTo>
                    <a:pt x="1" y="0"/>
                  </a:moveTo>
                  <a:lnTo>
                    <a:pt x="1" y="1201"/>
                  </a:lnTo>
                  <a:lnTo>
                    <a:pt x="16646" y="1201"/>
                  </a:lnTo>
                  <a:lnTo>
                    <a:pt x="16646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7" name="Google Shape;7347;p60"/>
            <p:cNvSpPr/>
            <p:nvPr/>
          </p:nvSpPr>
          <p:spPr>
            <a:xfrm>
              <a:off x="3829990" y="3560713"/>
              <a:ext cx="61914" cy="986636"/>
            </a:xfrm>
            <a:custGeom>
              <a:avLst/>
              <a:gdLst/>
              <a:ahLst/>
              <a:cxnLst/>
              <a:rect l="l" t="t" r="r" b="b"/>
              <a:pathLst>
                <a:path w="2669" h="42532" extrusionOk="0">
                  <a:moveTo>
                    <a:pt x="0" y="1"/>
                  </a:moveTo>
                  <a:lnTo>
                    <a:pt x="0" y="42531"/>
                  </a:lnTo>
                  <a:lnTo>
                    <a:pt x="2669" y="42531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8" name="Google Shape;7348;p60"/>
            <p:cNvSpPr/>
            <p:nvPr/>
          </p:nvSpPr>
          <p:spPr>
            <a:xfrm>
              <a:off x="3840035" y="3561502"/>
              <a:ext cx="20159" cy="985059"/>
            </a:xfrm>
            <a:custGeom>
              <a:avLst/>
              <a:gdLst/>
              <a:ahLst/>
              <a:cxnLst/>
              <a:rect l="l" t="t" r="r" b="b"/>
              <a:pathLst>
                <a:path w="869" h="42464" extrusionOk="0">
                  <a:moveTo>
                    <a:pt x="1" y="0"/>
                  </a:moveTo>
                  <a:lnTo>
                    <a:pt x="1" y="42464"/>
                  </a:lnTo>
                  <a:lnTo>
                    <a:pt x="868" y="4246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9" name="Google Shape;7349;p60"/>
            <p:cNvSpPr/>
            <p:nvPr/>
          </p:nvSpPr>
          <p:spPr>
            <a:xfrm>
              <a:off x="3819923" y="3514295"/>
              <a:ext cx="79730" cy="46441"/>
            </a:xfrm>
            <a:custGeom>
              <a:avLst/>
              <a:gdLst/>
              <a:ahLst/>
              <a:cxnLst/>
              <a:rect l="l" t="t" r="r" b="b"/>
              <a:pathLst>
                <a:path w="3437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3436" y="2002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0" name="Google Shape;7350;p60"/>
            <p:cNvSpPr/>
            <p:nvPr/>
          </p:nvSpPr>
          <p:spPr>
            <a:xfrm>
              <a:off x="3803661" y="3502696"/>
              <a:ext cx="109144" cy="11622"/>
            </a:xfrm>
            <a:custGeom>
              <a:avLst/>
              <a:gdLst/>
              <a:ahLst/>
              <a:cxnLst/>
              <a:rect l="l" t="t" r="r" b="b"/>
              <a:pathLst>
                <a:path w="4705" h="501" extrusionOk="0">
                  <a:moveTo>
                    <a:pt x="1" y="0"/>
                  </a:moveTo>
                  <a:lnTo>
                    <a:pt x="1" y="500"/>
                  </a:lnTo>
                  <a:lnTo>
                    <a:pt x="4704" y="500"/>
                  </a:lnTo>
                  <a:lnTo>
                    <a:pt x="4704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1" name="Google Shape;7351;p60"/>
            <p:cNvSpPr/>
            <p:nvPr/>
          </p:nvSpPr>
          <p:spPr>
            <a:xfrm>
              <a:off x="3792828" y="3373463"/>
              <a:ext cx="131576" cy="131576"/>
            </a:xfrm>
            <a:custGeom>
              <a:avLst/>
              <a:gdLst/>
              <a:ahLst/>
              <a:cxnLst/>
              <a:rect l="l" t="t" r="r" b="b"/>
              <a:pathLst>
                <a:path w="5672" h="5672" extrusionOk="0">
                  <a:moveTo>
                    <a:pt x="2836" y="0"/>
                  </a:moveTo>
                  <a:cubicBezTo>
                    <a:pt x="1269" y="0"/>
                    <a:pt x="1" y="1268"/>
                    <a:pt x="1" y="2836"/>
                  </a:cubicBezTo>
                  <a:cubicBezTo>
                    <a:pt x="1" y="4404"/>
                    <a:pt x="1269" y="5671"/>
                    <a:pt x="2836" y="5671"/>
                  </a:cubicBezTo>
                  <a:cubicBezTo>
                    <a:pt x="4404" y="5671"/>
                    <a:pt x="5672" y="4404"/>
                    <a:pt x="5672" y="2836"/>
                  </a:cubicBezTo>
                  <a:cubicBezTo>
                    <a:pt x="5672" y="1268"/>
                    <a:pt x="4404" y="0"/>
                    <a:pt x="28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2" name="Google Shape;7352;p60"/>
            <p:cNvSpPr/>
            <p:nvPr/>
          </p:nvSpPr>
          <p:spPr>
            <a:xfrm>
              <a:off x="3797491" y="3380538"/>
              <a:ext cx="48761" cy="48645"/>
            </a:xfrm>
            <a:custGeom>
              <a:avLst/>
              <a:gdLst/>
              <a:ahLst/>
              <a:cxnLst/>
              <a:rect l="l" t="t" r="r" b="b"/>
              <a:pathLst>
                <a:path w="2102" h="2097" extrusionOk="0">
                  <a:moveTo>
                    <a:pt x="1683" y="0"/>
                  </a:moveTo>
                  <a:cubicBezTo>
                    <a:pt x="1411" y="0"/>
                    <a:pt x="1002" y="276"/>
                    <a:pt x="634" y="696"/>
                  </a:cubicBezTo>
                  <a:cubicBezTo>
                    <a:pt x="167" y="1263"/>
                    <a:pt x="0" y="1864"/>
                    <a:pt x="200" y="2030"/>
                  </a:cubicBezTo>
                  <a:cubicBezTo>
                    <a:pt x="252" y="2075"/>
                    <a:pt x="321" y="2097"/>
                    <a:pt x="402" y="2097"/>
                  </a:cubicBezTo>
                  <a:cubicBezTo>
                    <a:pt x="682" y="2097"/>
                    <a:pt x="1105" y="1837"/>
                    <a:pt x="1468" y="1397"/>
                  </a:cubicBezTo>
                  <a:cubicBezTo>
                    <a:pt x="1935" y="863"/>
                    <a:pt x="2102" y="263"/>
                    <a:pt x="1868" y="62"/>
                  </a:cubicBezTo>
                  <a:cubicBezTo>
                    <a:pt x="1819" y="20"/>
                    <a:pt x="1756" y="0"/>
                    <a:pt x="1683" y="0"/>
                  </a:cubicBez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3" name="Google Shape;7353;p60"/>
            <p:cNvSpPr/>
            <p:nvPr/>
          </p:nvSpPr>
          <p:spPr>
            <a:xfrm>
              <a:off x="3829990" y="3514295"/>
              <a:ext cx="19370" cy="46441"/>
            </a:xfrm>
            <a:custGeom>
              <a:avLst/>
              <a:gdLst/>
              <a:ahLst/>
              <a:cxnLst/>
              <a:rect l="l" t="t" r="r" b="b"/>
              <a:pathLst>
                <a:path w="835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834" y="2002"/>
                  </a:lnTo>
                  <a:lnTo>
                    <a:pt x="834" y="0"/>
                  </a:ln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4" name="Google Shape;7354;p60"/>
            <p:cNvSpPr/>
            <p:nvPr/>
          </p:nvSpPr>
          <p:spPr>
            <a:xfrm>
              <a:off x="3812963" y="4476899"/>
              <a:ext cx="95203" cy="70451"/>
            </a:xfrm>
            <a:custGeom>
              <a:avLst/>
              <a:gdLst/>
              <a:ahLst/>
              <a:cxnLst/>
              <a:rect l="l" t="t" r="r" b="b"/>
              <a:pathLst>
                <a:path w="4104" h="3037" extrusionOk="0">
                  <a:moveTo>
                    <a:pt x="0" y="1"/>
                  </a:moveTo>
                  <a:lnTo>
                    <a:pt x="0" y="3036"/>
                  </a:lnTo>
                  <a:lnTo>
                    <a:pt x="4103" y="3036"/>
                  </a:lnTo>
                  <a:lnTo>
                    <a:pt x="41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5" name="Google Shape;7355;p60"/>
            <p:cNvSpPr/>
            <p:nvPr/>
          </p:nvSpPr>
          <p:spPr>
            <a:xfrm>
              <a:off x="3667492" y="4547326"/>
              <a:ext cx="385357" cy="27883"/>
            </a:xfrm>
            <a:custGeom>
              <a:avLst/>
              <a:gdLst/>
              <a:ahLst/>
              <a:cxnLst/>
              <a:rect l="l" t="t" r="r" b="b"/>
              <a:pathLst>
                <a:path w="16612" h="1202" extrusionOk="0">
                  <a:moveTo>
                    <a:pt x="0" y="0"/>
                  </a:moveTo>
                  <a:lnTo>
                    <a:pt x="0" y="1201"/>
                  </a:lnTo>
                  <a:lnTo>
                    <a:pt x="16612" y="1201"/>
                  </a:lnTo>
                  <a:lnTo>
                    <a:pt x="16612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6" name="Google Shape;7356;p60"/>
            <p:cNvSpPr/>
            <p:nvPr/>
          </p:nvSpPr>
          <p:spPr>
            <a:xfrm>
              <a:off x="5259188" y="3560713"/>
              <a:ext cx="61937" cy="986636"/>
            </a:xfrm>
            <a:custGeom>
              <a:avLst/>
              <a:gdLst/>
              <a:ahLst/>
              <a:cxnLst/>
              <a:rect l="l" t="t" r="r" b="b"/>
              <a:pathLst>
                <a:path w="2670" h="42532" extrusionOk="0">
                  <a:moveTo>
                    <a:pt x="1" y="1"/>
                  </a:moveTo>
                  <a:lnTo>
                    <a:pt x="1" y="42531"/>
                  </a:lnTo>
                  <a:lnTo>
                    <a:pt x="2669" y="42531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7" name="Google Shape;7357;p60"/>
            <p:cNvSpPr/>
            <p:nvPr/>
          </p:nvSpPr>
          <p:spPr>
            <a:xfrm>
              <a:off x="5270810" y="3561502"/>
              <a:ext cx="20135" cy="985059"/>
            </a:xfrm>
            <a:custGeom>
              <a:avLst/>
              <a:gdLst/>
              <a:ahLst/>
              <a:cxnLst/>
              <a:rect l="l" t="t" r="r" b="b"/>
              <a:pathLst>
                <a:path w="868" h="42464" extrusionOk="0">
                  <a:moveTo>
                    <a:pt x="0" y="0"/>
                  </a:moveTo>
                  <a:lnTo>
                    <a:pt x="0" y="42464"/>
                  </a:lnTo>
                  <a:lnTo>
                    <a:pt x="867" y="42464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8" name="Google Shape;7358;p60"/>
            <p:cNvSpPr/>
            <p:nvPr/>
          </p:nvSpPr>
          <p:spPr>
            <a:xfrm>
              <a:off x="5250675" y="3514295"/>
              <a:ext cx="78964" cy="46441"/>
            </a:xfrm>
            <a:custGeom>
              <a:avLst/>
              <a:gdLst/>
              <a:ahLst/>
              <a:cxnLst/>
              <a:rect l="l" t="t" r="r" b="b"/>
              <a:pathLst>
                <a:path w="3404" h="2002" extrusionOk="0">
                  <a:moveTo>
                    <a:pt x="1" y="0"/>
                  </a:moveTo>
                  <a:lnTo>
                    <a:pt x="1" y="2002"/>
                  </a:lnTo>
                  <a:lnTo>
                    <a:pt x="3403" y="2002"/>
                  </a:lnTo>
                  <a:lnTo>
                    <a:pt x="3403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9" name="Google Shape;7359;p60"/>
            <p:cNvSpPr/>
            <p:nvPr/>
          </p:nvSpPr>
          <p:spPr>
            <a:xfrm>
              <a:off x="5234437" y="3502696"/>
              <a:ext cx="109121" cy="11622"/>
            </a:xfrm>
            <a:custGeom>
              <a:avLst/>
              <a:gdLst/>
              <a:ahLst/>
              <a:cxnLst/>
              <a:rect l="l" t="t" r="r" b="b"/>
              <a:pathLst>
                <a:path w="4704" h="501" extrusionOk="0">
                  <a:moveTo>
                    <a:pt x="0" y="0"/>
                  </a:moveTo>
                  <a:lnTo>
                    <a:pt x="0" y="500"/>
                  </a:lnTo>
                  <a:lnTo>
                    <a:pt x="4704" y="500"/>
                  </a:lnTo>
                  <a:lnTo>
                    <a:pt x="4704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0" name="Google Shape;7360;p60"/>
            <p:cNvSpPr/>
            <p:nvPr/>
          </p:nvSpPr>
          <p:spPr>
            <a:xfrm>
              <a:off x="5222815" y="3373463"/>
              <a:ext cx="131576" cy="131576"/>
            </a:xfrm>
            <a:custGeom>
              <a:avLst/>
              <a:gdLst/>
              <a:ahLst/>
              <a:cxnLst/>
              <a:rect l="l" t="t" r="r" b="b"/>
              <a:pathLst>
                <a:path w="5672" h="5672" extrusionOk="0">
                  <a:moveTo>
                    <a:pt x="2836" y="0"/>
                  </a:moveTo>
                  <a:cubicBezTo>
                    <a:pt x="1269" y="0"/>
                    <a:pt x="1" y="1268"/>
                    <a:pt x="1" y="2836"/>
                  </a:cubicBezTo>
                  <a:cubicBezTo>
                    <a:pt x="1" y="4404"/>
                    <a:pt x="1269" y="5671"/>
                    <a:pt x="2836" y="5671"/>
                  </a:cubicBezTo>
                  <a:cubicBezTo>
                    <a:pt x="4371" y="5671"/>
                    <a:pt x="5672" y="4404"/>
                    <a:pt x="5672" y="2836"/>
                  </a:cubicBezTo>
                  <a:cubicBezTo>
                    <a:pt x="5672" y="1268"/>
                    <a:pt x="4371" y="0"/>
                    <a:pt x="28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1" name="Google Shape;7361;p60"/>
            <p:cNvSpPr/>
            <p:nvPr/>
          </p:nvSpPr>
          <p:spPr>
            <a:xfrm>
              <a:off x="5226689" y="3380840"/>
              <a:ext cx="49550" cy="49040"/>
            </a:xfrm>
            <a:custGeom>
              <a:avLst/>
              <a:gdLst/>
              <a:ahLst/>
              <a:cxnLst/>
              <a:rect l="l" t="t" r="r" b="b"/>
              <a:pathLst>
                <a:path w="2136" h="2114" extrusionOk="0">
                  <a:moveTo>
                    <a:pt x="1727" y="0"/>
                  </a:moveTo>
                  <a:cubicBezTo>
                    <a:pt x="1449" y="0"/>
                    <a:pt x="1016" y="262"/>
                    <a:pt x="668" y="717"/>
                  </a:cubicBezTo>
                  <a:cubicBezTo>
                    <a:pt x="201" y="1250"/>
                    <a:pt x="1" y="1851"/>
                    <a:pt x="234" y="2051"/>
                  </a:cubicBezTo>
                  <a:cubicBezTo>
                    <a:pt x="284" y="2093"/>
                    <a:pt x="348" y="2113"/>
                    <a:pt x="423" y="2113"/>
                  </a:cubicBezTo>
                  <a:cubicBezTo>
                    <a:pt x="702" y="2113"/>
                    <a:pt x="1127" y="1838"/>
                    <a:pt x="1468" y="1417"/>
                  </a:cubicBezTo>
                  <a:cubicBezTo>
                    <a:pt x="1935" y="850"/>
                    <a:pt x="2136" y="250"/>
                    <a:pt x="1902" y="49"/>
                  </a:cubicBezTo>
                  <a:cubicBezTo>
                    <a:pt x="1856" y="16"/>
                    <a:pt x="1796" y="0"/>
                    <a:pt x="1727" y="0"/>
                  </a:cubicBez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2" name="Google Shape;7362;p60"/>
            <p:cNvSpPr/>
            <p:nvPr/>
          </p:nvSpPr>
          <p:spPr>
            <a:xfrm>
              <a:off x="5259188" y="3514295"/>
              <a:ext cx="19370" cy="46441"/>
            </a:xfrm>
            <a:custGeom>
              <a:avLst/>
              <a:gdLst/>
              <a:ahLst/>
              <a:cxnLst/>
              <a:rect l="l" t="t" r="r" b="b"/>
              <a:pathLst>
                <a:path w="835" h="2002" extrusionOk="0">
                  <a:moveTo>
                    <a:pt x="1" y="0"/>
                  </a:moveTo>
                  <a:lnTo>
                    <a:pt x="1" y="2002"/>
                  </a:lnTo>
                  <a:lnTo>
                    <a:pt x="835" y="2002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3" name="Google Shape;7363;p60"/>
            <p:cNvSpPr/>
            <p:nvPr/>
          </p:nvSpPr>
          <p:spPr>
            <a:xfrm>
              <a:off x="5242950" y="4476899"/>
              <a:ext cx="94414" cy="70451"/>
            </a:xfrm>
            <a:custGeom>
              <a:avLst/>
              <a:gdLst/>
              <a:ahLst/>
              <a:cxnLst/>
              <a:rect l="l" t="t" r="r" b="b"/>
              <a:pathLst>
                <a:path w="4070" h="3037" extrusionOk="0">
                  <a:moveTo>
                    <a:pt x="0" y="1"/>
                  </a:moveTo>
                  <a:lnTo>
                    <a:pt x="0" y="3036"/>
                  </a:lnTo>
                  <a:lnTo>
                    <a:pt x="4070" y="3036"/>
                  </a:lnTo>
                  <a:lnTo>
                    <a:pt x="40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4" name="Google Shape;7364;p60"/>
            <p:cNvSpPr/>
            <p:nvPr/>
          </p:nvSpPr>
          <p:spPr>
            <a:xfrm>
              <a:off x="5097479" y="4547326"/>
              <a:ext cx="386146" cy="27883"/>
            </a:xfrm>
            <a:custGeom>
              <a:avLst/>
              <a:gdLst/>
              <a:ahLst/>
              <a:cxnLst/>
              <a:rect l="l" t="t" r="r" b="b"/>
              <a:pathLst>
                <a:path w="16646" h="1202" extrusionOk="0">
                  <a:moveTo>
                    <a:pt x="0" y="0"/>
                  </a:moveTo>
                  <a:lnTo>
                    <a:pt x="0" y="1201"/>
                  </a:lnTo>
                  <a:lnTo>
                    <a:pt x="16645" y="1201"/>
                  </a:lnTo>
                  <a:lnTo>
                    <a:pt x="16645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5" name="Google Shape;7365;p60"/>
            <p:cNvSpPr/>
            <p:nvPr/>
          </p:nvSpPr>
          <p:spPr>
            <a:xfrm>
              <a:off x="6715481" y="3560713"/>
              <a:ext cx="20159" cy="985082"/>
            </a:xfrm>
            <a:custGeom>
              <a:avLst/>
              <a:gdLst/>
              <a:ahLst/>
              <a:cxnLst/>
              <a:rect l="l" t="t" r="r" b="b"/>
              <a:pathLst>
                <a:path w="869" h="42465" extrusionOk="0">
                  <a:moveTo>
                    <a:pt x="1" y="1"/>
                  </a:moveTo>
                  <a:lnTo>
                    <a:pt x="1" y="42465"/>
                  </a:lnTo>
                  <a:lnTo>
                    <a:pt x="868" y="42465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6" name="Google Shape;7366;p60"/>
            <p:cNvSpPr/>
            <p:nvPr/>
          </p:nvSpPr>
          <p:spPr>
            <a:xfrm>
              <a:off x="6676811" y="3514295"/>
              <a:ext cx="78941" cy="46441"/>
            </a:xfrm>
            <a:custGeom>
              <a:avLst/>
              <a:gdLst/>
              <a:ahLst/>
              <a:cxnLst/>
              <a:rect l="l" t="t" r="r" b="b"/>
              <a:pathLst>
                <a:path w="3403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3403" y="2002"/>
                  </a:lnTo>
                  <a:lnTo>
                    <a:pt x="3403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7" name="Google Shape;7367;p60"/>
            <p:cNvSpPr/>
            <p:nvPr/>
          </p:nvSpPr>
          <p:spPr>
            <a:xfrm>
              <a:off x="6662869" y="3501908"/>
              <a:ext cx="109910" cy="11645"/>
            </a:xfrm>
            <a:custGeom>
              <a:avLst/>
              <a:gdLst/>
              <a:ahLst/>
              <a:cxnLst/>
              <a:rect l="l" t="t" r="r" b="b"/>
              <a:pathLst>
                <a:path w="4738" h="502" extrusionOk="0">
                  <a:moveTo>
                    <a:pt x="1" y="1"/>
                  </a:moveTo>
                  <a:lnTo>
                    <a:pt x="1" y="501"/>
                  </a:lnTo>
                  <a:lnTo>
                    <a:pt x="4737" y="501"/>
                  </a:lnTo>
                  <a:lnTo>
                    <a:pt x="4737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8" name="Google Shape;7368;p60"/>
            <p:cNvSpPr/>
            <p:nvPr/>
          </p:nvSpPr>
          <p:spPr>
            <a:xfrm>
              <a:off x="6652036" y="3373463"/>
              <a:ext cx="131576" cy="131576"/>
            </a:xfrm>
            <a:custGeom>
              <a:avLst/>
              <a:gdLst/>
              <a:ahLst/>
              <a:cxnLst/>
              <a:rect l="l" t="t" r="r" b="b"/>
              <a:pathLst>
                <a:path w="5672" h="5672" extrusionOk="0">
                  <a:moveTo>
                    <a:pt x="2836" y="0"/>
                  </a:moveTo>
                  <a:cubicBezTo>
                    <a:pt x="1268" y="0"/>
                    <a:pt x="1" y="1268"/>
                    <a:pt x="1" y="2836"/>
                  </a:cubicBezTo>
                  <a:cubicBezTo>
                    <a:pt x="1" y="4404"/>
                    <a:pt x="1268" y="5671"/>
                    <a:pt x="2836" y="5671"/>
                  </a:cubicBezTo>
                  <a:cubicBezTo>
                    <a:pt x="4404" y="5671"/>
                    <a:pt x="5671" y="4404"/>
                    <a:pt x="5671" y="2836"/>
                  </a:cubicBezTo>
                  <a:cubicBezTo>
                    <a:pt x="5671" y="1268"/>
                    <a:pt x="4404" y="0"/>
                    <a:pt x="28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9" name="Google Shape;7369;p60"/>
            <p:cNvSpPr/>
            <p:nvPr/>
          </p:nvSpPr>
          <p:spPr>
            <a:xfrm>
              <a:off x="6730188" y="3380840"/>
              <a:ext cx="48784" cy="49040"/>
            </a:xfrm>
            <a:custGeom>
              <a:avLst/>
              <a:gdLst/>
              <a:ahLst/>
              <a:cxnLst/>
              <a:rect l="l" t="t" r="r" b="b"/>
              <a:pathLst>
                <a:path w="2103" h="2114" extrusionOk="0">
                  <a:moveTo>
                    <a:pt x="376" y="0"/>
                  </a:moveTo>
                  <a:cubicBezTo>
                    <a:pt x="307" y="0"/>
                    <a:pt x="247" y="16"/>
                    <a:pt x="201" y="49"/>
                  </a:cubicBezTo>
                  <a:cubicBezTo>
                    <a:pt x="1" y="250"/>
                    <a:pt x="168" y="850"/>
                    <a:pt x="635" y="1417"/>
                  </a:cubicBezTo>
                  <a:cubicBezTo>
                    <a:pt x="1003" y="1838"/>
                    <a:pt x="1412" y="2113"/>
                    <a:pt x="1683" y="2113"/>
                  </a:cubicBezTo>
                  <a:cubicBezTo>
                    <a:pt x="1756" y="2113"/>
                    <a:pt x="1819" y="2093"/>
                    <a:pt x="1869" y="2051"/>
                  </a:cubicBezTo>
                  <a:cubicBezTo>
                    <a:pt x="2102" y="1851"/>
                    <a:pt x="1935" y="1250"/>
                    <a:pt x="1468" y="717"/>
                  </a:cubicBezTo>
                  <a:cubicBezTo>
                    <a:pt x="1094" y="262"/>
                    <a:pt x="655" y="0"/>
                    <a:pt x="376" y="0"/>
                  </a:cubicBez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0" name="Google Shape;7370;p60"/>
            <p:cNvSpPr/>
            <p:nvPr/>
          </p:nvSpPr>
          <p:spPr>
            <a:xfrm>
              <a:off x="6727103" y="3514295"/>
              <a:ext cx="19370" cy="46441"/>
            </a:xfrm>
            <a:custGeom>
              <a:avLst/>
              <a:gdLst/>
              <a:ahLst/>
              <a:cxnLst/>
              <a:rect l="l" t="t" r="r" b="b"/>
              <a:pathLst>
                <a:path w="835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834" y="2002"/>
                  </a:lnTo>
                  <a:lnTo>
                    <a:pt x="834" y="0"/>
                  </a:ln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1" name="Google Shape;7371;p60"/>
            <p:cNvSpPr/>
            <p:nvPr/>
          </p:nvSpPr>
          <p:spPr>
            <a:xfrm>
              <a:off x="6669063" y="4476899"/>
              <a:ext cx="94437" cy="71216"/>
            </a:xfrm>
            <a:custGeom>
              <a:avLst/>
              <a:gdLst/>
              <a:ahLst/>
              <a:cxnLst/>
              <a:rect l="l" t="t" r="r" b="b"/>
              <a:pathLst>
                <a:path w="4071" h="3070" extrusionOk="0">
                  <a:moveTo>
                    <a:pt x="1" y="1"/>
                  </a:moveTo>
                  <a:lnTo>
                    <a:pt x="1" y="3070"/>
                  </a:lnTo>
                  <a:lnTo>
                    <a:pt x="4070" y="3070"/>
                  </a:lnTo>
                  <a:lnTo>
                    <a:pt x="4070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2" name="Google Shape;7372;p60"/>
            <p:cNvSpPr/>
            <p:nvPr/>
          </p:nvSpPr>
          <p:spPr>
            <a:xfrm>
              <a:off x="6522826" y="4546561"/>
              <a:ext cx="386146" cy="27860"/>
            </a:xfrm>
            <a:custGeom>
              <a:avLst/>
              <a:gdLst/>
              <a:ahLst/>
              <a:cxnLst/>
              <a:rect l="l" t="t" r="r" b="b"/>
              <a:pathLst>
                <a:path w="16646" h="1201" extrusionOk="0">
                  <a:moveTo>
                    <a:pt x="0" y="0"/>
                  </a:moveTo>
                  <a:lnTo>
                    <a:pt x="0" y="1201"/>
                  </a:lnTo>
                  <a:lnTo>
                    <a:pt x="16645" y="1201"/>
                  </a:lnTo>
                  <a:lnTo>
                    <a:pt x="166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62" name="Google Shape;6362;p45"/>
          <p:cNvGrpSpPr/>
          <p:nvPr/>
        </p:nvGrpSpPr>
        <p:grpSpPr>
          <a:xfrm>
            <a:off x="1040134" y="3933885"/>
            <a:ext cx="2517432" cy="531942"/>
            <a:chOff x="4002575" y="4026225"/>
            <a:chExt cx="2639925" cy="557825"/>
          </a:xfrm>
        </p:grpSpPr>
        <p:sp>
          <p:nvSpPr>
            <p:cNvPr id="6363" name="Google Shape;6363;p45"/>
            <p:cNvSpPr/>
            <p:nvPr/>
          </p:nvSpPr>
          <p:spPr>
            <a:xfrm>
              <a:off x="4002575" y="4026225"/>
              <a:ext cx="2639925" cy="557825"/>
            </a:xfrm>
            <a:custGeom>
              <a:avLst/>
              <a:gdLst/>
              <a:ahLst/>
              <a:cxnLst/>
              <a:rect l="l" t="t" r="r" b="b"/>
              <a:pathLst>
                <a:path w="105597" h="22313" extrusionOk="0">
                  <a:moveTo>
                    <a:pt x="74391" y="0"/>
                  </a:moveTo>
                  <a:lnTo>
                    <a:pt x="53340" y="4096"/>
                  </a:lnTo>
                  <a:lnTo>
                    <a:pt x="32635" y="679"/>
                  </a:lnTo>
                  <a:lnTo>
                    <a:pt x="30659" y="8478"/>
                  </a:lnTo>
                  <a:lnTo>
                    <a:pt x="0" y="14169"/>
                  </a:lnTo>
                  <a:lnTo>
                    <a:pt x="36029" y="15145"/>
                  </a:lnTo>
                  <a:lnTo>
                    <a:pt x="52626" y="22313"/>
                  </a:lnTo>
                  <a:lnTo>
                    <a:pt x="69652" y="15002"/>
                  </a:lnTo>
                  <a:lnTo>
                    <a:pt x="105597" y="13669"/>
                  </a:lnTo>
                  <a:lnTo>
                    <a:pt x="75569" y="8097"/>
                  </a:lnTo>
                  <a:lnTo>
                    <a:pt x="7439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4" name="Google Shape;6364;p45"/>
            <p:cNvSpPr/>
            <p:nvPr/>
          </p:nvSpPr>
          <p:spPr>
            <a:xfrm>
              <a:off x="4166575" y="4057775"/>
              <a:ext cx="2310150" cy="492350"/>
            </a:xfrm>
            <a:custGeom>
              <a:avLst/>
              <a:gdLst/>
              <a:ahLst/>
              <a:cxnLst/>
              <a:rect l="l" t="t" r="r" b="b"/>
              <a:pathLst>
                <a:path w="92406" h="19694" extrusionOk="0">
                  <a:moveTo>
                    <a:pt x="66223" y="0"/>
                  </a:moveTo>
                  <a:lnTo>
                    <a:pt x="46685" y="3596"/>
                  </a:lnTo>
                  <a:lnTo>
                    <a:pt x="27468" y="572"/>
                  </a:lnTo>
                  <a:lnTo>
                    <a:pt x="26456" y="7466"/>
                  </a:lnTo>
                  <a:lnTo>
                    <a:pt x="1" y="12514"/>
                  </a:lnTo>
                  <a:lnTo>
                    <a:pt x="31564" y="13371"/>
                  </a:lnTo>
                  <a:lnTo>
                    <a:pt x="46018" y="19693"/>
                  </a:lnTo>
                  <a:lnTo>
                    <a:pt x="60901" y="13240"/>
                  </a:lnTo>
                  <a:lnTo>
                    <a:pt x="92405" y="12049"/>
                  </a:lnTo>
                  <a:lnTo>
                    <a:pt x="66509" y="7144"/>
                  </a:lnTo>
                  <a:lnTo>
                    <a:pt x="662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5" name="Google Shape;6365;p45"/>
            <p:cNvSpPr/>
            <p:nvPr/>
          </p:nvSpPr>
          <p:spPr>
            <a:xfrm>
              <a:off x="4927975" y="4206175"/>
              <a:ext cx="731675" cy="158275"/>
            </a:xfrm>
            <a:custGeom>
              <a:avLst/>
              <a:gdLst/>
              <a:ahLst/>
              <a:cxnLst/>
              <a:rect l="l" t="t" r="r" b="b"/>
              <a:pathLst>
                <a:path w="29267" h="6331" extrusionOk="0">
                  <a:moveTo>
                    <a:pt x="15080" y="1"/>
                  </a:moveTo>
                  <a:cubicBezTo>
                    <a:pt x="13710" y="1"/>
                    <a:pt x="12314" y="64"/>
                    <a:pt x="10943" y="196"/>
                  </a:cubicBezTo>
                  <a:cubicBezTo>
                    <a:pt x="4430" y="779"/>
                    <a:pt x="1" y="2589"/>
                    <a:pt x="1430" y="4220"/>
                  </a:cubicBezTo>
                  <a:cubicBezTo>
                    <a:pt x="2735" y="5516"/>
                    <a:pt x="7870" y="6331"/>
                    <a:pt x="13703" y="6331"/>
                  </a:cubicBezTo>
                  <a:cubicBezTo>
                    <a:pt x="15265" y="6331"/>
                    <a:pt x="16877" y="6272"/>
                    <a:pt x="18479" y="6149"/>
                  </a:cubicBezTo>
                  <a:cubicBezTo>
                    <a:pt x="25837" y="5566"/>
                    <a:pt x="29266" y="3756"/>
                    <a:pt x="26540" y="2101"/>
                  </a:cubicBezTo>
                  <a:cubicBezTo>
                    <a:pt x="24576" y="807"/>
                    <a:pt x="19991" y="1"/>
                    <a:pt x="150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6" name="Google Shape;6366;p45"/>
            <p:cNvSpPr/>
            <p:nvPr/>
          </p:nvSpPr>
          <p:spPr>
            <a:xfrm>
              <a:off x="5048525" y="4236950"/>
              <a:ext cx="460800" cy="104800"/>
            </a:xfrm>
            <a:custGeom>
              <a:avLst/>
              <a:gdLst/>
              <a:ahLst/>
              <a:cxnLst/>
              <a:rect l="l" t="t" r="r" b="b"/>
              <a:pathLst>
                <a:path w="18432" h="4192" extrusionOk="0">
                  <a:moveTo>
                    <a:pt x="14753" y="1"/>
                  </a:moveTo>
                  <a:lnTo>
                    <a:pt x="9407" y="751"/>
                  </a:lnTo>
                  <a:lnTo>
                    <a:pt x="4204" y="84"/>
                  </a:lnTo>
                  <a:lnTo>
                    <a:pt x="4859" y="1573"/>
                  </a:lnTo>
                  <a:lnTo>
                    <a:pt x="1" y="2668"/>
                  </a:lnTo>
                  <a:lnTo>
                    <a:pt x="6335" y="2846"/>
                  </a:lnTo>
                  <a:lnTo>
                    <a:pt x="9062" y="4192"/>
                  </a:lnTo>
                  <a:lnTo>
                    <a:pt x="12062" y="2811"/>
                  </a:lnTo>
                  <a:lnTo>
                    <a:pt x="18432" y="2549"/>
                  </a:lnTo>
                  <a:lnTo>
                    <a:pt x="13788" y="1513"/>
                  </a:lnTo>
                  <a:lnTo>
                    <a:pt x="147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67" name="Google Shape;6367;p45"/>
          <p:cNvGrpSpPr/>
          <p:nvPr/>
        </p:nvGrpSpPr>
        <p:grpSpPr>
          <a:xfrm>
            <a:off x="975188" y="2503393"/>
            <a:ext cx="983547" cy="1725713"/>
            <a:chOff x="6109675" y="2785875"/>
            <a:chExt cx="954900" cy="1675450"/>
          </a:xfrm>
        </p:grpSpPr>
        <p:sp>
          <p:nvSpPr>
            <p:cNvPr id="6368" name="Google Shape;6368;p45"/>
            <p:cNvSpPr/>
            <p:nvPr/>
          </p:nvSpPr>
          <p:spPr>
            <a:xfrm>
              <a:off x="6421325" y="3508300"/>
              <a:ext cx="236375" cy="44375"/>
            </a:xfrm>
            <a:custGeom>
              <a:avLst/>
              <a:gdLst/>
              <a:ahLst/>
              <a:cxnLst/>
              <a:rect l="l" t="t" r="r" b="b"/>
              <a:pathLst>
                <a:path w="9455" h="1775" extrusionOk="0">
                  <a:moveTo>
                    <a:pt x="9454" y="0"/>
                  </a:moveTo>
                  <a:lnTo>
                    <a:pt x="1" y="596"/>
                  </a:lnTo>
                  <a:lnTo>
                    <a:pt x="191" y="1774"/>
                  </a:lnTo>
                  <a:lnTo>
                    <a:pt x="9323" y="1132"/>
                  </a:lnTo>
                  <a:lnTo>
                    <a:pt x="945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9" name="Google Shape;6369;p45"/>
            <p:cNvSpPr/>
            <p:nvPr/>
          </p:nvSpPr>
          <p:spPr>
            <a:xfrm>
              <a:off x="6724925" y="4056275"/>
              <a:ext cx="231025" cy="197375"/>
            </a:xfrm>
            <a:custGeom>
              <a:avLst/>
              <a:gdLst/>
              <a:ahLst/>
              <a:cxnLst/>
              <a:rect l="l" t="t" r="r" b="b"/>
              <a:pathLst>
                <a:path w="9241" h="7895" extrusionOk="0">
                  <a:moveTo>
                    <a:pt x="822" y="1"/>
                  </a:moveTo>
                  <a:lnTo>
                    <a:pt x="1" y="537"/>
                  </a:lnTo>
                  <a:lnTo>
                    <a:pt x="8800" y="7895"/>
                  </a:lnTo>
                  <a:cubicBezTo>
                    <a:pt x="8990" y="7776"/>
                    <a:pt x="9062" y="7633"/>
                    <a:pt x="9097" y="7561"/>
                  </a:cubicBezTo>
                  <a:cubicBezTo>
                    <a:pt x="9240" y="7240"/>
                    <a:pt x="9085" y="6787"/>
                    <a:pt x="8704" y="6478"/>
                  </a:cubicBezTo>
                  <a:cubicBezTo>
                    <a:pt x="6073" y="4323"/>
                    <a:pt x="3454" y="2168"/>
                    <a:pt x="8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0" name="Google Shape;6370;p45"/>
            <p:cNvSpPr/>
            <p:nvPr/>
          </p:nvSpPr>
          <p:spPr>
            <a:xfrm>
              <a:off x="6774350" y="3262725"/>
              <a:ext cx="276850" cy="164925"/>
            </a:xfrm>
            <a:custGeom>
              <a:avLst/>
              <a:gdLst/>
              <a:ahLst/>
              <a:cxnLst/>
              <a:rect l="l" t="t" r="r" b="b"/>
              <a:pathLst>
                <a:path w="11074" h="6597" extrusionOk="0">
                  <a:moveTo>
                    <a:pt x="417" y="1"/>
                  </a:moveTo>
                  <a:lnTo>
                    <a:pt x="0" y="1727"/>
                  </a:lnTo>
                  <a:lnTo>
                    <a:pt x="9633" y="6597"/>
                  </a:lnTo>
                  <a:lnTo>
                    <a:pt x="11073" y="4382"/>
                  </a:lnTo>
                  <a:lnTo>
                    <a:pt x="9644" y="3680"/>
                  </a:lnTo>
                  <a:lnTo>
                    <a:pt x="4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1" name="Google Shape;6371;p45"/>
            <p:cNvSpPr/>
            <p:nvPr/>
          </p:nvSpPr>
          <p:spPr>
            <a:xfrm>
              <a:off x="6109675" y="3366025"/>
              <a:ext cx="684050" cy="861700"/>
            </a:xfrm>
            <a:custGeom>
              <a:avLst/>
              <a:gdLst/>
              <a:ahLst/>
              <a:cxnLst/>
              <a:rect l="l" t="t" r="r" b="b"/>
              <a:pathLst>
                <a:path w="27362" h="34468" extrusionOk="0">
                  <a:moveTo>
                    <a:pt x="25040" y="0"/>
                  </a:moveTo>
                  <a:lnTo>
                    <a:pt x="251" y="33266"/>
                  </a:lnTo>
                  <a:cubicBezTo>
                    <a:pt x="1" y="33600"/>
                    <a:pt x="72" y="34064"/>
                    <a:pt x="358" y="34302"/>
                  </a:cubicBezTo>
                  <a:cubicBezTo>
                    <a:pt x="493" y="34413"/>
                    <a:pt x="659" y="34467"/>
                    <a:pt x="827" y="34467"/>
                  </a:cubicBezTo>
                  <a:cubicBezTo>
                    <a:pt x="1073" y="34467"/>
                    <a:pt x="1321" y="34350"/>
                    <a:pt x="1477" y="34124"/>
                  </a:cubicBezTo>
                  <a:lnTo>
                    <a:pt x="27361" y="107"/>
                  </a:lnTo>
                  <a:lnTo>
                    <a:pt x="250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2" name="Google Shape;6372;p45"/>
            <p:cNvSpPr/>
            <p:nvPr/>
          </p:nvSpPr>
          <p:spPr>
            <a:xfrm>
              <a:off x="6289750" y="3355300"/>
              <a:ext cx="548025" cy="866275"/>
            </a:xfrm>
            <a:custGeom>
              <a:avLst/>
              <a:gdLst/>
              <a:ahLst/>
              <a:cxnLst/>
              <a:rect l="l" t="t" r="r" b="b"/>
              <a:pathLst>
                <a:path w="21921" h="34651" extrusionOk="0">
                  <a:moveTo>
                    <a:pt x="1" y="1"/>
                  </a:moveTo>
                  <a:lnTo>
                    <a:pt x="20277" y="34052"/>
                  </a:lnTo>
                  <a:cubicBezTo>
                    <a:pt x="20468" y="34458"/>
                    <a:pt x="20842" y="34650"/>
                    <a:pt x="21168" y="34650"/>
                  </a:cubicBezTo>
                  <a:cubicBezTo>
                    <a:pt x="21312" y="34650"/>
                    <a:pt x="21446" y="34613"/>
                    <a:pt x="21551" y="34541"/>
                  </a:cubicBezTo>
                  <a:cubicBezTo>
                    <a:pt x="21813" y="34362"/>
                    <a:pt x="21920" y="33922"/>
                    <a:pt x="21766" y="33505"/>
                  </a:cubicBezTo>
                  <a:lnTo>
                    <a:pt x="2811" y="11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3" name="Google Shape;6373;p45"/>
            <p:cNvSpPr/>
            <p:nvPr/>
          </p:nvSpPr>
          <p:spPr>
            <a:xfrm>
              <a:off x="6234400" y="2785875"/>
              <a:ext cx="50925" cy="469150"/>
            </a:xfrm>
            <a:custGeom>
              <a:avLst/>
              <a:gdLst/>
              <a:ahLst/>
              <a:cxnLst/>
              <a:rect l="l" t="t" r="r" b="b"/>
              <a:pathLst>
                <a:path w="2037" h="18766" extrusionOk="0">
                  <a:moveTo>
                    <a:pt x="703" y="0"/>
                  </a:moveTo>
                  <a:cubicBezTo>
                    <a:pt x="646" y="0"/>
                    <a:pt x="586" y="4"/>
                    <a:pt x="524" y="13"/>
                  </a:cubicBezTo>
                  <a:cubicBezTo>
                    <a:pt x="274" y="61"/>
                    <a:pt x="96" y="168"/>
                    <a:pt x="0" y="239"/>
                  </a:cubicBezTo>
                  <a:lnTo>
                    <a:pt x="846" y="18765"/>
                  </a:lnTo>
                  <a:lnTo>
                    <a:pt x="2036" y="18753"/>
                  </a:lnTo>
                  <a:lnTo>
                    <a:pt x="1370" y="180"/>
                  </a:lnTo>
                  <a:cubicBezTo>
                    <a:pt x="1288" y="129"/>
                    <a:pt x="1034" y="0"/>
                    <a:pt x="7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4" name="Google Shape;6374;p45"/>
            <p:cNvSpPr/>
            <p:nvPr/>
          </p:nvSpPr>
          <p:spPr>
            <a:xfrm>
              <a:off x="6791900" y="2807325"/>
              <a:ext cx="56000" cy="434050"/>
            </a:xfrm>
            <a:custGeom>
              <a:avLst/>
              <a:gdLst/>
              <a:ahLst/>
              <a:cxnLst/>
              <a:rect l="l" t="t" r="r" b="b"/>
              <a:pathLst>
                <a:path w="2240" h="17362" extrusionOk="0">
                  <a:moveTo>
                    <a:pt x="1" y="0"/>
                  </a:moveTo>
                  <a:cubicBezTo>
                    <a:pt x="1" y="0"/>
                    <a:pt x="989" y="16919"/>
                    <a:pt x="977" y="17157"/>
                  </a:cubicBezTo>
                  <a:cubicBezTo>
                    <a:pt x="959" y="17340"/>
                    <a:pt x="1715" y="17361"/>
                    <a:pt x="2066" y="17361"/>
                  </a:cubicBezTo>
                  <a:cubicBezTo>
                    <a:pt x="2171" y="17361"/>
                    <a:pt x="2239" y="17360"/>
                    <a:pt x="2239" y="17360"/>
                  </a:cubicBezTo>
                  <a:lnTo>
                    <a:pt x="146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5" name="Google Shape;6375;p45"/>
            <p:cNvSpPr/>
            <p:nvPr/>
          </p:nvSpPr>
          <p:spPr>
            <a:xfrm>
              <a:off x="6818100" y="3077000"/>
              <a:ext cx="246475" cy="53000"/>
            </a:xfrm>
            <a:custGeom>
              <a:avLst/>
              <a:gdLst/>
              <a:ahLst/>
              <a:cxnLst/>
              <a:rect l="l" t="t" r="r" b="b"/>
              <a:pathLst>
                <a:path w="9859" h="2120" extrusionOk="0">
                  <a:moveTo>
                    <a:pt x="894" y="0"/>
                  </a:moveTo>
                  <a:lnTo>
                    <a:pt x="1" y="12"/>
                  </a:lnTo>
                  <a:lnTo>
                    <a:pt x="120" y="1048"/>
                  </a:lnTo>
                  <a:lnTo>
                    <a:pt x="7978" y="1989"/>
                  </a:lnTo>
                  <a:lnTo>
                    <a:pt x="9788" y="2120"/>
                  </a:lnTo>
                  <a:lnTo>
                    <a:pt x="9859" y="834"/>
                  </a:lnTo>
                  <a:lnTo>
                    <a:pt x="89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6" name="Google Shape;6376;p45"/>
            <p:cNvSpPr/>
            <p:nvPr/>
          </p:nvSpPr>
          <p:spPr>
            <a:xfrm>
              <a:off x="6992525" y="3117775"/>
              <a:ext cx="33675" cy="197075"/>
            </a:xfrm>
            <a:custGeom>
              <a:avLst/>
              <a:gdLst/>
              <a:ahLst/>
              <a:cxnLst/>
              <a:rect l="l" t="t" r="r" b="b"/>
              <a:pathLst>
                <a:path w="1347" h="7883" extrusionOk="0">
                  <a:moveTo>
                    <a:pt x="310" y="0"/>
                  </a:moveTo>
                  <a:lnTo>
                    <a:pt x="1" y="7799"/>
                  </a:lnTo>
                  <a:lnTo>
                    <a:pt x="941" y="7882"/>
                  </a:lnTo>
                  <a:lnTo>
                    <a:pt x="1346" y="155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7" name="Google Shape;6377;p45"/>
            <p:cNvSpPr/>
            <p:nvPr/>
          </p:nvSpPr>
          <p:spPr>
            <a:xfrm>
              <a:off x="6784175" y="3227600"/>
              <a:ext cx="270600" cy="137550"/>
            </a:xfrm>
            <a:custGeom>
              <a:avLst/>
              <a:gdLst/>
              <a:ahLst/>
              <a:cxnLst/>
              <a:rect l="l" t="t" r="r" b="b"/>
              <a:pathLst>
                <a:path w="10824" h="5502" extrusionOk="0">
                  <a:moveTo>
                    <a:pt x="0" y="1"/>
                  </a:moveTo>
                  <a:lnTo>
                    <a:pt x="24" y="1406"/>
                  </a:lnTo>
                  <a:lnTo>
                    <a:pt x="8775" y="5502"/>
                  </a:lnTo>
                  <a:lnTo>
                    <a:pt x="10716" y="5466"/>
                  </a:lnTo>
                  <a:lnTo>
                    <a:pt x="10823" y="3978"/>
                  </a:lnTo>
                  <a:lnTo>
                    <a:pt x="1631" y="1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8" name="Google Shape;6378;p45"/>
            <p:cNvSpPr/>
            <p:nvPr/>
          </p:nvSpPr>
          <p:spPr>
            <a:xfrm>
              <a:off x="6318925" y="3268100"/>
              <a:ext cx="684650" cy="116400"/>
            </a:xfrm>
            <a:custGeom>
              <a:avLst/>
              <a:gdLst/>
              <a:ahLst/>
              <a:cxnLst/>
              <a:rect l="l" t="t" r="r" b="b"/>
              <a:pathLst>
                <a:path w="27386" h="4656" extrusionOk="0">
                  <a:moveTo>
                    <a:pt x="19098" y="0"/>
                  </a:moveTo>
                  <a:lnTo>
                    <a:pt x="1" y="500"/>
                  </a:lnTo>
                  <a:lnTo>
                    <a:pt x="4597" y="4655"/>
                  </a:lnTo>
                  <a:lnTo>
                    <a:pt x="27385" y="3882"/>
                  </a:lnTo>
                  <a:lnTo>
                    <a:pt x="190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9" name="Google Shape;6379;p45"/>
            <p:cNvSpPr/>
            <p:nvPr/>
          </p:nvSpPr>
          <p:spPr>
            <a:xfrm>
              <a:off x="6374600" y="3398750"/>
              <a:ext cx="649800" cy="943475"/>
            </a:xfrm>
            <a:custGeom>
              <a:avLst/>
              <a:gdLst/>
              <a:ahLst/>
              <a:cxnLst/>
              <a:rect l="l" t="t" r="r" b="b"/>
              <a:pathLst>
                <a:path w="25992" h="37739" extrusionOk="0">
                  <a:moveTo>
                    <a:pt x="0" y="1"/>
                  </a:moveTo>
                  <a:lnTo>
                    <a:pt x="24194" y="37232"/>
                  </a:lnTo>
                  <a:cubicBezTo>
                    <a:pt x="24363" y="37561"/>
                    <a:pt x="24694" y="37739"/>
                    <a:pt x="25020" y="37739"/>
                  </a:cubicBezTo>
                  <a:cubicBezTo>
                    <a:pt x="25177" y="37739"/>
                    <a:pt x="25332" y="37698"/>
                    <a:pt x="25468" y="37613"/>
                  </a:cubicBezTo>
                  <a:cubicBezTo>
                    <a:pt x="25861" y="37363"/>
                    <a:pt x="25992" y="36815"/>
                    <a:pt x="25742" y="36386"/>
                  </a:cubicBezTo>
                  <a:cubicBezTo>
                    <a:pt x="17955" y="24325"/>
                    <a:pt x="10180" y="12264"/>
                    <a:pt x="2393" y="203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0" name="Google Shape;6380;p45"/>
            <p:cNvSpPr/>
            <p:nvPr/>
          </p:nvSpPr>
          <p:spPr>
            <a:xfrm>
              <a:off x="6298400" y="3390150"/>
              <a:ext cx="701900" cy="1071175"/>
            </a:xfrm>
            <a:custGeom>
              <a:avLst/>
              <a:gdLst/>
              <a:ahLst/>
              <a:cxnLst/>
              <a:rect l="l" t="t" r="r" b="b"/>
              <a:pathLst>
                <a:path w="28076" h="42847" extrusionOk="0">
                  <a:moveTo>
                    <a:pt x="27029" y="0"/>
                  </a:moveTo>
                  <a:cubicBezTo>
                    <a:pt x="26709" y="0"/>
                    <a:pt x="26384" y="156"/>
                    <a:pt x="26182" y="452"/>
                  </a:cubicBezTo>
                  <a:lnTo>
                    <a:pt x="322" y="41207"/>
                  </a:lnTo>
                  <a:cubicBezTo>
                    <a:pt x="0" y="41648"/>
                    <a:pt x="36" y="42219"/>
                    <a:pt x="357" y="42553"/>
                  </a:cubicBezTo>
                  <a:cubicBezTo>
                    <a:pt x="539" y="42745"/>
                    <a:pt x="802" y="42846"/>
                    <a:pt x="1075" y="42846"/>
                  </a:cubicBezTo>
                  <a:cubicBezTo>
                    <a:pt x="1374" y="42846"/>
                    <a:pt x="1687" y="42725"/>
                    <a:pt x="1917" y="42469"/>
                  </a:cubicBezTo>
                  <a:cubicBezTo>
                    <a:pt x="10490" y="28860"/>
                    <a:pt x="19074" y="15263"/>
                    <a:pt x="27647" y="1655"/>
                  </a:cubicBezTo>
                  <a:cubicBezTo>
                    <a:pt x="28075" y="1238"/>
                    <a:pt x="28028" y="547"/>
                    <a:pt x="27611" y="202"/>
                  </a:cubicBezTo>
                  <a:cubicBezTo>
                    <a:pt x="27442" y="66"/>
                    <a:pt x="27236" y="0"/>
                    <a:pt x="270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1" name="Google Shape;6381;p45"/>
            <p:cNvSpPr/>
            <p:nvPr/>
          </p:nvSpPr>
          <p:spPr>
            <a:xfrm>
              <a:off x="6546350" y="3941975"/>
              <a:ext cx="385175" cy="74150"/>
            </a:xfrm>
            <a:custGeom>
              <a:avLst/>
              <a:gdLst/>
              <a:ahLst/>
              <a:cxnLst/>
              <a:rect l="l" t="t" r="r" b="b"/>
              <a:pathLst>
                <a:path w="15407" h="2966" extrusionOk="0">
                  <a:moveTo>
                    <a:pt x="13597" y="1"/>
                  </a:moveTo>
                  <a:lnTo>
                    <a:pt x="84" y="894"/>
                  </a:lnTo>
                  <a:lnTo>
                    <a:pt x="0" y="1918"/>
                  </a:lnTo>
                  <a:lnTo>
                    <a:pt x="1203" y="2965"/>
                  </a:lnTo>
                  <a:lnTo>
                    <a:pt x="15252" y="2025"/>
                  </a:lnTo>
                  <a:lnTo>
                    <a:pt x="15407" y="787"/>
                  </a:lnTo>
                  <a:lnTo>
                    <a:pt x="135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2" name="Google Shape;6382;p45"/>
            <p:cNvSpPr/>
            <p:nvPr/>
          </p:nvSpPr>
          <p:spPr>
            <a:xfrm>
              <a:off x="6532950" y="3611575"/>
              <a:ext cx="316725" cy="43800"/>
            </a:xfrm>
            <a:custGeom>
              <a:avLst/>
              <a:gdLst/>
              <a:ahLst/>
              <a:cxnLst/>
              <a:rect l="l" t="t" r="r" b="b"/>
              <a:pathLst>
                <a:path w="12669" h="1752" extrusionOk="0">
                  <a:moveTo>
                    <a:pt x="12276" y="1"/>
                  </a:moveTo>
                  <a:cubicBezTo>
                    <a:pt x="8370" y="144"/>
                    <a:pt x="4465" y="299"/>
                    <a:pt x="560" y="453"/>
                  </a:cubicBezTo>
                  <a:cubicBezTo>
                    <a:pt x="239" y="513"/>
                    <a:pt x="12" y="787"/>
                    <a:pt x="0" y="1096"/>
                  </a:cubicBezTo>
                  <a:cubicBezTo>
                    <a:pt x="0" y="1382"/>
                    <a:pt x="179" y="1644"/>
                    <a:pt x="453" y="1751"/>
                  </a:cubicBezTo>
                  <a:cubicBezTo>
                    <a:pt x="4334" y="1632"/>
                    <a:pt x="8216" y="1501"/>
                    <a:pt x="12097" y="1382"/>
                  </a:cubicBezTo>
                  <a:cubicBezTo>
                    <a:pt x="12431" y="1287"/>
                    <a:pt x="12669" y="989"/>
                    <a:pt x="12669" y="656"/>
                  </a:cubicBezTo>
                  <a:cubicBezTo>
                    <a:pt x="12669" y="394"/>
                    <a:pt x="12514" y="132"/>
                    <a:pt x="122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3" name="Google Shape;6383;p45"/>
            <p:cNvSpPr/>
            <p:nvPr/>
          </p:nvSpPr>
          <p:spPr>
            <a:xfrm>
              <a:off x="6182900" y="4084300"/>
              <a:ext cx="226250" cy="251550"/>
            </a:xfrm>
            <a:custGeom>
              <a:avLst/>
              <a:gdLst/>
              <a:ahLst/>
              <a:cxnLst/>
              <a:rect l="l" t="t" r="r" b="b"/>
              <a:pathLst>
                <a:path w="9050" h="10062" extrusionOk="0">
                  <a:moveTo>
                    <a:pt x="466" y="0"/>
                  </a:moveTo>
                  <a:cubicBezTo>
                    <a:pt x="414" y="0"/>
                    <a:pt x="360" y="10"/>
                    <a:pt x="310" y="35"/>
                  </a:cubicBezTo>
                  <a:cubicBezTo>
                    <a:pt x="108" y="142"/>
                    <a:pt x="1" y="487"/>
                    <a:pt x="179" y="809"/>
                  </a:cubicBezTo>
                  <a:lnTo>
                    <a:pt x="8049" y="9965"/>
                  </a:lnTo>
                  <a:cubicBezTo>
                    <a:pt x="8150" y="10030"/>
                    <a:pt x="8264" y="10061"/>
                    <a:pt x="8376" y="10061"/>
                  </a:cubicBezTo>
                  <a:cubicBezTo>
                    <a:pt x="8530" y="10061"/>
                    <a:pt x="8683" y="10003"/>
                    <a:pt x="8799" y="9893"/>
                  </a:cubicBezTo>
                  <a:cubicBezTo>
                    <a:pt x="9014" y="9691"/>
                    <a:pt x="9049" y="9345"/>
                    <a:pt x="8871" y="9083"/>
                  </a:cubicBezTo>
                  <a:cubicBezTo>
                    <a:pt x="6132" y="6047"/>
                    <a:pt x="3489" y="3118"/>
                    <a:pt x="763" y="82"/>
                  </a:cubicBezTo>
                  <a:cubicBezTo>
                    <a:pt x="745" y="74"/>
                    <a:pt x="611" y="0"/>
                    <a:pt x="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4" name="Google Shape;6384;p45"/>
            <p:cNvSpPr/>
            <p:nvPr/>
          </p:nvSpPr>
          <p:spPr>
            <a:xfrm>
              <a:off x="6236775" y="3290725"/>
              <a:ext cx="233100" cy="159250"/>
            </a:xfrm>
            <a:custGeom>
              <a:avLst/>
              <a:gdLst/>
              <a:ahLst/>
              <a:cxnLst/>
              <a:rect l="l" t="t" r="r" b="b"/>
              <a:pathLst>
                <a:path w="9324" h="6370" extrusionOk="0">
                  <a:moveTo>
                    <a:pt x="1" y="0"/>
                  </a:moveTo>
                  <a:lnTo>
                    <a:pt x="1275" y="2143"/>
                  </a:lnTo>
                  <a:lnTo>
                    <a:pt x="7716" y="6370"/>
                  </a:lnTo>
                  <a:lnTo>
                    <a:pt x="9323" y="5489"/>
                  </a:lnTo>
                  <a:lnTo>
                    <a:pt x="8002" y="376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5" name="Google Shape;6385;p45"/>
            <p:cNvSpPr/>
            <p:nvPr/>
          </p:nvSpPr>
          <p:spPr>
            <a:xfrm>
              <a:off x="6231725" y="3241300"/>
              <a:ext cx="222375" cy="145575"/>
            </a:xfrm>
            <a:custGeom>
              <a:avLst/>
              <a:gdLst/>
              <a:ahLst/>
              <a:cxnLst/>
              <a:rect l="l" t="t" r="r" b="b"/>
              <a:pathLst>
                <a:path w="8895" h="5823" extrusionOk="0">
                  <a:moveTo>
                    <a:pt x="1810" y="1"/>
                  </a:moveTo>
                  <a:lnTo>
                    <a:pt x="0" y="108"/>
                  </a:lnTo>
                  <a:lnTo>
                    <a:pt x="12" y="1787"/>
                  </a:lnTo>
                  <a:lnTo>
                    <a:pt x="6680" y="5823"/>
                  </a:lnTo>
                  <a:lnTo>
                    <a:pt x="8894" y="5775"/>
                  </a:lnTo>
                  <a:lnTo>
                    <a:pt x="8823" y="4096"/>
                  </a:lnTo>
                  <a:lnTo>
                    <a:pt x="18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6" name="Google Shape;6386;p45"/>
            <p:cNvSpPr/>
            <p:nvPr/>
          </p:nvSpPr>
          <p:spPr>
            <a:xfrm>
              <a:off x="6376675" y="3131775"/>
              <a:ext cx="39925" cy="201225"/>
            </a:xfrm>
            <a:custGeom>
              <a:avLst/>
              <a:gdLst/>
              <a:ahLst/>
              <a:cxnLst/>
              <a:rect l="l" t="t" r="r" b="b"/>
              <a:pathLst>
                <a:path w="1597" h="8049" extrusionOk="0">
                  <a:moveTo>
                    <a:pt x="1" y="0"/>
                  </a:moveTo>
                  <a:lnTo>
                    <a:pt x="536" y="7965"/>
                  </a:lnTo>
                  <a:lnTo>
                    <a:pt x="1596" y="8049"/>
                  </a:lnTo>
                  <a:lnTo>
                    <a:pt x="1334" y="1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7" name="Google Shape;6387;p45"/>
            <p:cNvSpPr/>
            <p:nvPr/>
          </p:nvSpPr>
          <p:spPr>
            <a:xfrm>
              <a:off x="6235875" y="2808125"/>
              <a:ext cx="602800" cy="210850"/>
            </a:xfrm>
            <a:custGeom>
              <a:avLst/>
              <a:gdLst/>
              <a:ahLst/>
              <a:cxnLst/>
              <a:rect l="l" t="t" r="r" b="b"/>
              <a:pathLst>
                <a:path w="24112" h="8434" extrusionOk="0">
                  <a:moveTo>
                    <a:pt x="867" y="0"/>
                  </a:moveTo>
                  <a:cubicBezTo>
                    <a:pt x="566" y="0"/>
                    <a:pt x="18" y="25"/>
                    <a:pt x="1" y="206"/>
                  </a:cubicBezTo>
                  <a:lnTo>
                    <a:pt x="322" y="8434"/>
                  </a:lnTo>
                  <a:cubicBezTo>
                    <a:pt x="322" y="8434"/>
                    <a:pt x="703" y="8296"/>
                    <a:pt x="1496" y="8296"/>
                  </a:cubicBezTo>
                  <a:cubicBezTo>
                    <a:pt x="1694" y="8296"/>
                    <a:pt x="1918" y="8305"/>
                    <a:pt x="2168" y="8326"/>
                  </a:cubicBezTo>
                  <a:cubicBezTo>
                    <a:pt x="2506" y="8356"/>
                    <a:pt x="4291" y="8366"/>
                    <a:pt x="6710" y="8366"/>
                  </a:cubicBezTo>
                  <a:cubicBezTo>
                    <a:pt x="13160" y="8366"/>
                    <a:pt x="24111" y="8291"/>
                    <a:pt x="24111" y="8291"/>
                  </a:cubicBezTo>
                  <a:lnTo>
                    <a:pt x="23742" y="552"/>
                  </a:lnTo>
                  <a:lnTo>
                    <a:pt x="1061" y="4"/>
                  </a:lnTo>
                  <a:cubicBezTo>
                    <a:pt x="1061" y="4"/>
                    <a:pt x="982" y="0"/>
                    <a:pt x="8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8" name="Google Shape;6388;p45"/>
            <p:cNvSpPr/>
            <p:nvPr/>
          </p:nvSpPr>
          <p:spPr>
            <a:xfrm>
              <a:off x="6256725" y="3076700"/>
              <a:ext cx="185750" cy="66100"/>
            </a:xfrm>
            <a:custGeom>
              <a:avLst/>
              <a:gdLst/>
              <a:ahLst/>
              <a:cxnLst/>
              <a:rect l="l" t="t" r="r" b="b"/>
              <a:pathLst>
                <a:path w="7430" h="2644" extrusionOk="0">
                  <a:moveTo>
                    <a:pt x="0" y="0"/>
                  </a:moveTo>
                  <a:lnTo>
                    <a:pt x="179" y="1417"/>
                  </a:lnTo>
                  <a:lnTo>
                    <a:pt x="4965" y="2644"/>
                  </a:lnTo>
                  <a:lnTo>
                    <a:pt x="7358" y="2608"/>
                  </a:lnTo>
                  <a:lnTo>
                    <a:pt x="7430" y="1393"/>
                  </a:lnTo>
                  <a:lnTo>
                    <a:pt x="834" y="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9" name="Google Shape;6389;p45"/>
            <p:cNvSpPr/>
            <p:nvPr/>
          </p:nvSpPr>
          <p:spPr>
            <a:xfrm>
              <a:off x="6504075" y="2855550"/>
              <a:ext cx="113425" cy="107775"/>
            </a:xfrm>
            <a:custGeom>
              <a:avLst/>
              <a:gdLst/>
              <a:ahLst/>
              <a:cxnLst/>
              <a:rect l="l" t="t" r="r" b="b"/>
              <a:pathLst>
                <a:path w="4537" h="4311" extrusionOk="0">
                  <a:moveTo>
                    <a:pt x="2263" y="0"/>
                  </a:moveTo>
                  <a:lnTo>
                    <a:pt x="1739" y="1643"/>
                  </a:lnTo>
                  <a:lnTo>
                    <a:pt x="0" y="1643"/>
                  </a:lnTo>
                  <a:lnTo>
                    <a:pt x="1405" y="2655"/>
                  </a:lnTo>
                  <a:lnTo>
                    <a:pt x="870" y="4310"/>
                  </a:lnTo>
                  <a:lnTo>
                    <a:pt x="2263" y="3286"/>
                  </a:lnTo>
                  <a:lnTo>
                    <a:pt x="3668" y="4310"/>
                  </a:lnTo>
                  <a:lnTo>
                    <a:pt x="3132" y="2655"/>
                  </a:lnTo>
                  <a:lnTo>
                    <a:pt x="4537" y="1643"/>
                  </a:lnTo>
                  <a:lnTo>
                    <a:pt x="2798" y="164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0" name="Google Shape;6390;p45"/>
          <p:cNvGrpSpPr/>
          <p:nvPr/>
        </p:nvGrpSpPr>
        <p:grpSpPr>
          <a:xfrm>
            <a:off x="2106721" y="1363226"/>
            <a:ext cx="983548" cy="2945140"/>
            <a:chOff x="4857750" y="1803850"/>
            <a:chExt cx="844175" cy="2527800"/>
          </a:xfrm>
        </p:grpSpPr>
        <p:sp>
          <p:nvSpPr>
            <p:cNvPr id="6391" name="Google Shape;6391;p45"/>
            <p:cNvSpPr/>
            <p:nvPr/>
          </p:nvSpPr>
          <p:spPr>
            <a:xfrm>
              <a:off x="4880475" y="1830525"/>
              <a:ext cx="614575" cy="552575"/>
            </a:xfrm>
            <a:custGeom>
              <a:avLst/>
              <a:gdLst/>
              <a:ahLst/>
              <a:cxnLst/>
              <a:rect l="l" t="t" r="r" b="b"/>
              <a:pathLst>
                <a:path w="24583" h="22103" extrusionOk="0">
                  <a:moveTo>
                    <a:pt x="12439" y="1"/>
                  </a:moveTo>
                  <a:cubicBezTo>
                    <a:pt x="10359" y="1"/>
                    <a:pt x="7723" y="365"/>
                    <a:pt x="7723" y="365"/>
                  </a:cubicBezTo>
                  <a:cubicBezTo>
                    <a:pt x="7723" y="365"/>
                    <a:pt x="7080" y="2449"/>
                    <a:pt x="6425" y="5318"/>
                  </a:cubicBezTo>
                  <a:cubicBezTo>
                    <a:pt x="6163" y="6509"/>
                    <a:pt x="4413" y="6533"/>
                    <a:pt x="3699" y="8259"/>
                  </a:cubicBezTo>
                  <a:cubicBezTo>
                    <a:pt x="3056" y="9843"/>
                    <a:pt x="3270" y="11640"/>
                    <a:pt x="3056" y="12640"/>
                  </a:cubicBezTo>
                  <a:cubicBezTo>
                    <a:pt x="2768" y="13977"/>
                    <a:pt x="2186" y="14255"/>
                    <a:pt x="1610" y="14255"/>
                  </a:cubicBezTo>
                  <a:cubicBezTo>
                    <a:pt x="1201" y="14255"/>
                    <a:pt x="795" y="14115"/>
                    <a:pt x="498" y="14115"/>
                  </a:cubicBezTo>
                  <a:cubicBezTo>
                    <a:pt x="191" y="14115"/>
                    <a:pt x="1" y="14264"/>
                    <a:pt x="44" y="14867"/>
                  </a:cubicBezTo>
                  <a:cubicBezTo>
                    <a:pt x="141" y="16234"/>
                    <a:pt x="8388" y="22102"/>
                    <a:pt x="15668" y="22102"/>
                  </a:cubicBezTo>
                  <a:cubicBezTo>
                    <a:pt x="19103" y="22102"/>
                    <a:pt x="22322" y="20796"/>
                    <a:pt x="24368" y="17093"/>
                  </a:cubicBezTo>
                  <a:cubicBezTo>
                    <a:pt x="24368" y="17093"/>
                    <a:pt x="24582" y="14938"/>
                    <a:pt x="21570" y="13069"/>
                  </a:cubicBezTo>
                  <a:cubicBezTo>
                    <a:pt x="18558" y="11200"/>
                    <a:pt x="18629" y="11640"/>
                    <a:pt x="18772" y="9342"/>
                  </a:cubicBezTo>
                  <a:cubicBezTo>
                    <a:pt x="18915" y="7045"/>
                    <a:pt x="19486" y="7187"/>
                    <a:pt x="17046" y="4461"/>
                  </a:cubicBezTo>
                  <a:cubicBezTo>
                    <a:pt x="15605" y="2842"/>
                    <a:pt x="16046" y="794"/>
                    <a:pt x="14462" y="222"/>
                  </a:cubicBezTo>
                  <a:cubicBezTo>
                    <a:pt x="14013" y="59"/>
                    <a:pt x="13270" y="1"/>
                    <a:pt x="124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2" name="Google Shape;6392;p45"/>
            <p:cNvSpPr/>
            <p:nvPr/>
          </p:nvSpPr>
          <p:spPr>
            <a:xfrm>
              <a:off x="5067875" y="2035500"/>
              <a:ext cx="185775" cy="291900"/>
            </a:xfrm>
            <a:custGeom>
              <a:avLst/>
              <a:gdLst/>
              <a:ahLst/>
              <a:cxnLst/>
              <a:rect l="l" t="t" r="r" b="b"/>
              <a:pathLst>
                <a:path w="7431" h="11676" extrusionOk="0">
                  <a:moveTo>
                    <a:pt x="1" y="0"/>
                  </a:moveTo>
                  <a:cubicBezTo>
                    <a:pt x="1" y="1"/>
                    <a:pt x="1739" y="2691"/>
                    <a:pt x="1156" y="7311"/>
                  </a:cubicBezTo>
                  <a:cubicBezTo>
                    <a:pt x="1156" y="7311"/>
                    <a:pt x="1681" y="11676"/>
                    <a:pt x="3459" y="11676"/>
                  </a:cubicBezTo>
                  <a:cubicBezTo>
                    <a:pt x="4398" y="11676"/>
                    <a:pt x="5686" y="10459"/>
                    <a:pt x="7430" y="6739"/>
                  </a:cubicBezTo>
                  <a:lnTo>
                    <a:pt x="5323" y="114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7B2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3" name="Google Shape;6393;p45"/>
            <p:cNvSpPr/>
            <p:nvPr/>
          </p:nvSpPr>
          <p:spPr>
            <a:xfrm>
              <a:off x="5093250" y="2039275"/>
              <a:ext cx="120800" cy="101025"/>
            </a:xfrm>
            <a:custGeom>
              <a:avLst/>
              <a:gdLst/>
              <a:ahLst/>
              <a:cxnLst/>
              <a:rect l="l" t="t" r="r" b="b"/>
              <a:pathLst>
                <a:path w="4832" h="4041" extrusionOk="0">
                  <a:moveTo>
                    <a:pt x="2337" y="1"/>
                  </a:moveTo>
                  <a:cubicBezTo>
                    <a:pt x="1298" y="1"/>
                    <a:pt x="0" y="167"/>
                    <a:pt x="10" y="766"/>
                  </a:cubicBezTo>
                  <a:cubicBezTo>
                    <a:pt x="45" y="2683"/>
                    <a:pt x="1236" y="4017"/>
                    <a:pt x="2474" y="4040"/>
                  </a:cubicBezTo>
                  <a:cubicBezTo>
                    <a:pt x="2481" y="4041"/>
                    <a:pt x="2487" y="4041"/>
                    <a:pt x="2493" y="4041"/>
                  </a:cubicBezTo>
                  <a:cubicBezTo>
                    <a:pt x="3501" y="4041"/>
                    <a:pt x="4654" y="2164"/>
                    <a:pt x="4737" y="1088"/>
                  </a:cubicBezTo>
                  <a:cubicBezTo>
                    <a:pt x="4832" y="4"/>
                    <a:pt x="4058" y="111"/>
                    <a:pt x="3046" y="28"/>
                  </a:cubicBezTo>
                  <a:cubicBezTo>
                    <a:pt x="2843" y="11"/>
                    <a:pt x="2598" y="1"/>
                    <a:pt x="2337" y="1"/>
                  </a:cubicBezTo>
                  <a:close/>
                </a:path>
              </a:pathLst>
            </a:custGeom>
            <a:solidFill>
              <a:srgbClr val="FFA8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4" name="Google Shape;6394;p45"/>
            <p:cNvSpPr/>
            <p:nvPr/>
          </p:nvSpPr>
          <p:spPr>
            <a:xfrm>
              <a:off x="5234575" y="1971800"/>
              <a:ext cx="56275" cy="42125"/>
            </a:xfrm>
            <a:custGeom>
              <a:avLst/>
              <a:gdLst/>
              <a:ahLst/>
              <a:cxnLst/>
              <a:rect l="l" t="t" r="r" b="b"/>
              <a:pathLst>
                <a:path w="2251" h="1685" extrusionOk="0">
                  <a:moveTo>
                    <a:pt x="179" y="1"/>
                  </a:moveTo>
                  <a:lnTo>
                    <a:pt x="0" y="1513"/>
                  </a:lnTo>
                  <a:lnTo>
                    <a:pt x="1358" y="1679"/>
                  </a:lnTo>
                  <a:cubicBezTo>
                    <a:pt x="1387" y="1683"/>
                    <a:pt x="1416" y="1684"/>
                    <a:pt x="1445" y="1684"/>
                  </a:cubicBezTo>
                  <a:cubicBezTo>
                    <a:pt x="1826" y="1684"/>
                    <a:pt x="2159" y="1400"/>
                    <a:pt x="2203" y="1013"/>
                  </a:cubicBezTo>
                  <a:cubicBezTo>
                    <a:pt x="2251" y="596"/>
                    <a:pt x="1953" y="215"/>
                    <a:pt x="1536" y="167"/>
                  </a:cubicBezTo>
                  <a:lnTo>
                    <a:pt x="179" y="1"/>
                  </a:lnTo>
                  <a:close/>
                </a:path>
              </a:pathLst>
            </a:custGeom>
            <a:solidFill>
              <a:srgbClr val="F7B2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5" name="Google Shape;6395;p45"/>
            <p:cNvSpPr/>
            <p:nvPr/>
          </p:nvSpPr>
          <p:spPr>
            <a:xfrm>
              <a:off x="5027400" y="1975975"/>
              <a:ext cx="53600" cy="38725"/>
            </a:xfrm>
            <a:custGeom>
              <a:avLst/>
              <a:gdLst/>
              <a:ahLst/>
              <a:cxnLst/>
              <a:rect l="l" t="t" r="r" b="b"/>
              <a:pathLst>
                <a:path w="2144" h="1549" extrusionOk="0">
                  <a:moveTo>
                    <a:pt x="2132" y="0"/>
                  </a:moveTo>
                  <a:lnTo>
                    <a:pt x="763" y="24"/>
                  </a:lnTo>
                  <a:cubicBezTo>
                    <a:pt x="334" y="24"/>
                    <a:pt x="1" y="369"/>
                    <a:pt x="12" y="798"/>
                  </a:cubicBezTo>
                  <a:cubicBezTo>
                    <a:pt x="12" y="1215"/>
                    <a:pt x="358" y="1548"/>
                    <a:pt x="786" y="1548"/>
                  </a:cubicBezTo>
                  <a:lnTo>
                    <a:pt x="2144" y="1524"/>
                  </a:lnTo>
                  <a:lnTo>
                    <a:pt x="2132" y="0"/>
                  </a:lnTo>
                  <a:close/>
                </a:path>
              </a:pathLst>
            </a:custGeom>
            <a:solidFill>
              <a:srgbClr val="F7B2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6" name="Google Shape;6396;p45"/>
            <p:cNvSpPr/>
            <p:nvPr/>
          </p:nvSpPr>
          <p:spPr>
            <a:xfrm>
              <a:off x="5037225" y="1986375"/>
              <a:ext cx="22350" cy="16100"/>
            </a:xfrm>
            <a:custGeom>
              <a:avLst/>
              <a:gdLst/>
              <a:ahLst/>
              <a:cxnLst/>
              <a:rect l="l" t="t" r="r" b="b"/>
              <a:pathLst>
                <a:path w="894" h="644" extrusionOk="0">
                  <a:moveTo>
                    <a:pt x="882" y="1"/>
                  </a:moveTo>
                  <a:lnTo>
                    <a:pt x="322" y="13"/>
                  </a:lnTo>
                  <a:cubicBezTo>
                    <a:pt x="143" y="13"/>
                    <a:pt x="0" y="156"/>
                    <a:pt x="12" y="334"/>
                  </a:cubicBezTo>
                  <a:cubicBezTo>
                    <a:pt x="12" y="501"/>
                    <a:pt x="155" y="644"/>
                    <a:pt x="322" y="644"/>
                  </a:cubicBezTo>
                  <a:lnTo>
                    <a:pt x="893" y="632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rgbClr val="FFA8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7" name="Google Shape;6397;p45"/>
            <p:cNvSpPr/>
            <p:nvPr/>
          </p:nvSpPr>
          <p:spPr>
            <a:xfrm>
              <a:off x="5256000" y="1984600"/>
              <a:ext cx="23550" cy="17650"/>
            </a:xfrm>
            <a:custGeom>
              <a:avLst/>
              <a:gdLst/>
              <a:ahLst/>
              <a:cxnLst/>
              <a:rect l="l" t="t" r="r" b="b"/>
              <a:pathLst>
                <a:path w="942" h="706" extrusionOk="0">
                  <a:moveTo>
                    <a:pt x="96" y="1"/>
                  </a:moveTo>
                  <a:lnTo>
                    <a:pt x="1" y="632"/>
                  </a:lnTo>
                  <a:lnTo>
                    <a:pt x="560" y="703"/>
                  </a:lnTo>
                  <a:cubicBezTo>
                    <a:pt x="575" y="705"/>
                    <a:pt x="591" y="706"/>
                    <a:pt x="606" y="706"/>
                  </a:cubicBezTo>
                  <a:cubicBezTo>
                    <a:pt x="764" y="706"/>
                    <a:pt x="896" y="593"/>
                    <a:pt x="917" y="441"/>
                  </a:cubicBezTo>
                  <a:cubicBezTo>
                    <a:pt x="941" y="262"/>
                    <a:pt x="822" y="108"/>
                    <a:pt x="655" y="84"/>
                  </a:cubicBezTo>
                  <a:lnTo>
                    <a:pt x="96" y="1"/>
                  </a:lnTo>
                  <a:close/>
                </a:path>
              </a:pathLst>
            </a:custGeom>
            <a:solidFill>
              <a:srgbClr val="FFA8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8" name="Google Shape;6398;p45"/>
            <p:cNvSpPr/>
            <p:nvPr/>
          </p:nvSpPr>
          <p:spPr>
            <a:xfrm>
              <a:off x="5045250" y="1846550"/>
              <a:ext cx="229225" cy="260400"/>
            </a:xfrm>
            <a:custGeom>
              <a:avLst/>
              <a:gdLst/>
              <a:ahLst/>
              <a:cxnLst/>
              <a:rect l="l" t="t" r="r" b="b"/>
              <a:pathLst>
                <a:path w="9169" h="10416" extrusionOk="0">
                  <a:moveTo>
                    <a:pt x="4549" y="0"/>
                  </a:moveTo>
                  <a:cubicBezTo>
                    <a:pt x="2241" y="0"/>
                    <a:pt x="644" y="1772"/>
                    <a:pt x="346" y="4189"/>
                  </a:cubicBezTo>
                  <a:lnTo>
                    <a:pt x="322" y="4380"/>
                  </a:lnTo>
                  <a:cubicBezTo>
                    <a:pt x="1" y="6999"/>
                    <a:pt x="1846" y="10214"/>
                    <a:pt x="3990" y="10404"/>
                  </a:cubicBezTo>
                  <a:cubicBezTo>
                    <a:pt x="4073" y="10412"/>
                    <a:pt x="4156" y="10415"/>
                    <a:pt x="4240" y="10415"/>
                  </a:cubicBezTo>
                  <a:cubicBezTo>
                    <a:pt x="6265" y="10415"/>
                    <a:pt x="8412" y="8233"/>
                    <a:pt x="8823" y="5546"/>
                  </a:cubicBezTo>
                  <a:lnTo>
                    <a:pt x="8847" y="5344"/>
                  </a:lnTo>
                  <a:cubicBezTo>
                    <a:pt x="9169" y="2736"/>
                    <a:pt x="7716" y="355"/>
                    <a:pt x="5109" y="34"/>
                  </a:cubicBezTo>
                  <a:cubicBezTo>
                    <a:pt x="4918" y="11"/>
                    <a:pt x="4731" y="0"/>
                    <a:pt x="4549" y="0"/>
                  </a:cubicBezTo>
                  <a:close/>
                </a:path>
              </a:pathLst>
            </a:custGeom>
            <a:solidFill>
              <a:srgbClr val="F7B2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9" name="Google Shape;6399;p45"/>
            <p:cNvSpPr/>
            <p:nvPr/>
          </p:nvSpPr>
          <p:spPr>
            <a:xfrm>
              <a:off x="5040425" y="1803850"/>
              <a:ext cx="295075" cy="174025"/>
            </a:xfrm>
            <a:custGeom>
              <a:avLst/>
              <a:gdLst/>
              <a:ahLst/>
              <a:cxnLst/>
              <a:rect l="l" t="t" r="r" b="b"/>
              <a:pathLst>
                <a:path w="11803" h="6961" extrusionOk="0">
                  <a:moveTo>
                    <a:pt x="4305" y="0"/>
                  </a:moveTo>
                  <a:cubicBezTo>
                    <a:pt x="577" y="0"/>
                    <a:pt x="0" y="3120"/>
                    <a:pt x="468" y="6826"/>
                  </a:cubicBezTo>
                  <a:cubicBezTo>
                    <a:pt x="468" y="6826"/>
                    <a:pt x="3023" y="4318"/>
                    <a:pt x="3194" y="3482"/>
                  </a:cubicBezTo>
                  <a:lnTo>
                    <a:pt x="3194" y="3482"/>
                  </a:lnTo>
                  <a:cubicBezTo>
                    <a:pt x="3182" y="3545"/>
                    <a:pt x="2954" y="4834"/>
                    <a:pt x="4997" y="4834"/>
                  </a:cubicBezTo>
                  <a:cubicBezTo>
                    <a:pt x="5478" y="4834"/>
                    <a:pt x="6085" y="4763"/>
                    <a:pt x="6850" y="4587"/>
                  </a:cubicBezTo>
                  <a:cubicBezTo>
                    <a:pt x="6901" y="4576"/>
                    <a:pt x="6949" y="4570"/>
                    <a:pt x="6994" y="4570"/>
                  </a:cubicBezTo>
                  <a:cubicBezTo>
                    <a:pt x="7930" y="4570"/>
                    <a:pt x="7592" y="6960"/>
                    <a:pt x="8570" y="6960"/>
                  </a:cubicBezTo>
                  <a:cubicBezTo>
                    <a:pt x="8704" y="6960"/>
                    <a:pt x="8862" y="6916"/>
                    <a:pt x="9052" y="6814"/>
                  </a:cubicBezTo>
                  <a:cubicBezTo>
                    <a:pt x="9052" y="6814"/>
                    <a:pt x="11803" y="230"/>
                    <a:pt x="4516" y="3"/>
                  </a:cubicBezTo>
                  <a:cubicBezTo>
                    <a:pt x="4444" y="1"/>
                    <a:pt x="4374" y="0"/>
                    <a:pt x="43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0" name="Google Shape;6400;p45"/>
            <p:cNvSpPr/>
            <p:nvPr/>
          </p:nvSpPr>
          <p:spPr>
            <a:xfrm>
              <a:off x="5048275" y="3925600"/>
              <a:ext cx="117850" cy="380950"/>
            </a:xfrm>
            <a:custGeom>
              <a:avLst/>
              <a:gdLst/>
              <a:ahLst/>
              <a:cxnLst/>
              <a:rect l="l" t="t" r="r" b="b"/>
              <a:pathLst>
                <a:path w="4714" h="15238" extrusionOk="0">
                  <a:moveTo>
                    <a:pt x="2642" y="1"/>
                  </a:moveTo>
                  <a:lnTo>
                    <a:pt x="106" y="2025"/>
                  </a:lnTo>
                  <a:cubicBezTo>
                    <a:pt x="618" y="5144"/>
                    <a:pt x="1237" y="7645"/>
                    <a:pt x="1178" y="9014"/>
                  </a:cubicBezTo>
                  <a:cubicBezTo>
                    <a:pt x="1118" y="10383"/>
                    <a:pt x="201" y="13860"/>
                    <a:pt x="82" y="14491"/>
                  </a:cubicBezTo>
                  <a:cubicBezTo>
                    <a:pt x="1" y="14914"/>
                    <a:pt x="237" y="14981"/>
                    <a:pt x="394" y="14981"/>
                  </a:cubicBezTo>
                  <a:cubicBezTo>
                    <a:pt x="467" y="14981"/>
                    <a:pt x="523" y="14967"/>
                    <a:pt x="523" y="14967"/>
                  </a:cubicBezTo>
                  <a:cubicBezTo>
                    <a:pt x="867" y="15179"/>
                    <a:pt x="1288" y="15238"/>
                    <a:pt x="1651" y="15238"/>
                  </a:cubicBezTo>
                  <a:cubicBezTo>
                    <a:pt x="2103" y="15238"/>
                    <a:pt x="2464" y="15146"/>
                    <a:pt x="2464" y="15146"/>
                  </a:cubicBezTo>
                  <a:cubicBezTo>
                    <a:pt x="2663" y="15178"/>
                    <a:pt x="2843" y="15193"/>
                    <a:pt x="3006" y="15193"/>
                  </a:cubicBezTo>
                  <a:cubicBezTo>
                    <a:pt x="4475" y="15193"/>
                    <a:pt x="4571" y="13961"/>
                    <a:pt x="4571" y="12729"/>
                  </a:cubicBezTo>
                  <a:cubicBezTo>
                    <a:pt x="4571" y="11360"/>
                    <a:pt x="4535" y="9669"/>
                    <a:pt x="4631" y="8954"/>
                  </a:cubicBezTo>
                  <a:cubicBezTo>
                    <a:pt x="4714" y="8240"/>
                    <a:pt x="4071" y="7764"/>
                    <a:pt x="3952" y="6371"/>
                  </a:cubicBezTo>
                  <a:cubicBezTo>
                    <a:pt x="3833" y="4966"/>
                    <a:pt x="3595" y="5264"/>
                    <a:pt x="3321" y="4466"/>
                  </a:cubicBezTo>
                  <a:cubicBezTo>
                    <a:pt x="3059" y="3656"/>
                    <a:pt x="2642" y="1"/>
                    <a:pt x="2642" y="1"/>
                  </a:cubicBezTo>
                  <a:close/>
                </a:path>
              </a:pathLst>
            </a:custGeom>
            <a:solidFill>
              <a:srgbClr val="F7B2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1" name="Google Shape;6401;p45"/>
            <p:cNvSpPr/>
            <p:nvPr/>
          </p:nvSpPr>
          <p:spPr>
            <a:xfrm>
              <a:off x="4869650" y="2924300"/>
              <a:ext cx="699225" cy="1084100"/>
            </a:xfrm>
            <a:custGeom>
              <a:avLst/>
              <a:gdLst/>
              <a:ahLst/>
              <a:cxnLst/>
              <a:rect l="l" t="t" r="r" b="b"/>
              <a:pathLst>
                <a:path w="27969" h="43364" extrusionOk="0">
                  <a:moveTo>
                    <a:pt x="19003" y="0"/>
                  </a:moveTo>
                  <a:lnTo>
                    <a:pt x="1429" y="72"/>
                  </a:lnTo>
                  <a:cubicBezTo>
                    <a:pt x="1429" y="72"/>
                    <a:pt x="0" y="3346"/>
                    <a:pt x="596" y="7751"/>
                  </a:cubicBezTo>
                  <a:cubicBezTo>
                    <a:pt x="1191" y="12157"/>
                    <a:pt x="2536" y="16467"/>
                    <a:pt x="3346" y="23956"/>
                  </a:cubicBezTo>
                  <a:cubicBezTo>
                    <a:pt x="4144" y="31457"/>
                    <a:pt x="4679" y="35160"/>
                    <a:pt x="5168" y="37886"/>
                  </a:cubicBezTo>
                  <a:cubicBezTo>
                    <a:pt x="5668" y="40601"/>
                    <a:pt x="5620" y="42613"/>
                    <a:pt x="5620" y="42613"/>
                  </a:cubicBezTo>
                  <a:cubicBezTo>
                    <a:pt x="5941" y="42827"/>
                    <a:pt x="6811" y="43351"/>
                    <a:pt x="8025" y="43363"/>
                  </a:cubicBezTo>
                  <a:cubicBezTo>
                    <a:pt x="8051" y="43363"/>
                    <a:pt x="8077" y="43364"/>
                    <a:pt x="8103" y="43364"/>
                  </a:cubicBezTo>
                  <a:cubicBezTo>
                    <a:pt x="9395" y="43364"/>
                    <a:pt x="10305" y="42787"/>
                    <a:pt x="10621" y="42565"/>
                  </a:cubicBezTo>
                  <a:cubicBezTo>
                    <a:pt x="10621" y="42565"/>
                    <a:pt x="10347" y="29004"/>
                    <a:pt x="10216" y="26551"/>
                  </a:cubicBezTo>
                  <a:cubicBezTo>
                    <a:pt x="10085" y="24099"/>
                    <a:pt x="9859" y="16550"/>
                    <a:pt x="9811" y="14990"/>
                  </a:cubicBezTo>
                  <a:cubicBezTo>
                    <a:pt x="9763" y="13431"/>
                    <a:pt x="9906" y="8478"/>
                    <a:pt x="10573" y="8478"/>
                  </a:cubicBezTo>
                  <a:cubicBezTo>
                    <a:pt x="11240" y="8478"/>
                    <a:pt x="13561" y="14228"/>
                    <a:pt x="14323" y="16336"/>
                  </a:cubicBezTo>
                  <a:cubicBezTo>
                    <a:pt x="15074" y="18431"/>
                    <a:pt x="15216" y="19408"/>
                    <a:pt x="16990" y="24456"/>
                  </a:cubicBezTo>
                  <a:cubicBezTo>
                    <a:pt x="18776" y="29492"/>
                    <a:pt x="23372" y="42339"/>
                    <a:pt x="23372" y="42339"/>
                  </a:cubicBezTo>
                  <a:cubicBezTo>
                    <a:pt x="23372" y="42339"/>
                    <a:pt x="23933" y="42457"/>
                    <a:pt x="24716" y="42457"/>
                  </a:cubicBezTo>
                  <a:cubicBezTo>
                    <a:pt x="25674" y="42457"/>
                    <a:pt x="26965" y="42280"/>
                    <a:pt x="27968" y="41494"/>
                  </a:cubicBezTo>
                  <a:cubicBezTo>
                    <a:pt x="27968" y="41494"/>
                    <a:pt x="25920" y="31457"/>
                    <a:pt x="24753" y="27801"/>
                  </a:cubicBezTo>
                  <a:cubicBezTo>
                    <a:pt x="23598" y="24134"/>
                    <a:pt x="23086" y="16633"/>
                    <a:pt x="22836" y="15169"/>
                  </a:cubicBezTo>
                  <a:cubicBezTo>
                    <a:pt x="21551" y="7454"/>
                    <a:pt x="19003" y="0"/>
                    <a:pt x="190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2" name="Google Shape;6402;p45"/>
            <p:cNvSpPr/>
            <p:nvPr/>
          </p:nvSpPr>
          <p:spPr>
            <a:xfrm>
              <a:off x="4987828" y="2236892"/>
              <a:ext cx="294400" cy="761503"/>
            </a:xfrm>
            <a:custGeom>
              <a:avLst/>
              <a:gdLst/>
              <a:ahLst/>
              <a:cxnLst/>
              <a:rect l="l" t="t" r="r" b="b"/>
              <a:pathLst>
                <a:path w="11776" h="28264" extrusionOk="0">
                  <a:moveTo>
                    <a:pt x="4370" y="1"/>
                  </a:moveTo>
                  <a:lnTo>
                    <a:pt x="0" y="26623"/>
                  </a:lnTo>
                  <a:cubicBezTo>
                    <a:pt x="1119" y="27123"/>
                    <a:pt x="2536" y="27623"/>
                    <a:pt x="4227" y="27933"/>
                  </a:cubicBezTo>
                  <a:cubicBezTo>
                    <a:pt x="5492" y="28172"/>
                    <a:pt x="6682" y="28263"/>
                    <a:pt x="7765" y="28263"/>
                  </a:cubicBezTo>
                  <a:cubicBezTo>
                    <a:pt x="9372" y="28263"/>
                    <a:pt x="10744" y="28063"/>
                    <a:pt x="11775" y="27849"/>
                  </a:cubicBezTo>
                  <a:lnTo>
                    <a:pt x="9323" y="1144"/>
                  </a:lnTo>
                  <a:cubicBezTo>
                    <a:pt x="9105" y="1316"/>
                    <a:pt x="8357" y="1896"/>
                    <a:pt x="7281" y="1896"/>
                  </a:cubicBezTo>
                  <a:cubicBezTo>
                    <a:pt x="7239" y="1896"/>
                    <a:pt x="7198" y="1896"/>
                    <a:pt x="7156" y="1894"/>
                  </a:cubicBezTo>
                  <a:cubicBezTo>
                    <a:pt x="5989" y="1846"/>
                    <a:pt x="4929" y="1120"/>
                    <a:pt x="43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3" name="Google Shape;6403;p45"/>
            <p:cNvSpPr/>
            <p:nvPr/>
          </p:nvSpPr>
          <p:spPr>
            <a:xfrm>
              <a:off x="5241425" y="2250700"/>
              <a:ext cx="205400" cy="484600"/>
            </a:xfrm>
            <a:custGeom>
              <a:avLst/>
              <a:gdLst/>
              <a:ahLst/>
              <a:cxnLst/>
              <a:rect l="l" t="t" r="r" b="b"/>
              <a:pathLst>
                <a:path w="8216" h="19384" extrusionOk="0">
                  <a:moveTo>
                    <a:pt x="6715" y="1"/>
                  </a:moveTo>
                  <a:lnTo>
                    <a:pt x="4822" y="4858"/>
                  </a:lnTo>
                  <a:cubicBezTo>
                    <a:pt x="4822" y="4858"/>
                    <a:pt x="4822" y="11395"/>
                    <a:pt x="4155" y="12240"/>
                  </a:cubicBezTo>
                  <a:cubicBezTo>
                    <a:pt x="3489" y="13086"/>
                    <a:pt x="0" y="14407"/>
                    <a:pt x="0" y="14407"/>
                  </a:cubicBezTo>
                  <a:lnTo>
                    <a:pt x="4179" y="19384"/>
                  </a:lnTo>
                  <a:cubicBezTo>
                    <a:pt x="6894" y="17169"/>
                    <a:pt x="7323" y="15503"/>
                    <a:pt x="7763" y="13919"/>
                  </a:cubicBezTo>
                  <a:cubicBezTo>
                    <a:pt x="8215" y="12336"/>
                    <a:pt x="8013" y="7156"/>
                    <a:pt x="8013" y="7156"/>
                  </a:cubicBezTo>
                  <a:cubicBezTo>
                    <a:pt x="7942" y="5144"/>
                    <a:pt x="8061" y="2870"/>
                    <a:pt x="7906" y="1596"/>
                  </a:cubicBezTo>
                  <a:cubicBezTo>
                    <a:pt x="7751" y="334"/>
                    <a:pt x="6715" y="1"/>
                    <a:pt x="67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4" name="Google Shape;6404;p45"/>
            <p:cNvSpPr/>
            <p:nvPr/>
          </p:nvSpPr>
          <p:spPr>
            <a:xfrm>
              <a:off x="4857750" y="2168250"/>
              <a:ext cx="244675" cy="875200"/>
            </a:xfrm>
            <a:custGeom>
              <a:avLst/>
              <a:gdLst/>
              <a:ahLst/>
              <a:cxnLst/>
              <a:rect l="l" t="t" r="r" b="b"/>
              <a:pathLst>
                <a:path w="9787" h="35008" extrusionOk="0">
                  <a:moveTo>
                    <a:pt x="9680" y="1"/>
                  </a:moveTo>
                  <a:lnTo>
                    <a:pt x="9680" y="1"/>
                  </a:lnTo>
                  <a:cubicBezTo>
                    <a:pt x="9251" y="465"/>
                    <a:pt x="8846" y="1167"/>
                    <a:pt x="7703" y="1691"/>
                  </a:cubicBezTo>
                  <a:cubicBezTo>
                    <a:pt x="6775" y="2108"/>
                    <a:pt x="5929" y="2251"/>
                    <a:pt x="5346" y="2310"/>
                  </a:cubicBezTo>
                  <a:lnTo>
                    <a:pt x="3774" y="19158"/>
                  </a:lnTo>
                  <a:cubicBezTo>
                    <a:pt x="3774" y="19158"/>
                    <a:pt x="3096" y="20825"/>
                    <a:pt x="2084" y="23742"/>
                  </a:cubicBezTo>
                  <a:cubicBezTo>
                    <a:pt x="1072" y="26659"/>
                    <a:pt x="0" y="34422"/>
                    <a:pt x="0" y="34422"/>
                  </a:cubicBezTo>
                  <a:cubicBezTo>
                    <a:pt x="868" y="34897"/>
                    <a:pt x="1520" y="35008"/>
                    <a:pt x="1940" y="35008"/>
                  </a:cubicBezTo>
                  <a:cubicBezTo>
                    <a:pt x="2310" y="35008"/>
                    <a:pt x="2500" y="34922"/>
                    <a:pt x="2500" y="34922"/>
                  </a:cubicBezTo>
                  <a:cubicBezTo>
                    <a:pt x="4155" y="34362"/>
                    <a:pt x="4965" y="32159"/>
                    <a:pt x="5203" y="31564"/>
                  </a:cubicBezTo>
                  <a:cubicBezTo>
                    <a:pt x="5441" y="30969"/>
                    <a:pt x="6239" y="28230"/>
                    <a:pt x="7251" y="25647"/>
                  </a:cubicBezTo>
                  <a:cubicBezTo>
                    <a:pt x="8263" y="23063"/>
                    <a:pt x="9573" y="21003"/>
                    <a:pt x="9573" y="21003"/>
                  </a:cubicBezTo>
                  <a:lnTo>
                    <a:pt x="9668" y="19015"/>
                  </a:lnTo>
                  <a:cubicBezTo>
                    <a:pt x="9787" y="12681"/>
                    <a:pt x="9561" y="6335"/>
                    <a:pt x="96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5" name="Google Shape;6405;p45"/>
            <p:cNvSpPr/>
            <p:nvPr/>
          </p:nvSpPr>
          <p:spPr>
            <a:xfrm>
              <a:off x="5014600" y="2168250"/>
              <a:ext cx="85150" cy="480150"/>
            </a:xfrm>
            <a:custGeom>
              <a:avLst/>
              <a:gdLst/>
              <a:ahLst/>
              <a:cxnLst/>
              <a:rect l="l" t="t" r="r" b="b"/>
              <a:pathLst>
                <a:path w="3406" h="19206" extrusionOk="0">
                  <a:moveTo>
                    <a:pt x="3406" y="1"/>
                  </a:moveTo>
                  <a:cubicBezTo>
                    <a:pt x="3406" y="1"/>
                    <a:pt x="1584" y="1787"/>
                    <a:pt x="1" y="3834"/>
                  </a:cubicBezTo>
                  <a:cubicBezTo>
                    <a:pt x="1" y="3834"/>
                    <a:pt x="24" y="8704"/>
                    <a:pt x="441" y="10752"/>
                  </a:cubicBezTo>
                  <a:cubicBezTo>
                    <a:pt x="858" y="12812"/>
                    <a:pt x="3334" y="19205"/>
                    <a:pt x="3334" y="19205"/>
                  </a:cubicBezTo>
                  <a:lnTo>
                    <a:pt x="340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6" name="Google Shape;6406;p45"/>
            <p:cNvSpPr/>
            <p:nvPr/>
          </p:nvSpPr>
          <p:spPr>
            <a:xfrm>
              <a:off x="5185450" y="2210825"/>
              <a:ext cx="267025" cy="854025"/>
            </a:xfrm>
            <a:custGeom>
              <a:avLst/>
              <a:gdLst/>
              <a:ahLst/>
              <a:cxnLst/>
              <a:rect l="l" t="t" r="r" b="b"/>
              <a:pathLst>
                <a:path w="10681" h="34161" extrusionOk="0">
                  <a:moveTo>
                    <a:pt x="3632" y="0"/>
                  </a:moveTo>
                  <a:lnTo>
                    <a:pt x="1" y="17395"/>
                  </a:lnTo>
                  <a:lnTo>
                    <a:pt x="215" y="19038"/>
                  </a:lnTo>
                  <a:cubicBezTo>
                    <a:pt x="215" y="19038"/>
                    <a:pt x="2894" y="32719"/>
                    <a:pt x="5775" y="33850"/>
                  </a:cubicBezTo>
                  <a:cubicBezTo>
                    <a:pt x="6340" y="34071"/>
                    <a:pt x="6871" y="34160"/>
                    <a:pt x="7361" y="34160"/>
                  </a:cubicBezTo>
                  <a:cubicBezTo>
                    <a:pt x="9372" y="34160"/>
                    <a:pt x="10681" y="32659"/>
                    <a:pt x="10681" y="32659"/>
                  </a:cubicBezTo>
                  <a:cubicBezTo>
                    <a:pt x="10681" y="32659"/>
                    <a:pt x="8573" y="25872"/>
                    <a:pt x="8157" y="23586"/>
                  </a:cubicBezTo>
                  <a:cubicBezTo>
                    <a:pt x="7740" y="21300"/>
                    <a:pt x="7918" y="19062"/>
                    <a:pt x="7918" y="19062"/>
                  </a:cubicBezTo>
                  <a:lnTo>
                    <a:pt x="8954" y="1596"/>
                  </a:lnTo>
                  <a:cubicBezTo>
                    <a:pt x="8954" y="1596"/>
                    <a:pt x="8216" y="1334"/>
                    <a:pt x="6883" y="1036"/>
                  </a:cubicBezTo>
                  <a:cubicBezTo>
                    <a:pt x="5537" y="738"/>
                    <a:pt x="3632" y="0"/>
                    <a:pt x="36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7" name="Google Shape;6407;p45"/>
            <p:cNvSpPr/>
            <p:nvPr/>
          </p:nvSpPr>
          <p:spPr>
            <a:xfrm>
              <a:off x="5181000" y="2173600"/>
              <a:ext cx="145875" cy="484925"/>
            </a:xfrm>
            <a:custGeom>
              <a:avLst/>
              <a:gdLst/>
              <a:ahLst/>
              <a:cxnLst/>
              <a:rect l="l" t="t" r="r" b="b"/>
              <a:pathLst>
                <a:path w="5835" h="19397" extrusionOk="0">
                  <a:moveTo>
                    <a:pt x="2393" y="1"/>
                  </a:moveTo>
                  <a:cubicBezTo>
                    <a:pt x="2393" y="1"/>
                    <a:pt x="1369" y="4787"/>
                    <a:pt x="691" y="8716"/>
                  </a:cubicBezTo>
                  <a:cubicBezTo>
                    <a:pt x="0" y="12645"/>
                    <a:pt x="119" y="19396"/>
                    <a:pt x="119" y="19396"/>
                  </a:cubicBezTo>
                  <a:cubicBezTo>
                    <a:pt x="119" y="19396"/>
                    <a:pt x="2620" y="11657"/>
                    <a:pt x="3513" y="9693"/>
                  </a:cubicBezTo>
                  <a:cubicBezTo>
                    <a:pt x="4406" y="7740"/>
                    <a:pt x="5834" y="5561"/>
                    <a:pt x="5656" y="2823"/>
                  </a:cubicBezTo>
                  <a:cubicBezTo>
                    <a:pt x="5179" y="2501"/>
                    <a:pt x="4679" y="2132"/>
                    <a:pt x="4167" y="1692"/>
                  </a:cubicBezTo>
                  <a:cubicBezTo>
                    <a:pt x="3477" y="1120"/>
                    <a:pt x="2893" y="537"/>
                    <a:pt x="239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8" name="Google Shape;6408;p45"/>
            <p:cNvSpPr/>
            <p:nvPr/>
          </p:nvSpPr>
          <p:spPr>
            <a:xfrm>
              <a:off x="4975025" y="2586750"/>
              <a:ext cx="353925" cy="127425"/>
            </a:xfrm>
            <a:custGeom>
              <a:avLst/>
              <a:gdLst/>
              <a:ahLst/>
              <a:cxnLst/>
              <a:rect l="l" t="t" r="r" b="b"/>
              <a:pathLst>
                <a:path w="14157" h="5097" extrusionOk="0">
                  <a:moveTo>
                    <a:pt x="1965" y="1"/>
                  </a:moveTo>
                  <a:lnTo>
                    <a:pt x="0" y="1668"/>
                  </a:lnTo>
                  <a:cubicBezTo>
                    <a:pt x="48" y="2144"/>
                    <a:pt x="107" y="2537"/>
                    <a:pt x="214" y="2775"/>
                  </a:cubicBezTo>
                  <a:cubicBezTo>
                    <a:pt x="463" y="3383"/>
                    <a:pt x="992" y="3529"/>
                    <a:pt x="1443" y="3529"/>
                  </a:cubicBezTo>
                  <a:cubicBezTo>
                    <a:pt x="1856" y="3529"/>
                    <a:pt x="2203" y="3406"/>
                    <a:pt x="2203" y="3406"/>
                  </a:cubicBezTo>
                  <a:lnTo>
                    <a:pt x="14157" y="5097"/>
                  </a:lnTo>
                  <a:lnTo>
                    <a:pt x="14157" y="5097"/>
                  </a:lnTo>
                  <a:lnTo>
                    <a:pt x="10918" y="1263"/>
                  </a:lnTo>
                  <a:lnTo>
                    <a:pt x="2024" y="489"/>
                  </a:lnTo>
                  <a:cubicBezTo>
                    <a:pt x="2024" y="489"/>
                    <a:pt x="2000" y="298"/>
                    <a:pt x="1965" y="1"/>
                  </a:cubicBezTo>
                  <a:close/>
                </a:path>
              </a:pathLst>
            </a:custGeom>
            <a:solidFill>
              <a:srgbClr val="FFA8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9" name="Google Shape;6409;p45"/>
            <p:cNvSpPr/>
            <p:nvPr/>
          </p:nvSpPr>
          <p:spPr>
            <a:xfrm>
              <a:off x="4982750" y="2431975"/>
              <a:ext cx="462875" cy="227425"/>
            </a:xfrm>
            <a:custGeom>
              <a:avLst/>
              <a:gdLst/>
              <a:ahLst/>
              <a:cxnLst/>
              <a:rect l="l" t="t" r="r" b="b"/>
              <a:pathLst>
                <a:path w="18515" h="9097" extrusionOk="0">
                  <a:moveTo>
                    <a:pt x="17038" y="1"/>
                  </a:moveTo>
                  <a:lnTo>
                    <a:pt x="17038" y="1"/>
                  </a:lnTo>
                  <a:cubicBezTo>
                    <a:pt x="16788" y="36"/>
                    <a:pt x="16169" y="96"/>
                    <a:pt x="16169" y="96"/>
                  </a:cubicBezTo>
                  <a:cubicBezTo>
                    <a:pt x="16169" y="96"/>
                    <a:pt x="15312" y="536"/>
                    <a:pt x="14991" y="667"/>
                  </a:cubicBezTo>
                  <a:cubicBezTo>
                    <a:pt x="14657" y="810"/>
                    <a:pt x="14514" y="1120"/>
                    <a:pt x="14514" y="1120"/>
                  </a:cubicBezTo>
                  <a:cubicBezTo>
                    <a:pt x="14514" y="1120"/>
                    <a:pt x="14062" y="1953"/>
                    <a:pt x="13598" y="2727"/>
                  </a:cubicBezTo>
                  <a:cubicBezTo>
                    <a:pt x="13145" y="3501"/>
                    <a:pt x="11740" y="5215"/>
                    <a:pt x="11740" y="5215"/>
                  </a:cubicBezTo>
                  <a:lnTo>
                    <a:pt x="2370" y="5108"/>
                  </a:lnTo>
                  <a:lnTo>
                    <a:pt x="1" y="9097"/>
                  </a:lnTo>
                  <a:cubicBezTo>
                    <a:pt x="1" y="9097"/>
                    <a:pt x="7002" y="8406"/>
                    <a:pt x="8275" y="8097"/>
                  </a:cubicBezTo>
                  <a:cubicBezTo>
                    <a:pt x="9549" y="7775"/>
                    <a:pt x="11740" y="7109"/>
                    <a:pt x="11740" y="7109"/>
                  </a:cubicBezTo>
                  <a:cubicBezTo>
                    <a:pt x="11845" y="7115"/>
                    <a:pt x="11945" y="7118"/>
                    <a:pt x="12040" y="7118"/>
                  </a:cubicBezTo>
                  <a:cubicBezTo>
                    <a:pt x="13921" y="7118"/>
                    <a:pt x="14169" y="5954"/>
                    <a:pt x="14169" y="5954"/>
                  </a:cubicBezTo>
                  <a:lnTo>
                    <a:pt x="15586" y="3822"/>
                  </a:lnTo>
                  <a:cubicBezTo>
                    <a:pt x="15733" y="3737"/>
                    <a:pt x="15883" y="3706"/>
                    <a:pt x="16022" y="3706"/>
                  </a:cubicBezTo>
                  <a:cubicBezTo>
                    <a:pt x="16367" y="3706"/>
                    <a:pt x="16646" y="3894"/>
                    <a:pt x="16646" y="3894"/>
                  </a:cubicBezTo>
                  <a:cubicBezTo>
                    <a:pt x="16646" y="3894"/>
                    <a:pt x="16872" y="4168"/>
                    <a:pt x="16908" y="4644"/>
                  </a:cubicBezTo>
                  <a:cubicBezTo>
                    <a:pt x="16931" y="5120"/>
                    <a:pt x="17419" y="5120"/>
                    <a:pt x="17419" y="5120"/>
                  </a:cubicBezTo>
                  <a:lnTo>
                    <a:pt x="17503" y="4287"/>
                  </a:lnTo>
                  <a:lnTo>
                    <a:pt x="16491" y="3037"/>
                  </a:lnTo>
                  <a:lnTo>
                    <a:pt x="16491" y="3037"/>
                  </a:lnTo>
                  <a:cubicBezTo>
                    <a:pt x="16491" y="3037"/>
                    <a:pt x="17205" y="3477"/>
                    <a:pt x="17586" y="3918"/>
                  </a:cubicBezTo>
                  <a:cubicBezTo>
                    <a:pt x="17715" y="4325"/>
                    <a:pt x="17969" y="4442"/>
                    <a:pt x="18146" y="4442"/>
                  </a:cubicBezTo>
                  <a:cubicBezTo>
                    <a:pt x="18181" y="4442"/>
                    <a:pt x="18213" y="4438"/>
                    <a:pt x="18241" y="4430"/>
                  </a:cubicBezTo>
                  <a:cubicBezTo>
                    <a:pt x="18408" y="4394"/>
                    <a:pt x="18229" y="3680"/>
                    <a:pt x="18229" y="3680"/>
                  </a:cubicBezTo>
                  <a:lnTo>
                    <a:pt x="17336" y="2679"/>
                  </a:lnTo>
                  <a:lnTo>
                    <a:pt x="16134" y="1989"/>
                  </a:lnTo>
                  <a:lnTo>
                    <a:pt x="16134" y="1989"/>
                  </a:lnTo>
                  <a:lnTo>
                    <a:pt x="17241" y="2084"/>
                  </a:lnTo>
                  <a:cubicBezTo>
                    <a:pt x="17241" y="2084"/>
                    <a:pt x="17693" y="2620"/>
                    <a:pt x="18074" y="2787"/>
                  </a:cubicBezTo>
                  <a:cubicBezTo>
                    <a:pt x="18164" y="2822"/>
                    <a:pt x="18236" y="2836"/>
                    <a:pt x="18293" y="2836"/>
                  </a:cubicBezTo>
                  <a:cubicBezTo>
                    <a:pt x="18486" y="2836"/>
                    <a:pt x="18515" y="2679"/>
                    <a:pt x="18515" y="2679"/>
                  </a:cubicBezTo>
                  <a:lnTo>
                    <a:pt x="18098" y="1989"/>
                  </a:lnTo>
                  <a:lnTo>
                    <a:pt x="17027" y="1263"/>
                  </a:lnTo>
                  <a:lnTo>
                    <a:pt x="15443" y="1227"/>
                  </a:lnTo>
                  <a:lnTo>
                    <a:pt x="15860" y="905"/>
                  </a:lnTo>
                  <a:cubicBezTo>
                    <a:pt x="15860" y="905"/>
                    <a:pt x="16491" y="727"/>
                    <a:pt x="16872" y="524"/>
                  </a:cubicBezTo>
                  <a:cubicBezTo>
                    <a:pt x="17241" y="322"/>
                    <a:pt x="17038" y="1"/>
                    <a:pt x="17038" y="1"/>
                  </a:cubicBezTo>
                  <a:close/>
                </a:path>
              </a:pathLst>
            </a:custGeom>
            <a:solidFill>
              <a:srgbClr val="F7B2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0" name="Google Shape;6410;p45"/>
            <p:cNvSpPr/>
            <p:nvPr/>
          </p:nvSpPr>
          <p:spPr>
            <a:xfrm>
              <a:off x="4878575" y="2226000"/>
              <a:ext cx="177725" cy="439575"/>
            </a:xfrm>
            <a:custGeom>
              <a:avLst/>
              <a:gdLst/>
              <a:ahLst/>
              <a:cxnLst/>
              <a:rect l="l" t="t" r="r" b="b"/>
              <a:pathLst>
                <a:path w="7109" h="17583" extrusionOk="0">
                  <a:moveTo>
                    <a:pt x="4513" y="0"/>
                  </a:moveTo>
                  <a:lnTo>
                    <a:pt x="4513" y="0"/>
                  </a:lnTo>
                  <a:cubicBezTo>
                    <a:pt x="2370" y="298"/>
                    <a:pt x="1036" y="596"/>
                    <a:pt x="798" y="3418"/>
                  </a:cubicBezTo>
                  <a:cubicBezTo>
                    <a:pt x="584" y="5965"/>
                    <a:pt x="679" y="7049"/>
                    <a:pt x="441" y="9192"/>
                  </a:cubicBezTo>
                  <a:cubicBezTo>
                    <a:pt x="203" y="11335"/>
                    <a:pt x="0" y="14478"/>
                    <a:pt x="858" y="16169"/>
                  </a:cubicBezTo>
                  <a:cubicBezTo>
                    <a:pt x="1501" y="17420"/>
                    <a:pt x="3016" y="17582"/>
                    <a:pt x="3762" y="17582"/>
                  </a:cubicBezTo>
                  <a:cubicBezTo>
                    <a:pt x="4024" y="17582"/>
                    <a:pt x="4191" y="17562"/>
                    <a:pt x="4191" y="17562"/>
                  </a:cubicBezTo>
                  <a:lnTo>
                    <a:pt x="7108" y="13109"/>
                  </a:lnTo>
                  <a:cubicBezTo>
                    <a:pt x="7108" y="13109"/>
                    <a:pt x="6585" y="12966"/>
                    <a:pt x="5894" y="12740"/>
                  </a:cubicBezTo>
                  <a:lnTo>
                    <a:pt x="5894" y="12740"/>
                  </a:lnTo>
                  <a:cubicBezTo>
                    <a:pt x="5942" y="13169"/>
                    <a:pt x="5989" y="13562"/>
                    <a:pt x="6025" y="13859"/>
                  </a:cubicBezTo>
                  <a:lnTo>
                    <a:pt x="4072" y="15526"/>
                  </a:lnTo>
                  <a:cubicBezTo>
                    <a:pt x="3977" y="14502"/>
                    <a:pt x="3989" y="13109"/>
                    <a:pt x="4013" y="12097"/>
                  </a:cubicBezTo>
                  <a:lnTo>
                    <a:pt x="4025" y="11788"/>
                  </a:lnTo>
                  <a:cubicBezTo>
                    <a:pt x="4049" y="11299"/>
                    <a:pt x="4060" y="10942"/>
                    <a:pt x="4072" y="10811"/>
                  </a:cubicBezTo>
                  <a:lnTo>
                    <a:pt x="4072" y="10740"/>
                  </a:lnTo>
                  <a:lnTo>
                    <a:pt x="4108" y="9942"/>
                  </a:lnTo>
                  <a:lnTo>
                    <a:pt x="4108" y="9811"/>
                  </a:lnTo>
                  <a:lnTo>
                    <a:pt x="4203" y="7680"/>
                  </a:lnTo>
                  <a:lnTo>
                    <a:pt x="4489" y="1084"/>
                  </a:lnTo>
                  <a:lnTo>
                    <a:pt x="45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1" name="Google Shape;6411;p45"/>
            <p:cNvSpPr/>
            <p:nvPr/>
          </p:nvSpPr>
          <p:spPr>
            <a:xfrm>
              <a:off x="4949125" y="2403700"/>
              <a:ext cx="76825" cy="140825"/>
            </a:xfrm>
            <a:custGeom>
              <a:avLst/>
              <a:gdLst/>
              <a:ahLst/>
              <a:cxnLst/>
              <a:rect l="l" t="t" r="r" b="b"/>
              <a:pathLst>
                <a:path w="3073" h="5633" extrusionOk="0">
                  <a:moveTo>
                    <a:pt x="965" y="0"/>
                  </a:moveTo>
                  <a:cubicBezTo>
                    <a:pt x="524" y="131"/>
                    <a:pt x="703" y="501"/>
                    <a:pt x="703" y="501"/>
                  </a:cubicBezTo>
                  <a:lnTo>
                    <a:pt x="834" y="1108"/>
                  </a:lnTo>
                  <a:lnTo>
                    <a:pt x="465" y="751"/>
                  </a:lnTo>
                  <a:cubicBezTo>
                    <a:pt x="36" y="917"/>
                    <a:pt x="369" y="1417"/>
                    <a:pt x="369" y="1417"/>
                  </a:cubicBezTo>
                  <a:lnTo>
                    <a:pt x="1286" y="2703"/>
                  </a:lnTo>
                  <a:lnTo>
                    <a:pt x="1489" y="2989"/>
                  </a:lnTo>
                  <a:lnTo>
                    <a:pt x="1286" y="2834"/>
                  </a:lnTo>
                  <a:lnTo>
                    <a:pt x="310" y="2155"/>
                  </a:lnTo>
                  <a:lnTo>
                    <a:pt x="310" y="2155"/>
                  </a:lnTo>
                  <a:cubicBezTo>
                    <a:pt x="0" y="2513"/>
                    <a:pt x="346" y="2763"/>
                    <a:pt x="346" y="2763"/>
                  </a:cubicBezTo>
                  <a:lnTo>
                    <a:pt x="1250" y="3632"/>
                  </a:lnTo>
                  <a:lnTo>
                    <a:pt x="1250" y="3644"/>
                  </a:lnTo>
                  <a:cubicBezTo>
                    <a:pt x="1250" y="3644"/>
                    <a:pt x="1250" y="3656"/>
                    <a:pt x="1250" y="3703"/>
                  </a:cubicBezTo>
                  <a:cubicBezTo>
                    <a:pt x="1238" y="3834"/>
                    <a:pt x="1227" y="4191"/>
                    <a:pt x="1203" y="4680"/>
                  </a:cubicBezTo>
                  <a:cubicBezTo>
                    <a:pt x="1203" y="4775"/>
                    <a:pt x="1203" y="4882"/>
                    <a:pt x="1191" y="4989"/>
                  </a:cubicBezTo>
                  <a:cubicBezTo>
                    <a:pt x="1810" y="5227"/>
                    <a:pt x="2501" y="5454"/>
                    <a:pt x="3072" y="5632"/>
                  </a:cubicBezTo>
                  <a:cubicBezTo>
                    <a:pt x="2929" y="4453"/>
                    <a:pt x="2751" y="3001"/>
                    <a:pt x="2762" y="2715"/>
                  </a:cubicBezTo>
                  <a:cubicBezTo>
                    <a:pt x="2798" y="2215"/>
                    <a:pt x="2405" y="2013"/>
                    <a:pt x="2405" y="2013"/>
                  </a:cubicBezTo>
                  <a:lnTo>
                    <a:pt x="1381" y="572"/>
                  </a:lnTo>
                  <a:lnTo>
                    <a:pt x="965" y="0"/>
                  </a:lnTo>
                  <a:close/>
                </a:path>
              </a:pathLst>
            </a:custGeom>
            <a:solidFill>
              <a:srgbClr val="FFA8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2" name="Google Shape;6412;p45"/>
            <p:cNvSpPr/>
            <p:nvPr/>
          </p:nvSpPr>
          <p:spPr>
            <a:xfrm>
              <a:off x="5472700" y="3934550"/>
              <a:ext cx="219825" cy="349050"/>
            </a:xfrm>
            <a:custGeom>
              <a:avLst/>
              <a:gdLst/>
              <a:ahLst/>
              <a:cxnLst/>
              <a:rect l="l" t="t" r="r" b="b"/>
              <a:pathLst>
                <a:path w="8793" h="13962" extrusionOk="0">
                  <a:moveTo>
                    <a:pt x="0" y="0"/>
                  </a:moveTo>
                  <a:cubicBezTo>
                    <a:pt x="0" y="0"/>
                    <a:pt x="1274" y="4703"/>
                    <a:pt x="1608" y="5775"/>
                  </a:cubicBezTo>
                  <a:cubicBezTo>
                    <a:pt x="1929" y="6834"/>
                    <a:pt x="917" y="8085"/>
                    <a:pt x="1489" y="9037"/>
                  </a:cubicBezTo>
                  <a:cubicBezTo>
                    <a:pt x="2048" y="9990"/>
                    <a:pt x="3536" y="10644"/>
                    <a:pt x="3691" y="11275"/>
                  </a:cubicBezTo>
                  <a:cubicBezTo>
                    <a:pt x="3834" y="11894"/>
                    <a:pt x="4644" y="13538"/>
                    <a:pt x="5501" y="13680"/>
                  </a:cubicBezTo>
                  <a:cubicBezTo>
                    <a:pt x="5855" y="13886"/>
                    <a:pt x="6205" y="13961"/>
                    <a:pt x="6529" y="13961"/>
                  </a:cubicBezTo>
                  <a:cubicBezTo>
                    <a:pt x="7426" y="13961"/>
                    <a:pt x="8120" y="13383"/>
                    <a:pt x="8120" y="13383"/>
                  </a:cubicBezTo>
                  <a:cubicBezTo>
                    <a:pt x="8174" y="13394"/>
                    <a:pt x="8224" y="13399"/>
                    <a:pt x="8271" y="13399"/>
                  </a:cubicBezTo>
                  <a:cubicBezTo>
                    <a:pt x="8639" y="13399"/>
                    <a:pt x="8792" y="13090"/>
                    <a:pt x="8740" y="12847"/>
                  </a:cubicBezTo>
                  <a:cubicBezTo>
                    <a:pt x="8680" y="12585"/>
                    <a:pt x="8180" y="12585"/>
                    <a:pt x="7847" y="12252"/>
                  </a:cubicBezTo>
                  <a:cubicBezTo>
                    <a:pt x="7525" y="11930"/>
                    <a:pt x="6537" y="10621"/>
                    <a:pt x="6299" y="9847"/>
                  </a:cubicBezTo>
                  <a:cubicBezTo>
                    <a:pt x="6061" y="9073"/>
                    <a:pt x="5727" y="8085"/>
                    <a:pt x="5227" y="6394"/>
                  </a:cubicBezTo>
                  <a:cubicBezTo>
                    <a:pt x="4739" y="4703"/>
                    <a:pt x="3358" y="774"/>
                    <a:pt x="3358" y="77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7B2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3" name="Google Shape;6413;p45"/>
            <p:cNvSpPr/>
            <p:nvPr/>
          </p:nvSpPr>
          <p:spPr>
            <a:xfrm>
              <a:off x="5503650" y="4106875"/>
              <a:ext cx="198275" cy="177550"/>
            </a:xfrm>
            <a:custGeom>
              <a:avLst/>
              <a:gdLst/>
              <a:ahLst/>
              <a:cxnLst/>
              <a:rect l="l" t="t" r="r" b="b"/>
              <a:pathLst>
                <a:path w="7931" h="7102" extrusionOk="0">
                  <a:moveTo>
                    <a:pt x="358" y="1"/>
                  </a:moveTo>
                  <a:cubicBezTo>
                    <a:pt x="358" y="1"/>
                    <a:pt x="1" y="715"/>
                    <a:pt x="72" y="1358"/>
                  </a:cubicBezTo>
                  <a:lnTo>
                    <a:pt x="489" y="4966"/>
                  </a:lnTo>
                  <a:lnTo>
                    <a:pt x="798" y="5121"/>
                  </a:lnTo>
                  <a:lnTo>
                    <a:pt x="953" y="2942"/>
                  </a:lnTo>
                  <a:cubicBezTo>
                    <a:pt x="953" y="2942"/>
                    <a:pt x="2203" y="3930"/>
                    <a:pt x="2322" y="4287"/>
                  </a:cubicBezTo>
                  <a:cubicBezTo>
                    <a:pt x="2429" y="4632"/>
                    <a:pt x="3001" y="6561"/>
                    <a:pt x="4454" y="6966"/>
                  </a:cubicBezTo>
                  <a:cubicBezTo>
                    <a:pt x="4795" y="7064"/>
                    <a:pt x="5154" y="7101"/>
                    <a:pt x="5505" y="7101"/>
                  </a:cubicBezTo>
                  <a:cubicBezTo>
                    <a:pt x="6647" y="7101"/>
                    <a:pt x="7692" y="6704"/>
                    <a:pt x="7692" y="6704"/>
                  </a:cubicBezTo>
                  <a:cubicBezTo>
                    <a:pt x="7692" y="6704"/>
                    <a:pt x="7930" y="6097"/>
                    <a:pt x="7573" y="5823"/>
                  </a:cubicBezTo>
                  <a:cubicBezTo>
                    <a:pt x="7228" y="5537"/>
                    <a:pt x="6537" y="5287"/>
                    <a:pt x="6537" y="5287"/>
                  </a:cubicBezTo>
                  <a:cubicBezTo>
                    <a:pt x="6537" y="5287"/>
                    <a:pt x="6078" y="5426"/>
                    <a:pt x="5484" y="5426"/>
                  </a:cubicBezTo>
                  <a:cubicBezTo>
                    <a:pt x="5078" y="5426"/>
                    <a:pt x="4609" y="5362"/>
                    <a:pt x="4180" y="5144"/>
                  </a:cubicBezTo>
                  <a:cubicBezTo>
                    <a:pt x="3132" y="4597"/>
                    <a:pt x="358" y="1"/>
                    <a:pt x="3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4" name="Google Shape;6414;p45"/>
            <p:cNvSpPr/>
            <p:nvPr/>
          </p:nvSpPr>
          <p:spPr>
            <a:xfrm>
              <a:off x="5042575" y="4119375"/>
              <a:ext cx="123250" cy="212275"/>
            </a:xfrm>
            <a:custGeom>
              <a:avLst/>
              <a:gdLst/>
              <a:ahLst/>
              <a:cxnLst/>
              <a:rect l="l" t="t" r="r" b="b"/>
              <a:pathLst>
                <a:path w="4930" h="8491" extrusionOk="0">
                  <a:moveTo>
                    <a:pt x="4525" y="1"/>
                  </a:moveTo>
                  <a:lnTo>
                    <a:pt x="4525" y="1"/>
                  </a:lnTo>
                  <a:cubicBezTo>
                    <a:pt x="4716" y="525"/>
                    <a:pt x="4620" y="1370"/>
                    <a:pt x="4620" y="1370"/>
                  </a:cubicBezTo>
                  <a:cubicBezTo>
                    <a:pt x="4620" y="1370"/>
                    <a:pt x="4430" y="4061"/>
                    <a:pt x="4263" y="4787"/>
                  </a:cubicBezTo>
                  <a:cubicBezTo>
                    <a:pt x="4097" y="5514"/>
                    <a:pt x="3239" y="6454"/>
                    <a:pt x="1989" y="6454"/>
                  </a:cubicBezTo>
                  <a:cubicBezTo>
                    <a:pt x="751" y="6454"/>
                    <a:pt x="632" y="5359"/>
                    <a:pt x="632" y="5359"/>
                  </a:cubicBezTo>
                  <a:cubicBezTo>
                    <a:pt x="465" y="5787"/>
                    <a:pt x="310" y="6740"/>
                    <a:pt x="310" y="6740"/>
                  </a:cubicBezTo>
                  <a:cubicBezTo>
                    <a:pt x="310" y="6740"/>
                    <a:pt x="1" y="8109"/>
                    <a:pt x="1965" y="8490"/>
                  </a:cubicBezTo>
                  <a:cubicBezTo>
                    <a:pt x="4609" y="8335"/>
                    <a:pt x="4763" y="5906"/>
                    <a:pt x="4799" y="5347"/>
                  </a:cubicBezTo>
                  <a:cubicBezTo>
                    <a:pt x="4835" y="4787"/>
                    <a:pt x="4930" y="1668"/>
                    <a:pt x="4930" y="1168"/>
                  </a:cubicBezTo>
                  <a:cubicBezTo>
                    <a:pt x="4870" y="358"/>
                    <a:pt x="4525" y="1"/>
                    <a:pt x="45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DE9EF874-4D56-9365-53AB-D80F06E172B0}"/>
              </a:ext>
            </a:extLst>
          </p:cNvPr>
          <p:cNvSpPr txBox="1"/>
          <p:nvPr/>
        </p:nvSpPr>
        <p:spPr>
          <a:xfrm>
            <a:off x="3897892" y="1741375"/>
            <a:ext cx="38003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4000" dirty="0">
                <a:solidFill>
                  <a:srgbClr val="FFC000"/>
                </a:solidFill>
                <a:latin typeface="Limelight"/>
                <a:sym typeface="Limelight"/>
              </a:rPr>
              <a:t>Key Elements of a Hit </a:t>
            </a:r>
            <a:r>
              <a:rPr lang="en-US" altLang="zh-TW" sz="4000" dirty="0">
                <a:solidFill>
                  <a:srgbClr val="FFC000"/>
                </a:solidFill>
                <a:latin typeface="Limelight"/>
                <a:sym typeface="Limelight"/>
              </a:rPr>
              <a:t>Show</a:t>
            </a:r>
            <a:endParaRPr lang="zh-TW" altLang="en-US" sz="4000" dirty="0">
              <a:solidFill>
                <a:srgbClr val="FFC000"/>
              </a:solidFill>
              <a:latin typeface="Limelight"/>
              <a:sym typeface="Limelight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F7609CB-5346-640D-E4BA-01BC61D54A17}"/>
              </a:ext>
            </a:extLst>
          </p:cNvPr>
          <p:cNvSpPr txBox="1"/>
          <p:nvPr/>
        </p:nvSpPr>
        <p:spPr>
          <a:xfrm>
            <a:off x="3281998" y="3247491"/>
            <a:ext cx="50321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Exploring the essential elements behind a successful </a:t>
            </a:r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series</a:t>
            </a:r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.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  <a:sym typeface="Acto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5" name="Google Shape;7465;p62"/>
          <p:cNvSpPr txBox="1">
            <a:spLocks noGrp="1"/>
          </p:cNvSpPr>
          <p:nvPr>
            <p:ph type="title"/>
          </p:nvPr>
        </p:nvSpPr>
        <p:spPr>
          <a:xfrm>
            <a:off x="720000" y="6048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are the </a:t>
            </a:r>
            <a:r>
              <a:rPr lang="en" dirty="0">
                <a:solidFill>
                  <a:schemeClr val="accent2"/>
                </a:solidFill>
              </a:rPr>
              <a:t>awards?</a:t>
            </a:r>
            <a:endParaRPr dirty="0">
              <a:solidFill>
                <a:schemeClr val="accent2"/>
              </a:solidFill>
            </a:endParaRPr>
          </a:p>
        </p:txBody>
      </p:sp>
      <p:grpSp>
        <p:nvGrpSpPr>
          <p:cNvPr id="7479" name="Google Shape;7479;p62"/>
          <p:cNvGrpSpPr/>
          <p:nvPr/>
        </p:nvGrpSpPr>
        <p:grpSpPr>
          <a:xfrm>
            <a:off x="7642223" y="1833169"/>
            <a:ext cx="1336018" cy="2777570"/>
            <a:chOff x="7642223" y="1833169"/>
            <a:chExt cx="1336018" cy="2777570"/>
          </a:xfrm>
        </p:grpSpPr>
        <p:grpSp>
          <p:nvGrpSpPr>
            <p:cNvPr id="7480" name="Google Shape;7480;p62"/>
            <p:cNvGrpSpPr/>
            <p:nvPr/>
          </p:nvGrpSpPr>
          <p:grpSpPr>
            <a:xfrm>
              <a:off x="8194389" y="1833169"/>
              <a:ext cx="783852" cy="2727297"/>
              <a:chOff x="8191689" y="1830311"/>
              <a:chExt cx="783852" cy="2727297"/>
            </a:xfrm>
          </p:grpSpPr>
          <p:sp>
            <p:nvSpPr>
              <p:cNvPr id="7481" name="Google Shape;7481;p62"/>
              <p:cNvSpPr/>
              <p:nvPr/>
            </p:nvSpPr>
            <p:spPr>
              <a:xfrm>
                <a:off x="8259500" y="1877803"/>
                <a:ext cx="716041" cy="905118"/>
              </a:xfrm>
              <a:custGeom>
                <a:avLst/>
                <a:gdLst/>
                <a:ahLst/>
                <a:cxnLst/>
                <a:rect l="l" t="t" r="r" b="b"/>
                <a:pathLst>
                  <a:path w="24583" h="22103" extrusionOk="0">
                    <a:moveTo>
                      <a:pt x="12439" y="1"/>
                    </a:moveTo>
                    <a:cubicBezTo>
                      <a:pt x="10359" y="1"/>
                      <a:pt x="7723" y="365"/>
                      <a:pt x="7723" y="365"/>
                    </a:cubicBezTo>
                    <a:cubicBezTo>
                      <a:pt x="7723" y="365"/>
                      <a:pt x="7080" y="2449"/>
                      <a:pt x="6425" y="5318"/>
                    </a:cubicBezTo>
                    <a:cubicBezTo>
                      <a:pt x="6163" y="6509"/>
                      <a:pt x="4413" y="6533"/>
                      <a:pt x="3699" y="8259"/>
                    </a:cubicBezTo>
                    <a:cubicBezTo>
                      <a:pt x="3056" y="9843"/>
                      <a:pt x="3270" y="11640"/>
                      <a:pt x="3056" y="12640"/>
                    </a:cubicBezTo>
                    <a:cubicBezTo>
                      <a:pt x="2768" y="13977"/>
                      <a:pt x="2186" y="14255"/>
                      <a:pt x="1610" y="14255"/>
                    </a:cubicBezTo>
                    <a:cubicBezTo>
                      <a:pt x="1201" y="14255"/>
                      <a:pt x="795" y="14115"/>
                      <a:pt x="498" y="14115"/>
                    </a:cubicBezTo>
                    <a:cubicBezTo>
                      <a:pt x="191" y="14115"/>
                      <a:pt x="1" y="14264"/>
                      <a:pt x="44" y="14867"/>
                    </a:cubicBezTo>
                    <a:cubicBezTo>
                      <a:pt x="141" y="16234"/>
                      <a:pt x="8388" y="22102"/>
                      <a:pt x="15668" y="22102"/>
                    </a:cubicBezTo>
                    <a:cubicBezTo>
                      <a:pt x="19103" y="22102"/>
                      <a:pt x="22322" y="20796"/>
                      <a:pt x="24368" y="17093"/>
                    </a:cubicBezTo>
                    <a:cubicBezTo>
                      <a:pt x="24368" y="17093"/>
                      <a:pt x="24582" y="14938"/>
                      <a:pt x="21570" y="13069"/>
                    </a:cubicBezTo>
                    <a:cubicBezTo>
                      <a:pt x="18558" y="11200"/>
                      <a:pt x="18629" y="11640"/>
                      <a:pt x="18772" y="9342"/>
                    </a:cubicBezTo>
                    <a:cubicBezTo>
                      <a:pt x="18915" y="7045"/>
                      <a:pt x="19486" y="7187"/>
                      <a:pt x="17046" y="4461"/>
                    </a:cubicBezTo>
                    <a:cubicBezTo>
                      <a:pt x="15605" y="2842"/>
                      <a:pt x="16046" y="794"/>
                      <a:pt x="14462" y="222"/>
                    </a:cubicBezTo>
                    <a:cubicBezTo>
                      <a:pt x="14013" y="59"/>
                      <a:pt x="13270" y="1"/>
                      <a:pt x="1243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482" name="Google Shape;7482;p62"/>
              <p:cNvGrpSpPr/>
              <p:nvPr/>
            </p:nvGrpSpPr>
            <p:grpSpPr>
              <a:xfrm>
                <a:off x="8191689" y="1830311"/>
                <a:ext cx="736165" cy="2727297"/>
                <a:chOff x="3344225" y="1618000"/>
                <a:chExt cx="897325" cy="3324350"/>
              </a:xfrm>
            </p:grpSpPr>
            <p:sp>
              <p:nvSpPr>
                <p:cNvPr id="7483" name="Google Shape;7483;p62"/>
                <p:cNvSpPr/>
                <p:nvPr/>
              </p:nvSpPr>
              <p:spPr>
                <a:xfrm>
                  <a:off x="3782050" y="3045125"/>
                  <a:ext cx="414475" cy="180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9" h="72319" extrusionOk="0">
                      <a:moveTo>
                        <a:pt x="11375" y="0"/>
                      </a:moveTo>
                      <a:lnTo>
                        <a:pt x="0" y="5805"/>
                      </a:lnTo>
                      <a:cubicBezTo>
                        <a:pt x="0" y="5805"/>
                        <a:pt x="500" y="36527"/>
                        <a:pt x="2001" y="37594"/>
                      </a:cubicBezTo>
                      <a:lnTo>
                        <a:pt x="2869" y="38094"/>
                      </a:lnTo>
                      <a:lnTo>
                        <a:pt x="3536" y="72319"/>
                      </a:lnTo>
                      <a:lnTo>
                        <a:pt x="4837" y="72252"/>
                      </a:lnTo>
                      <a:cubicBezTo>
                        <a:pt x="4837" y="72252"/>
                        <a:pt x="12109" y="49136"/>
                        <a:pt x="9740" y="42364"/>
                      </a:cubicBezTo>
                      <a:cubicBezTo>
                        <a:pt x="7372" y="35626"/>
                        <a:pt x="6705" y="32223"/>
                        <a:pt x="7906" y="29555"/>
                      </a:cubicBezTo>
                      <a:cubicBezTo>
                        <a:pt x="9107" y="26886"/>
                        <a:pt x="16579" y="6372"/>
                        <a:pt x="11375" y="0"/>
                      </a:cubicBezTo>
                      <a:close/>
                    </a:path>
                  </a:pathLst>
                </a:custGeom>
                <a:solidFill>
                  <a:srgbClr val="F7AC8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4" name="Google Shape;7484;p62"/>
                <p:cNvSpPr/>
                <p:nvPr/>
              </p:nvSpPr>
              <p:spPr>
                <a:xfrm>
                  <a:off x="3511850" y="3176050"/>
                  <a:ext cx="388625" cy="1689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45" h="67583" extrusionOk="0">
                      <a:moveTo>
                        <a:pt x="4203" y="0"/>
                      </a:moveTo>
                      <a:lnTo>
                        <a:pt x="1335" y="33625"/>
                      </a:lnTo>
                      <a:lnTo>
                        <a:pt x="2202" y="34692"/>
                      </a:lnTo>
                      <a:lnTo>
                        <a:pt x="0" y="67482"/>
                      </a:lnTo>
                      <a:lnTo>
                        <a:pt x="1568" y="67582"/>
                      </a:lnTo>
                      <a:cubicBezTo>
                        <a:pt x="1568" y="67582"/>
                        <a:pt x="8173" y="46901"/>
                        <a:pt x="8673" y="44432"/>
                      </a:cubicBezTo>
                      <a:cubicBezTo>
                        <a:pt x="9140" y="41964"/>
                        <a:pt x="7306" y="34058"/>
                        <a:pt x="7306" y="34058"/>
                      </a:cubicBezTo>
                      <a:lnTo>
                        <a:pt x="15545" y="267"/>
                      </a:lnTo>
                      <a:lnTo>
                        <a:pt x="4203" y="0"/>
                      </a:lnTo>
                      <a:close/>
                    </a:path>
                  </a:pathLst>
                </a:custGeom>
                <a:solidFill>
                  <a:srgbClr val="F7AC8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5" name="Google Shape;7485;p62"/>
                <p:cNvSpPr/>
                <p:nvPr/>
              </p:nvSpPr>
              <p:spPr>
                <a:xfrm>
                  <a:off x="3782050" y="3045125"/>
                  <a:ext cx="414475" cy="1807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79" h="72319" extrusionOk="0">
                      <a:moveTo>
                        <a:pt x="11375" y="0"/>
                      </a:moveTo>
                      <a:lnTo>
                        <a:pt x="0" y="5805"/>
                      </a:lnTo>
                      <a:cubicBezTo>
                        <a:pt x="0" y="5805"/>
                        <a:pt x="500" y="36527"/>
                        <a:pt x="2001" y="37594"/>
                      </a:cubicBezTo>
                      <a:lnTo>
                        <a:pt x="2869" y="38094"/>
                      </a:lnTo>
                      <a:lnTo>
                        <a:pt x="3536" y="72319"/>
                      </a:lnTo>
                      <a:lnTo>
                        <a:pt x="4837" y="72252"/>
                      </a:lnTo>
                      <a:cubicBezTo>
                        <a:pt x="4837" y="72252"/>
                        <a:pt x="12109" y="49136"/>
                        <a:pt x="9740" y="42364"/>
                      </a:cubicBezTo>
                      <a:cubicBezTo>
                        <a:pt x="7372" y="35626"/>
                        <a:pt x="6705" y="32223"/>
                        <a:pt x="7906" y="29555"/>
                      </a:cubicBezTo>
                      <a:cubicBezTo>
                        <a:pt x="9107" y="26886"/>
                        <a:pt x="16579" y="6372"/>
                        <a:pt x="1137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6" name="Google Shape;7486;p62"/>
                <p:cNvSpPr/>
                <p:nvPr/>
              </p:nvSpPr>
              <p:spPr>
                <a:xfrm>
                  <a:off x="3511850" y="3176050"/>
                  <a:ext cx="388625" cy="1689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45" h="67583" extrusionOk="0">
                      <a:moveTo>
                        <a:pt x="4203" y="0"/>
                      </a:moveTo>
                      <a:lnTo>
                        <a:pt x="1335" y="33625"/>
                      </a:lnTo>
                      <a:lnTo>
                        <a:pt x="2202" y="34692"/>
                      </a:lnTo>
                      <a:lnTo>
                        <a:pt x="0" y="67482"/>
                      </a:lnTo>
                      <a:lnTo>
                        <a:pt x="1568" y="67582"/>
                      </a:lnTo>
                      <a:cubicBezTo>
                        <a:pt x="1568" y="67582"/>
                        <a:pt x="8173" y="46901"/>
                        <a:pt x="8673" y="44432"/>
                      </a:cubicBezTo>
                      <a:cubicBezTo>
                        <a:pt x="9140" y="41964"/>
                        <a:pt x="7306" y="34058"/>
                        <a:pt x="7306" y="34058"/>
                      </a:cubicBezTo>
                      <a:lnTo>
                        <a:pt x="15545" y="267"/>
                      </a:lnTo>
                      <a:lnTo>
                        <a:pt x="420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7" name="Google Shape;7487;p62"/>
                <p:cNvSpPr/>
                <p:nvPr/>
              </p:nvSpPr>
              <p:spPr>
                <a:xfrm>
                  <a:off x="3581900" y="2258850"/>
                  <a:ext cx="564600" cy="99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84" h="39822" extrusionOk="0">
                      <a:moveTo>
                        <a:pt x="12000" y="0"/>
                      </a:moveTo>
                      <a:cubicBezTo>
                        <a:pt x="9680" y="0"/>
                        <a:pt x="7906" y="229"/>
                        <a:pt x="7906" y="229"/>
                      </a:cubicBezTo>
                      <a:cubicBezTo>
                        <a:pt x="7745" y="213"/>
                        <a:pt x="7583" y="205"/>
                        <a:pt x="7421" y="205"/>
                      </a:cubicBezTo>
                      <a:cubicBezTo>
                        <a:pt x="3901" y="205"/>
                        <a:pt x="0" y="3832"/>
                        <a:pt x="0" y="3832"/>
                      </a:cubicBezTo>
                      <a:lnTo>
                        <a:pt x="1034" y="38223"/>
                      </a:lnTo>
                      <a:cubicBezTo>
                        <a:pt x="2713" y="39367"/>
                        <a:pt x="4524" y="39822"/>
                        <a:pt x="6342" y="39822"/>
                      </a:cubicBezTo>
                      <a:cubicBezTo>
                        <a:pt x="13375" y="39822"/>
                        <a:pt x="20515" y="33019"/>
                        <a:pt x="20515" y="33019"/>
                      </a:cubicBezTo>
                      <a:lnTo>
                        <a:pt x="15678" y="26181"/>
                      </a:lnTo>
                      <a:lnTo>
                        <a:pt x="22583" y="4399"/>
                      </a:lnTo>
                      <a:cubicBezTo>
                        <a:pt x="21633" y="682"/>
                        <a:pt x="16003" y="0"/>
                        <a:pt x="1200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8" name="Google Shape;7488;p62"/>
                <p:cNvSpPr/>
                <p:nvPr/>
              </p:nvSpPr>
              <p:spPr>
                <a:xfrm>
                  <a:off x="3570200" y="1648125"/>
                  <a:ext cx="534600" cy="60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384" h="24005" extrusionOk="0">
                      <a:moveTo>
                        <a:pt x="1636" y="6645"/>
                      </a:moveTo>
                      <a:lnTo>
                        <a:pt x="1721" y="6816"/>
                      </a:lnTo>
                      <a:lnTo>
                        <a:pt x="1721" y="6816"/>
                      </a:lnTo>
                      <a:cubicBezTo>
                        <a:pt x="1668" y="6705"/>
                        <a:pt x="1636" y="6645"/>
                        <a:pt x="1636" y="6645"/>
                      </a:cubicBezTo>
                      <a:close/>
                      <a:moveTo>
                        <a:pt x="10645" y="0"/>
                      </a:moveTo>
                      <a:cubicBezTo>
                        <a:pt x="5445" y="0"/>
                        <a:pt x="1" y="3253"/>
                        <a:pt x="1736" y="6845"/>
                      </a:cubicBezTo>
                      <a:lnTo>
                        <a:pt x="1721" y="6816"/>
                      </a:lnTo>
                      <a:lnTo>
                        <a:pt x="1721" y="6816"/>
                      </a:lnTo>
                      <a:cubicBezTo>
                        <a:pt x="2078" y="7564"/>
                        <a:pt x="3377" y="10650"/>
                        <a:pt x="2069" y="13583"/>
                      </a:cubicBezTo>
                      <a:cubicBezTo>
                        <a:pt x="1169" y="15618"/>
                        <a:pt x="4238" y="20255"/>
                        <a:pt x="6072" y="22757"/>
                      </a:cubicBezTo>
                      <a:cubicBezTo>
                        <a:pt x="6688" y="23544"/>
                        <a:pt x="7630" y="24005"/>
                        <a:pt x="8590" y="24005"/>
                      </a:cubicBezTo>
                      <a:cubicBezTo>
                        <a:pt x="8932" y="24005"/>
                        <a:pt x="9276" y="23947"/>
                        <a:pt x="9608" y="23824"/>
                      </a:cubicBezTo>
                      <a:cubicBezTo>
                        <a:pt x="11876" y="23057"/>
                        <a:pt x="13778" y="21656"/>
                        <a:pt x="14779" y="18520"/>
                      </a:cubicBezTo>
                      <a:cubicBezTo>
                        <a:pt x="16413" y="13650"/>
                        <a:pt x="21383" y="5177"/>
                        <a:pt x="15879" y="1441"/>
                      </a:cubicBezTo>
                      <a:cubicBezTo>
                        <a:pt x="14408" y="434"/>
                        <a:pt x="12543" y="0"/>
                        <a:pt x="10645" y="0"/>
                      </a:cubicBezTo>
                      <a:close/>
                    </a:path>
                  </a:pathLst>
                </a:custGeom>
                <a:solidFill>
                  <a:srgbClr val="F7B2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89" name="Google Shape;7489;p62"/>
                <p:cNvSpPr/>
                <p:nvPr/>
              </p:nvSpPr>
              <p:spPr>
                <a:xfrm>
                  <a:off x="3957175" y="1935725"/>
                  <a:ext cx="93425" cy="8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37" h="3314" extrusionOk="0">
                      <a:moveTo>
                        <a:pt x="1924" y="1"/>
                      </a:moveTo>
                      <a:cubicBezTo>
                        <a:pt x="1516" y="1"/>
                        <a:pt x="1099" y="76"/>
                        <a:pt x="767" y="145"/>
                      </a:cubicBezTo>
                      <a:lnTo>
                        <a:pt x="500" y="45"/>
                      </a:lnTo>
                      <a:cubicBezTo>
                        <a:pt x="0" y="312"/>
                        <a:pt x="67" y="1979"/>
                        <a:pt x="100" y="2513"/>
                      </a:cubicBezTo>
                      <a:cubicBezTo>
                        <a:pt x="200" y="3147"/>
                        <a:pt x="200" y="3180"/>
                        <a:pt x="834" y="3280"/>
                      </a:cubicBezTo>
                      <a:cubicBezTo>
                        <a:pt x="1001" y="3297"/>
                        <a:pt x="1259" y="3314"/>
                        <a:pt x="1514" y="3314"/>
                      </a:cubicBezTo>
                      <a:cubicBezTo>
                        <a:pt x="1768" y="3314"/>
                        <a:pt x="2018" y="3297"/>
                        <a:pt x="2168" y="3247"/>
                      </a:cubicBezTo>
                      <a:cubicBezTo>
                        <a:pt x="3036" y="2947"/>
                        <a:pt x="3736" y="1512"/>
                        <a:pt x="3336" y="678"/>
                      </a:cubicBezTo>
                      <a:cubicBezTo>
                        <a:pt x="3062" y="151"/>
                        <a:pt x="2502" y="1"/>
                        <a:pt x="1924" y="1"/>
                      </a:cubicBezTo>
                      <a:close/>
                    </a:path>
                  </a:pathLst>
                </a:custGeom>
                <a:solidFill>
                  <a:srgbClr val="F7AC8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0" name="Google Shape;7490;p62"/>
                <p:cNvSpPr/>
                <p:nvPr/>
              </p:nvSpPr>
              <p:spPr>
                <a:xfrm>
                  <a:off x="3458550" y="1618000"/>
                  <a:ext cx="609550" cy="35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382" h="14289" extrusionOk="0">
                      <a:moveTo>
                        <a:pt x="16273" y="1"/>
                      </a:moveTo>
                      <a:cubicBezTo>
                        <a:pt x="16229" y="1"/>
                        <a:pt x="16185" y="4"/>
                        <a:pt x="16142" y="11"/>
                      </a:cubicBezTo>
                      <a:cubicBezTo>
                        <a:pt x="16083" y="17"/>
                        <a:pt x="15970" y="19"/>
                        <a:pt x="15813" y="19"/>
                      </a:cubicBezTo>
                      <a:cubicBezTo>
                        <a:pt x="15658" y="19"/>
                        <a:pt x="15460" y="17"/>
                        <a:pt x="15226" y="17"/>
                      </a:cubicBezTo>
                      <a:cubicBezTo>
                        <a:pt x="11691" y="17"/>
                        <a:pt x="0" y="342"/>
                        <a:pt x="6769" y="10819"/>
                      </a:cubicBezTo>
                      <a:cubicBezTo>
                        <a:pt x="6769" y="10819"/>
                        <a:pt x="16876" y="9284"/>
                        <a:pt x="19511" y="5815"/>
                      </a:cubicBezTo>
                      <a:lnTo>
                        <a:pt x="19511" y="5815"/>
                      </a:lnTo>
                      <a:cubicBezTo>
                        <a:pt x="19511" y="5816"/>
                        <a:pt x="18611" y="11720"/>
                        <a:pt x="20179" y="12687"/>
                      </a:cubicBezTo>
                      <a:lnTo>
                        <a:pt x="20279" y="14055"/>
                      </a:lnTo>
                      <a:lnTo>
                        <a:pt x="21179" y="14288"/>
                      </a:lnTo>
                      <a:lnTo>
                        <a:pt x="21813" y="12687"/>
                      </a:lnTo>
                      <a:lnTo>
                        <a:pt x="24382" y="5482"/>
                      </a:lnTo>
                      <a:cubicBezTo>
                        <a:pt x="24382" y="5482"/>
                        <a:pt x="22426" y="1236"/>
                        <a:pt x="20027" y="1236"/>
                      </a:cubicBezTo>
                      <a:cubicBezTo>
                        <a:pt x="19589" y="1236"/>
                        <a:pt x="19136" y="1378"/>
                        <a:pt x="18677" y="1712"/>
                      </a:cubicBezTo>
                      <a:cubicBezTo>
                        <a:pt x="18677" y="1712"/>
                        <a:pt x="17271" y="1"/>
                        <a:pt x="1627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1" name="Google Shape;7491;p62"/>
                <p:cNvSpPr/>
                <p:nvPr/>
              </p:nvSpPr>
              <p:spPr>
                <a:xfrm>
                  <a:off x="3628600" y="1657450"/>
                  <a:ext cx="297725" cy="22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9" h="9108" extrusionOk="0">
                      <a:moveTo>
                        <a:pt x="11909" y="1"/>
                      </a:moveTo>
                      <a:cubicBezTo>
                        <a:pt x="11875" y="1"/>
                        <a:pt x="11842" y="68"/>
                        <a:pt x="11742" y="101"/>
                      </a:cubicBezTo>
                      <a:cubicBezTo>
                        <a:pt x="11709" y="234"/>
                        <a:pt x="11609" y="368"/>
                        <a:pt x="11442" y="535"/>
                      </a:cubicBezTo>
                      <a:cubicBezTo>
                        <a:pt x="11342" y="635"/>
                        <a:pt x="11108" y="802"/>
                        <a:pt x="10841" y="935"/>
                      </a:cubicBezTo>
                      <a:cubicBezTo>
                        <a:pt x="10575" y="1068"/>
                        <a:pt x="10208" y="1102"/>
                        <a:pt x="9841" y="1102"/>
                      </a:cubicBezTo>
                      <a:cubicBezTo>
                        <a:pt x="9407" y="1102"/>
                        <a:pt x="9007" y="1068"/>
                        <a:pt x="8540" y="968"/>
                      </a:cubicBezTo>
                      <a:cubicBezTo>
                        <a:pt x="8073" y="902"/>
                        <a:pt x="7572" y="802"/>
                        <a:pt x="7039" y="768"/>
                      </a:cubicBezTo>
                      <a:cubicBezTo>
                        <a:pt x="6896" y="764"/>
                        <a:pt x="6749" y="761"/>
                        <a:pt x="6598" y="761"/>
                      </a:cubicBezTo>
                      <a:cubicBezTo>
                        <a:pt x="5656" y="761"/>
                        <a:pt x="4576" y="866"/>
                        <a:pt x="3570" y="1269"/>
                      </a:cubicBezTo>
                      <a:cubicBezTo>
                        <a:pt x="3002" y="1502"/>
                        <a:pt x="2435" y="1869"/>
                        <a:pt x="2035" y="2303"/>
                      </a:cubicBezTo>
                      <a:cubicBezTo>
                        <a:pt x="1601" y="2736"/>
                        <a:pt x="1335" y="3237"/>
                        <a:pt x="1068" y="3737"/>
                      </a:cubicBezTo>
                      <a:cubicBezTo>
                        <a:pt x="868" y="4237"/>
                        <a:pt x="701" y="4738"/>
                        <a:pt x="567" y="5205"/>
                      </a:cubicBezTo>
                      <a:cubicBezTo>
                        <a:pt x="501" y="5638"/>
                        <a:pt x="367" y="6105"/>
                        <a:pt x="267" y="6472"/>
                      </a:cubicBezTo>
                      <a:cubicBezTo>
                        <a:pt x="67" y="7273"/>
                        <a:pt x="0" y="7940"/>
                        <a:pt x="0" y="8407"/>
                      </a:cubicBezTo>
                      <a:cubicBezTo>
                        <a:pt x="0" y="8841"/>
                        <a:pt x="67" y="9107"/>
                        <a:pt x="67" y="9107"/>
                      </a:cubicBezTo>
                      <a:cubicBezTo>
                        <a:pt x="100" y="9107"/>
                        <a:pt x="67" y="8841"/>
                        <a:pt x="100" y="8407"/>
                      </a:cubicBezTo>
                      <a:cubicBezTo>
                        <a:pt x="167" y="7973"/>
                        <a:pt x="267" y="7340"/>
                        <a:pt x="501" y="6572"/>
                      </a:cubicBezTo>
                      <a:cubicBezTo>
                        <a:pt x="567" y="6172"/>
                        <a:pt x="701" y="5772"/>
                        <a:pt x="834" y="5305"/>
                      </a:cubicBezTo>
                      <a:cubicBezTo>
                        <a:pt x="934" y="4838"/>
                        <a:pt x="1101" y="4404"/>
                        <a:pt x="1368" y="3937"/>
                      </a:cubicBezTo>
                      <a:cubicBezTo>
                        <a:pt x="1601" y="3470"/>
                        <a:pt x="1902" y="2970"/>
                        <a:pt x="2269" y="2603"/>
                      </a:cubicBezTo>
                      <a:cubicBezTo>
                        <a:pt x="2669" y="2236"/>
                        <a:pt x="3169" y="1902"/>
                        <a:pt x="3703" y="1669"/>
                      </a:cubicBezTo>
                      <a:cubicBezTo>
                        <a:pt x="4629" y="1315"/>
                        <a:pt x="5578" y="1183"/>
                        <a:pt x="6458" y="1183"/>
                      </a:cubicBezTo>
                      <a:cubicBezTo>
                        <a:pt x="6655" y="1183"/>
                        <a:pt x="6849" y="1190"/>
                        <a:pt x="7039" y="1202"/>
                      </a:cubicBezTo>
                      <a:cubicBezTo>
                        <a:pt x="7572" y="1202"/>
                        <a:pt x="8073" y="1269"/>
                        <a:pt x="8540" y="1369"/>
                      </a:cubicBezTo>
                      <a:cubicBezTo>
                        <a:pt x="8882" y="1417"/>
                        <a:pt x="9206" y="1448"/>
                        <a:pt x="9525" y="1448"/>
                      </a:cubicBezTo>
                      <a:cubicBezTo>
                        <a:pt x="9642" y="1448"/>
                        <a:pt x="9758" y="1444"/>
                        <a:pt x="9874" y="1435"/>
                      </a:cubicBezTo>
                      <a:cubicBezTo>
                        <a:pt x="10274" y="1435"/>
                        <a:pt x="10675" y="1369"/>
                        <a:pt x="10941" y="1202"/>
                      </a:cubicBezTo>
                      <a:cubicBezTo>
                        <a:pt x="11242" y="1035"/>
                        <a:pt x="11509" y="802"/>
                        <a:pt x="11609" y="635"/>
                      </a:cubicBezTo>
                      <a:cubicBezTo>
                        <a:pt x="11742" y="468"/>
                        <a:pt x="11842" y="301"/>
                        <a:pt x="11875" y="201"/>
                      </a:cubicBezTo>
                      <a:cubicBezTo>
                        <a:pt x="11909" y="101"/>
                        <a:pt x="11909" y="1"/>
                        <a:pt x="1190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2" name="Google Shape;7492;p62"/>
                <p:cNvSpPr/>
                <p:nvPr/>
              </p:nvSpPr>
              <p:spPr>
                <a:xfrm>
                  <a:off x="3926300" y="1653300"/>
                  <a:ext cx="84250" cy="30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0" h="12376" extrusionOk="0">
                      <a:moveTo>
                        <a:pt x="301" y="0"/>
                      </a:moveTo>
                      <a:cubicBezTo>
                        <a:pt x="268" y="0"/>
                        <a:pt x="168" y="67"/>
                        <a:pt x="134" y="67"/>
                      </a:cubicBezTo>
                      <a:cubicBezTo>
                        <a:pt x="68" y="67"/>
                        <a:pt x="1" y="100"/>
                        <a:pt x="1" y="100"/>
                      </a:cubicBezTo>
                      <a:cubicBezTo>
                        <a:pt x="1" y="134"/>
                        <a:pt x="68" y="134"/>
                        <a:pt x="134" y="134"/>
                      </a:cubicBezTo>
                      <a:lnTo>
                        <a:pt x="301" y="134"/>
                      </a:lnTo>
                      <a:cubicBezTo>
                        <a:pt x="334" y="134"/>
                        <a:pt x="434" y="167"/>
                        <a:pt x="501" y="167"/>
                      </a:cubicBezTo>
                      <a:cubicBezTo>
                        <a:pt x="835" y="267"/>
                        <a:pt x="1268" y="467"/>
                        <a:pt x="1669" y="934"/>
                      </a:cubicBezTo>
                      <a:cubicBezTo>
                        <a:pt x="2102" y="1401"/>
                        <a:pt x="2436" y="2068"/>
                        <a:pt x="2669" y="2836"/>
                      </a:cubicBezTo>
                      <a:cubicBezTo>
                        <a:pt x="2803" y="3269"/>
                        <a:pt x="2936" y="3669"/>
                        <a:pt x="2970" y="4103"/>
                      </a:cubicBezTo>
                      <a:cubicBezTo>
                        <a:pt x="3003" y="4570"/>
                        <a:pt x="3003" y="5004"/>
                        <a:pt x="2970" y="5471"/>
                      </a:cubicBezTo>
                      <a:cubicBezTo>
                        <a:pt x="2836" y="6405"/>
                        <a:pt x="2636" y="7272"/>
                        <a:pt x="2436" y="8106"/>
                      </a:cubicBezTo>
                      <a:cubicBezTo>
                        <a:pt x="2236" y="8940"/>
                        <a:pt x="2102" y="9707"/>
                        <a:pt x="2069" y="10308"/>
                      </a:cubicBezTo>
                      <a:cubicBezTo>
                        <a:pt x="2002" y="10975"/>
                        <a:pt x="1969" y="11475"/>
                        <a:pt x="1936" y="11809"/>
                      </a:cubicBezTo>
                      <a:cubicBezTo>
                        <a:pt x="1902" y="12142"/>
                        <a:pt x="1835" y="12376"/>
                        <a:pt x="1902" y="12376"/>
                      </a:cubicBezTo>
                      <a:cubicBezTo>
                        <a:pt x="1936" y="12376"/>
                        <a:pt x="2002" y="12209"/>
                        <a:pt x="2102" y="11775"/>
                      </a:cubicBezTo>
                      <a:cubicBezTo>
                        <a:pt x="2202" y="11408"/>
                        <a:pt x="2269" y="10908"/>
                        <a:pt x="2336" y="10274"/>
                      </a:cubicBezTo>
                      <a:cubicBezTo>
                        <a:pt x="2436" y="9640"/>
                        <a:pt x="2603" y="8907"/>
                        <a:pt x="2803" y="8106"/>
                      </a:cubicBezTo>
                      <a:cubicBezTo>
                        <a:pt x="2970" y="7305"/>
                        <a:pt x="3270" y="6438"/>
                        <a:pt x="3337" y="5437"/>
                      </a:cubicBezTo>
                      <a:cubicBezTo>
                        <a:pt x="3370" y="4937"/>
                        <a:pt x="3370" y="4437"/>
                        <a:pt x="3337" y="3970"/>
                      </a:cubicBezTo>
                      <a:cubicBezTo>
                        <a:pt x="3303" y="3503"/>
                        <a:pt x="3170" y="3102"/>
                        <a:pt x="3036" y="2669"/>
                      </a:cubicBezTo>
                      <a:cubicBezTo>
                        <a:pt x="2769" y="1902"/>
                        <a:pt x="2403" y="1234"/>
                        <a:pt x="1936" y="734"/>
                      </a:cubicBezTo>
                      <a:cubicBezTo>
                        <a:pt x="1702" y="467"/>
                        <a:pt x="1469" y="300"/>
                        <a:pt x="1202" y="167"/>
                      </a:cubicBezTo>
                      <a:cubicBezTo>
                        <a:pt x="1168" y="134"/>
                        <a:pt x="1102" y="134"/>
                        <a:pt x="1068" y="100"/>
                      </a:cubicBezTo>
                      <a:cubicBezTo>
                        <a:pt x="1002" y="100"/>
                        <a:pt x="935" y="67"/>
                        <a:pt x="901" y="67"/>
                      </a:cubicBezTo>
                      <a:cubicBezTo>
                        <a:pt x="801" y="67"/>
                        <a:pt x="768" y="0"/>
                        <a:pt x="73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3" name="Google Shape;7493;p62"/>
                <p:cNvSpPr/>
                <p:nvPr/>
              </p:nvSpPr>
              <p:spPr>
                <a:xfrm>
                  <a:off x="3745350" y="1657450"/>
                  <a:ext cx="182650" cy="20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06" h="8174" extrusionOk="0">
                      <a:moveTo>
                        <a:pt x="7239" y="1"/>
                      </a:moveTo>
                      <a:cubicBezTo>
                        <a:pt x="7205" y="1"/>
                        <a:pt x="7205" y="201"/>
                        <a:pt x="7072" y="435"/>
                      </a:cubicBezTo>
                      <a:cubicBezTo>
                        <a:pt x="7039" y="735"/>
                        <a:pt x="6872" y="1068"/>
                        <a:pt x="6605" y="1502"/>
                      </a:cubicBezTo>
                      <a:cubicBezTo>
                        <a:pt x="6372" y="1969"/>
                        <a:pt x="6071" y="2469"/>
                        <a:pt x="5671" y="2970"/>
                      </a:cubicBezTo>
                      <a:cubicBezTo>
                        <a:pt x="5237" y="3470"/>
                        <a:pt x="4704" y="4004"/>
                        <a:pt x="4203" y="4604"/>
                      </a:cubicBezTo>
                      <a:cubicBezTo>
                        <a:pt x="3670" y="5171"/>
                        <a:pt x="3169" y="5672"/>
                        <a:pt x="2669" y="6139"/>
                      </a:cubicBezTo>
                      <a:cubicBezTo>
                        <a:pt x="2402" y="6406"/>
                        <a:pt x="2202" y="6606"/>
                        <a:pt x="1968" y="6772"/>
                      </a:cubicBezTo>
                      <a:cubicBezTo>
                        <a:pt x="1702" y="6939"/>
                        <a:pt x="1535" y="7139"/>
                        <a:pt x="1335" y="7306"/>
                      </a:cubicBezTo>
                      <a:cubicBezTo>
                        <a:pt x="1001" y="7640"/>
                        <a:pt x="667" y="7907"/>
                        <a:pt x="401" y="8007"/>
                      </a:cubicBezTo>
                      <a:cubicBezTo>
                        <a:pt x="167" y="8140"/>
                        <a:pt x="0" y="8107"/>
                        <a:pt x="0" y="8140"/>
                      </a:cubicBezTo>
                      <a:cubicBezTo>
                        <a:pt x="0" y="8140"/>
                        <a:pt x="34" y="8140"/>
                        <a:pt x="134" y="8173"/>
                      </a:cubicBezTo>
                      <a:cubicBezTo>
                        <a:pt x="200" y="8173"/>
                        <a:pt x="334" y="8173"/>
                        <a:pt x="467" y="8140"/>
                      </a:cubicBezTo>
                      <a:cubicBezTo>
                        <a:pt x="734" y="8073"/>
                        <a:pt x="1068" y="7873"/>
                        <a:pt x="1501" y="7506"/>
                      </a:cubicBezTo>
                      <a:cubicBezTo>
                        <a:pt x="1702" y="7373"/>
                        <a:pt x="1902" y="7206"/>
                        <a:pt x="2169" y="7039"/>
                      </a:cubicBezTo>
                      <a:cubicBezTo>
                        <a:pt x="2402" y="6873"/>
                        <a:pt x="2669" y="6639"/>
                        <a:pt x="2902" y="6439"/>
                      </a:cubicBezTo>
                      <a:cubicBezTo>
                        <a:pt x="3469" y="6039"/>
                        <a:pt x="3970" y="5472"/>
                        <a:pt x="4504" y="4904"/>
                      </a:cubicBezTo>
                      <a:cubicBezTo>
                        <a:pt x="5037" y="4304"/>
                        <a:pt x="5538" y="3770"/>
                        <a:pt x="5971" y="3237"/>
                      </a:cubicBezTo>
                      <a:cubicBezTo>
                        <a:pt x="6372" y="2703"/>
                        <a:pt x="6672" y="2102"/>
                        <a:pt x="6872" y="1635"/>
                      </a:cubicBezTo>
                      <a:cubicBezTo>
                        <a:pt x="7072" y="1168"/>
                        <a:pt x="7205" y="768"/>
                        <a:pt x="7239" y="468"/>
                      </a:cubicBezTo>
                      <a:cubicBezTo>
                        <a:pt x="7306" y="201"/>
                        <a:pt x="7306" y="1"/>
                        <a:pt x="7239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4" name="Google Shape;7494;p62"/>
                <p:cNvSpPr/>
                <p:nvPr/>
              </p:nvSpPr>
              <p:spPr>
                <a:xfrm>
                  <a:off x="3650275" y="1627450"/>
                  <a:ext cx="275225" cy="4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09" h="1835" extrusionOk="0">
                      <a:moveTo>
                        <a:pt x="2869" y="0"/>
                      </a:moveTo>
                      <a:cubicBezTo>
                        <a:pt x="2703" y="0"/>
                        <a:pt x="2536" y="0"/>
                        <a:pt x="2369" y="67"/>
                      </a:cubicBezTo>
                      <a:cubicBezTo>
                        <a:pt x="2102" y="100"/>
                        <a:pt x="1802" y="134"/>
                        <a:pt x="1535" y="234"/>
                      </a:cubicBezTo>
                      <a:cubicBezTo>
                        <a:pt x="1035" y="400"/>
                        <a:pt x="634" y="567"/>
                        <a:pt x="368" y="667"/>
                      </a:cubicBezTo>
                      <a:cubicBezTo>
                        <a:pt x="134" y="801"/>
                        <a:pt x="1" y="901"/>
                        <a:pt x="1" y="934"/>
                      </a:cubicBezTo>
                      <a:cubicBezTo>
                        <a:pt x="1" y="934"/>
                        <a:pt x="167" y="901"/>
                        <a:pt x="401" y="901"/>
                      </a:cubicBezTo>
                      <a:cubicBezTo>
                        <a:pt x="668" y="801"/>
                        <a:pt x="1101" y="667"/>
                        <a:pt x="1602" y="567"/>
                      </a:cubicBezTo>
                      <a:cubicBezTo>
                        <a:pt x="1835" y="500"/>
                        <a:pt x="2135" y="467"/>
                        <a:pt x="2436" y="434"/>
                      </a:cubicBezTo>
                      <a:cubicBezTo>
                        <a:pt x="2666" y="411"/>
                        <a:pt x="2864" y="372"/>
                        <a:pt x="3075" y="372"/>
                      </a:cubicBezTo>
                      <a:cubicBezTo>
                        <a:pt x="3169" y="372"/>
                        <a:pt x="3266" y="380"/>
                        <a:pt x="3370" y="400"/>
                      </a:cubicBezTo>
                      <a:cubicBezTo>
                        <a:pt x="4037" y="434"/>
                        <a:pt x="4704" y="734"/>
                        <a:pt x="5505" y="967"/>
                      </a:cubicBezTo>
                      <a:cubicBezTo>
                        <a:pt x="6238" y="1168"/>
                        <a:pt x="6939" y="1468"/>
                        <a:pt x="7639" y="1668"/>
                      </a:cubicBezTo>
                      <a:cubicBezTo>
                        <a:pt x="7973" y="1768"/>
                        <a:pt x="8307" y="1835"/>
                        <a:pt x="8640" y="1835"/>
                      </a:cubicBezTo>
                      <a:lnTo>
                        <a:pt x="9507" y="1835"/>
                      </a:lnTo>
                      <a:cubicBezTo>
                        <a:pt x="10041" y="1835"/>
                        <a:pt x="10475" y="1768"/>
                        <a:pt x="10775" y="1601"/>
                      </a:cubicBezTo>
                      <a:cubicBezTo>
                        <a:pt x="10875" y="1501"/>
                        <a:pt x="10975" y="1434"/>
                        <a:pt x="11008" y="1334"/>
                      </a:cubicBezTo>
                      <a:lnTo>
                        <a:pt x="11008" y="1234"/>
                      </a:lnTo>
                      <a:lnTo>
                        <a:pt x="10942" y="1301"/>
                      </a:lnTo>
                      <a:cubicBezTo>
                        <a:pt x="10875" y="1334"/>
                        <a:pt x="10808" y="1434"/>
                        <a:pt x="10675" y="1468"/>
                      </a:cubicBezTo>
                      <a:cubicBezTo>
                        <a:pt x="10441" y="1568"/>
                        <a:pt x="10008" y="1601"/>
                        <a:pt x="9507" y="1601"/>
                      </a:cubicBezTo>
                      <a:cubicBezTo>
                        <a:pt x="9274" y="1601"/>
                        <a:pt x="8974" y="1601"/>
                        <a:pt x="8673" y="1568"/>
                      </a:cubicBezTo>
                      <a:cubicBezTo>
                        <a:pt x="8373" y="1501"/>
                        <a:pt x="8106" y="1434"/>
                        <a:pt x="7773" y="1334"/>
                      </a:cubicBezTo>
                      <a:cubicBezTo>
                        <a:pt x="7106" y="1134"/>
                        <a:pt x="6439" y="801"/>
                        <a:pt x="5638" y="601"/>
                      </a:cubicBezTo>
                      <a:cubicBezTo>
                        <a:pt x="4871" y="334"/>
                        <a:pt x="4170" y="67"/>
                        <a:pt x="343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5" name="Google Shape;7495;p62"/>
                <p:cNvSpPr/>
                <p:nvPr/>
              </p:nvSpPr>
              <p:spPr>
                <a:xfrm>
                  <a:off x="4000525" y="1963175"/>
                  <a:ext cx="23375" cy="3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5" h="1561" extrusionOk="0">
                      <a:moveTo>
                        <a:pt x="189" y="0"/>
                      </a:moveTo>
                      <a:cubicBezTo>
                        <a:pt x="67" y="0"/>
                        <a:pt x="1" y="24"/>
                        <a:pt x="1" y="47"/>
                      </a:cubicBezTo>
                      <a:cubicBezTo>
                        <a:pt x="1" y="81"/>
                        <a:pt x="134" y="181"/>
                        <a:pt x="267" y="248"/>
                      </a:cubicBezTo>
                      <a:cubicBezTo>
                        <a:pt x="368" y="381"/>
                        <a:pt x="534" y="548"/>
                        <a:pt x="534" y="748"/>
                      </a:cubicBezTo>
                      <a:cubicBezTo>
                        <a:pt x="534" y="881"/>
                        <a:pt x="534" y="981"/>
                        <a:pt x="501" y="1048"/>
                      </a:cubicBezTo>
                      <a:cubicBezTo>
                        <a:pt x="468" y="1148"/>
                        <a:pt x="368" y="1215"/>
                        <a:pt x="301" y="1248"/>
                      </a:cubicBezTo>
                      <a:cubicBezTo>
                        <a:pt x="134" y="1382"/>
                        <a:pt x="34" y="1515"/>
                        <a:pt x="101" y="1549"/>
                      </a:cubicBezTo>
                      <a:cubicBezTo>
                        <a:pt x="108" y="1556"/>
                        <a:pt x="121" y="1560"/>
                        <a:pt x="138" y="1560"/>
                      </a:cubicBezTo>
                      <a:cubicBezTo>
                        <a:pt x="196" y="1560"/>
                        <a:pt x="305" y="1511"/>
                        <a:pt x="434" y="1382"/>
                      </a:cubicBezTo>
                      <a:cubicBezTo>
                        <a:pt x="501" y="1348"/>
                        <a:pt x="634" y="1315"/>
                        <a:pt x="768" y="1182"/>
                      </a:cubicBezTo>
                      <a:cubicBezTo>
                        <a:pt x="868" y="1048"/>
                        <a:pt x="935" y="848"/>
                        <a:pt x="935" y="681"/>
                      </a:cubicBezTo>
                      <a:cubicBezTo>
                        <a:pt x="935" y="514"/>
                        <a:pt x="835" y="348"/>
                        <a:pt x="701" y="214"/>
                      </a:cubicBezTo>
                      <a:cubicBezTo>
                        <a:pt x="634" y="81"/>
                        <a:pt x="501" y="47"/>
                        <a:pt x="368" y="14"/>
                      </a:cubicBezTo>
                      <a:cubicBezTo>
                        <a:pt x="299" y="4"/>
                        <a:pt x="239" y="0"/>
                        <a:pt x="189" y="0"/>
                      </a:cubicBezTo>
                      <a:close/>
                    </a:path>
                  </a:pathLst>
                </a:custGeom>
                <a:solidFill>
                  <a:srgbClr val="F88E6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6" name="Google Shape;7496;p62"/>
                <p:cNvSpPr/>
                <p:nvPr/>
              </p:nvSpPr>
              <p:spPr>
                <a:xfrm>
                  <a:off x="3996350" y="1975225"/>
                  <a:ext cx="20050" cy="12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2" h="494" extrusionOk="0">
                      <a:moveTo>
                        <a:pt x="561" y="0"/>
                      </a:moveTo>
                      <a:cubicBezTo>
                        <a:pt x="487" y="0"/>
                        <a:pt x="406" y="18"/>
                        <a:pt x="334" y="66"/>
                      </a:cubicBezTo>
                      <a:cubicBezTo>
                        <a:pt x="101" y="199"/>
                        <a:pt x="1" y="366"/>
                        <a:pt x="34" y="433"/>
                      </a:cubicBezTo>
                      <a:cubicBezTo>
                        <a:pt x="48" y="475"/>
                        <a:pt x="97" y="493"/>
                        <a:pt x="164" y="493"/>
                      </a:cubicBezTo>
                      <a:cubicBezTo>
                        <a:pt x="257" y="493"/>
                        <a:pt x="385" y="458"/>
                        <a:pt x="501" y="399"/>
                      </a:cubicBezTo>
                      <a:cubicBezTo>
                        <a:pt x="668" y="299"/>
                        <a:pt x="801" y="199"/>
                        <a:pt x="801" y="99"/>
                      </a:cubicBezTo>
                      <a:cubicBezTo>
                        <a:pt x="801" y="56"/>
                        <a:pt x="692" y="0"/>
                        <a:pt x="561" y="0"/>
                      </a:cubicBezTo>
                      <a:close/>
                    </a:path>
                  </a:pathLst>
                </a:custGeom>
                <a:solidFill>
                  <a:srgbClr val="F88E6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7" name="Google Shape;7497;p62"/>
                <p:cNvSpPr/>
                <p:nvPr/>
              </p:nvSpPr>
              <p:spPr>
                <a:xfrm>
                  <a:off x="3974325" y="2002700"/>
                  <a:ext cx="29575" cy="2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3" h="1181" extrusionOk="0">
                      <a:moveTo>
                        <a:pt x="682" y="1"/>
                      </a:moveTo>
                      <a:lnTo>
                        <a:pt x="682" y="1"/>
                      </a:lnTo>
                      <a:cubicBezTo>
                        <a:pt x="714" y="33"/>
                        <a:pt x="747" y="64"/>
                        <a:pt x="779" y="94"/>
                      </a:cubicBezTo>
                      <a:lnTo>
                        <a:pt x="779" y="94"/>
                      </a:lnTo>
                      <a:cubicBezTo>
                        <a:pt x="802" y="104"/>
                        <a:pt x="825" y="118"/>
                        <a:pt x="848" y="134"/>
                      </a:cubicBezTo>
                      <a:lnTo>
                        <a:pt x="682" y="1"/>
                      </a:lnTo>
                      <a:close/>
                      <a:moveTo>
                        <a:pt x="651" y="65"/>
                      </a:moveTo>
                      <a:cubicBezTo>
                        <a:pt x="269" y="65"/>
                        <a:pt x="1" y="816"/>
                        <a:pt x="515" y="1102"/>
                      </a:cubicBezTo>
                      <a:cubicBezTo>
                        <a:pt x="605" y="1156"/>
                        <a:pt x="694" y="1181"/>
                        <a:pt x="775" y="1181"/>
                      </a:cubicBezTo>
                      <a:cubicBezTo>
                        <a:pt x="992" y="1181"/>
                        <a:pt x="1158" y="1002"/>
                        <a:pt x="1182" y="735"/>
                      </a:cubicBezTo>
                      <a:cubicBezTo>
                        <a:pt x="1182" y="447"/>
                        <a:pt x="984" y="283"/>
                        <a:pt x="779" y="94"/>
                      </a:cubicBezTo>
                      <a:lnTo>
                        <a:pt x="779" y="94"/>
                      </a:lnTo>
                      <a:cubicBezTo>
                        <a:pt x="736" y="74"/>
                        <a:pt x="692" y="65"/>
                        <a:pt x="651" y="65"/>
                      </a:cubicBezTo>
                      <a:close/>
                    </a:path>
                  </a:pathLst>
                </a:custGeom>
                <a:solidFill>
                  <a:srgbClr val="F7F7F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8" name="Google Shape;7498;p62"/>
                <p:cNvSpPr/>
                <p:nvPr/>
              </p:nvSpPr>
              <p:spPr>
                <a:xfrm>
                  <a:off x="3565225" y="2317550"/>
                  <a:ext cx="676325" cy="630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53" h="25234" extrusionOk="0">
                      <a:moveTo>
                        <a:pt x="20342" y="1"/>
                      </a:moveTo>
                      <a:cubicBezTo>
                        <a:pt x="16500" y="1"/>
                        <a:pt x="17046" y="8755"/>
                        <a:pt x="17046" y="8755"/>
                      </a:cubicBezTo>
                      <a:lnTo>
                        <a:pt x="16679" y="17562"/>
                      </a:lnTo>
                      <a:lnTo>
                        <a:pt x="267" y="15861"/>
                      </a:lnTo>
                      <a:lnTo>
                        <a:pt x="0" y="17995"/>
                      </a:lnTo>
                      <a:lnTo>
                        <a:pt x="20582" y="25234"/>
                      </a:lnTo>
                      <a:cubicBezTo>
                        <a:pt x="20582" y="25234"/>
                        <a:pt x="27053" y="2518"/>
                        <a:pt x="21716" y="316"/>
                      </a:cubicBezTo>
                      <a:cubicBezTo>
                        <a:pt x="21205" y="99"/>
                        <a:pt x="20748" y="1"/>
                        <a:pt x="20342" y="1"/>
                      </a:cubicBezTo>
                      <a:close/>
                    </a:path>
                  </a:pathLst>
                </a:custGeom>
                <a:solidFill>
                  <a:srgbClr val="F7B2A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99" name="Google Shape;7499;p62"/>
                <p:cNvSpPr/>
                <p:nvPr/>
              </p:nvSpPr>
              <p:spPr>
                <a:xfrm>
                  <a:off x="3394675" y="2362975"/>
                  <a:ext cx="365700" cy="55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628" h="22110" extrusionOk="0">
                      <a:moveTo>
                        <a:pt x="1618" y="20381"/>
                      </a:moveTo>
                      <a:cubicBezTo>
                        <a:pt x="1619" y="20381"/>
                        <a:pt x="1619" y="20382"/>
                        <a:pt x="1619" y="20382"/>
                      </a:cubicBezTo>
                      <a:lnTo>
                        <a:pt x="1619" y="20382"/>
                      </a:lnTo>
                      <a:cubicBezTo>
                        <a:pt x="1619" y="20381"/>
                        <a:pt x="1619" y="20381"/>
                        <a:pt x="1618" y="20381"/>
                      </a:cubicBezTo>
                      <a:close/>
                      <a:moveTo>
                        <a:pt x="7756" y="0"/>
                      </a:moveTo>
                      <a:cubicBezTo>
                        <a:pt x="0" y="12549"/>
                        <a:pt x="1645" y="20382"/>
                        <a:pt x="1619" y="20382"/>
                      </a:cubicBezTo>
                      <a:cubicBezTo>
                        <a:pt x="1619" y="20382"/>
                        <a:pt x="1619" y="20382"/>
                        <a:pt x="1619" y="20382"/>
                      </a:cubicBezTo>
                      <a:lnTo>
                        <a:pt x="1619" y="20382"/>
                      </a:lnTo>
                      <a:cubicBezTo>
                        <a:pt x="3399" y="21646"/>
                        <a:pt x="5156" y="22109"/>
                        <a:pt x="6775" y="22109"/>
                      </a:cubicBezTo>
                      <a:cubicBezTo>
                        <a:pt x="11222" y="22109"/>
                        <a:pt x="14628" y="18614"/>
                        <a:pt x="14628" y="18614"/>
                      </a:cubicBezTo>
                      <a:lnTo>
                        <a:pt x="7689" y="16112"/>
                      </a:lnTo>
                      <a:cubicBezTo>
                        <a:pt x="7689" y="16112"/>
                        <a:pt x="9557" y="8373"/>
                        <a:pt x="10091" y="4537"/>
                      </a:cubicBezTo>
                      <a:cubicBezTo>
                        <a:pt x="10658" y="701"/>
                        <a:pt x="7756" y="0"/>
                        <a:pt x="7756" y="0"/>
                      </a:cubicBezTo>
                      <a:close/>
                    </a:path>
                  </a:pathLst>
                </a:custGeom>
                <a:solidFill>
                  <a:srgbClr val="F7AC8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0" name="Google Shape;7500;p62"/>
                <p:cNvSpPr/>
                <p:nvPr/>
              </p:nvSpPr>
              <p:spPr>
                <a:xfrm>
                  <a:off x="3575225" y="2336275"/>
                  <a:ext cx="144300" cy="37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2" h="15145" extrusionOk="0">
                      <a:moveTo>
                        <a:pt x="3169" y="1"/>
                      </a:moveTo>
                      <a:lnTo>
                        <a:pt x="267" y="1001"/>
                      </a:lnTo>
                      <a:cubicBezTo>
                        <a:pt x="267" y="1001"/>
                        <a:pt x="1602" y="9574"/>
                        <a:pt x="0" y="11142"/>
                      </a:cubicBezTo>
                      <a:lnTo>
                        <a:pt x="968" y="15145"/>
                      </a:lnTo>
                      <a:lnTo>
                        <a:pt x="5771" y="13844"/>
                      </a:lnTo>
                      <a:lnTo>
                        <a:pt x="316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1" name="Google Shape;7501;p62"/>
                <p:cNvSpPr/>
                <p:nvPr/>
              </p:nvSpPr>
              <p:spPr>
                <a:xfrm>
                  <a:off x="3516850" y="2348800"/>
                  <a:ext cx="88425" cy="19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7" h="7906" extrusionOk="0">
                      <a:moveTo>
                        <a:pt x="2769" y="0"/>
                      </a:moveTo>
                      <a:lnTo>
                        <a:pt x="0" y="4236"/>
                      </a:lnTo>
                      <a:lnTo>
                        <a:pt x="3536" y="7906"/>
                      </a:lnTo>
                      <a:lnTo>
                        <a:pt x="276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2" name="Google Shape;7502;p62"/>
                <p:cNvSpPr/>
                <p:nvPr/>
              </p:nvSpPr>
              <p:spPr>
                <a:xfrm>
                  <a:off x="3902175" y="2302850"/>
                  <a:ext cx="281850" cy="22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74" h="8810" extrusionOk="0">
                      <a:moveTo>
                        <a:pt x="5419" y="0"/>
                      </a:moveTo>
                      <a:cubicBezTo>
                        <a:pt x="0" y="0"/>
                        <a:pt x="3067" y="8810"/>
                        <a:pt x="3067" y="8810"/>
                      </a:cubicBezTo>
                      <a:lnTo>
                        <a:pt x="10239" y="5174"/>
                      </a:lnTo>
                      <a:cubicBezTo>
                        <a:pt x="10239" y="5174"/>
                        <a:pt x="11273" y="170"/>
                        <a:pt x="5602" y="3"/>
                      </a:cubicBezTo>
                      <a:cubicBezTo>
                        <a:pt x="5540" y="1"/>
                        <a:pt x="5479" y="0"/>
                        <a:pt x="54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3" name="Google Shape;7503;p62"/>
                <p:cNvSpPr/>
                <p:nvPr/>
              </p:nvSpPr>
              <p:spPr>
                <a:xfrm>
                  <a:off x="3344225" y="4853925"/>
                  <a:ext cx="241875" cy="8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75" h="3470" extrusionOk="0">
                      <a:moveTo>
                        <a:pt x="8573" y="0"/>
                      </a:moveTo>
                      <a:lnTo>
                        <a:pt x="6705" y="434"/>
                      </a:lnTo>
                      <a:lnTo>
                        <a:pt x="6205" y="534"/>
                      </a:lnTo>
                      <a:lnTo>
                        <a:pt x="1" y="2302"/>
                      </a:lnTo>
                      <a:lnTo>
                        <a:pt x="668" y="3469"/>
                      </a:lnTo>
                      <a:lnTo>
                        <a:pt x="9674" y="2202"/>
                      </a:lnTo>
                      <a:lnTo>
                        <a:pt x="857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4" name="Google Shape;7504;p62"/>
                <p:cNvSpPr/>
                <p:nvPr/>
              </p:nvSpPr>
              <p:spPr>
                <a:xfrm>
                  <a:off x="3779525" y="4829725"/>
                  <a:ext cx="136800" cy="11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72" h="4505" extrusionOk="0">
                      <a:moveTo>
                        <a:pt x="5338" y="1"/>
                      </a:moveTo>
                      <a:lnTo>
                        <a:pt x="3637" y="301"/>
                      </a:lnTo>
                      <a:lnTo>
                        <a:pt x="1" y="4504"/>
                      </a:lnTo>
                      <a:lnTo>
                        <a:pt x="5472" y="4504"/>
                      </a:lnTo>
                      <a:lnTo>
                        <a:pt x="5338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5" name="Google Shape;7505;p62"/>
                <p:cNvSpPr/>
                <p:nvPr/>
              </p:nvSpPr>
              <p:spPr>
                <a:xfrm>
                  <a:off x="3792050" y="2142800"/>
                  <a:ext cx="128450" cy="210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8" h="8414" extrusionOk="0">
                      <a:moveTo>
                        <a:pt x="5037" y="1"/>
                      </a:moveTo>
                      <a:lnTo>
                        <a:pt x="0" y="4070"/>
                      </a:lnTo>
                      <a:lnTo>
                        <a:pt x="100" y="7573"/>
                      </a:lnTo>
                      <a:cubicBezTo>
                        <a:pt x="100" y="7573"/>
                        <a:pt x="442" y="8413"/>
                        <a:pt x="1413" y="8413"/>
                      </a:cubicBezTo>
                      <a:cubicBezTo>
                        <a:pt x="1990" y="8413"/>
                        <a:pt x="2789" y="8117"/>
                        <a:pt x="3870" y="7173"/>
                      </a:cubicBezTo>
                      <a:cubicBezTo>
                        <a:pt x="3870" y="7173"/>
                        <a:pt x="5137" y="5905"/>
                        <a:pt x="4971" y="4704"/>
                      </a:cubicBezTo>
                      <a:lnTo>
                        <a:pt x="5037" y="1"/>
                      </a:lnTo>
                      <a:close/>
                    </a:path>
                  </a:pathLst>
                </a:custGeom>
                <a:solidFill>
                  <a:srgbClr val="F7AC8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506" name="Google Shape;7506;p62"/>
                <p:cNvSpPr/>
                <p:nvPr/>
              </p:nvSpPr>
              <p:spPr>
                <a:xfrm>
                  <a:off x="3707825" y="2260400"/>
                  <a:ext cx="238525" cy="376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41" h="15073" extrusionOk="0">
                      <a:moveTo>
                        <a:pt x="9507" y="0"/>
                      </a:moveTo>
                      <a:cubicBezTo>
                        <a:pt x="9474" y="0"/>
                        <a:pt x="9374" y="467"/>
                        <a:pt x="9240" y="1301"/>
                      </a:cubicBezTo>
                      <a:cubicBezTo>
                        <a:pt x="9107" y="2135"/>
                        <a:pt x="8907" y="3336"/>
                        <a:pt x="8573" y="4804"/>
                      </a:cubicBezTo>
                      <a:cubicBezTo>
                        <a:pt x="8239" y="6238"/>
                        <a:pt x="7839" y="8039"/>
                        <a:pt x="7105" y="9874"/>
                      </a:cubicBezTo>
                      <a:cubicBezTo>
                        <a:pt x="6738" y="10808"/>
                        <a:pt x="6338" y="11742"/>
                        <a:pt x="5738" y="12643"/>
                      </a:cubicBezTo>
                      <a:cubicBezTo>
                        <a:pt x="5437" y="13043"/>
                        <a:pt x="5104" y="13477"/>
                        <a:pt x="4704" y="13810"/>
                      </a:cubicBezTo>
                      <a:cubicBezTo>
                        <a:pt x="4337" y="14144"/>
                        <a:pt x="3836" y="14377"/>
                        <a:pt x="3336" y="14411"/>
                      </a:cubicBezTo>
                      <a:cubicBezTo>
                        <a:pt x="3234" y="14424"/>
                        <a:pt x="3129" y="14431"/>
                        <a:pt x="3023" y="14431"/>
                      </a:cubicBezTo>
                      <a:cubicBezTo>
                        <a:pt x="2611" y="14431"/>
                        <a:pt x="2187" y="14330"/>
                        <a:pt x="1868" y="14144"/>
                      </a:cubicBezTo>
                      <a:cubicBezTo>
                        <a:pt x="1435" y="13877"/>
                        <a:pt x="1101" y="13477"/>
                        <a:pt x="934" y="13010"/>
                      </a:cubicBezTo>
                      <a:cubicBezTo>
                        <a:pt x="734" y="12543"/>
                        <a:pt x="667" y="12042"/>
                        <a:pt x="601" y="11542"/>
                      </a:cubicBezTo>
                      <a:cubicBezTo>
                        <a:pt x="567" y="11041"/>
                        <a:pt x="567" y="10541"/>
                        <a:pt x="601" y="10041"/>
                      </a:cubicBezTo>
                      <a:cubicBezTo>
                        <a:pt x="701" y="9073"/>
                        <a:pt x="868" y="8173"/>
                        <a:pt x="1068" y="7305"/>
                      </a:cubicBezTo>
                      <a:cubicBezTo>
                        <a:pt x="1268" y="6405"/>
                        <a:pt x="1501" y="5638"/>
                        <a:pt x="1701" y="4904"/>
                      </a:cubicBezTo>
                      <a:cubicBezTo>
                        <a:pt x="2102" y="3469"/>
                        <a:pt x="2535" y="2302"/>
                        <a:pt x="2836" y="1501"/>
                      </a:cubicBezTo>
                      <a:cubicBezTo>
                        <a:pt x="3102" y="701"/>
                        <a:pt x="3269" y="234"/>
                        <a:pt x="3236" y="234"/>
                      </a:cubicBezTo>
                      <a:cubicBezTo>
                        <a:pt x="3203" y="234"/>
                        <a:pt x="2936" y="634"/>
                        <a:pt x="2602" y="1401"/>
                      </a:cubicBezTo>
                      <a:cubicBezTo>
                        <a:pt x="2235" y="2202"/>
                        <a:pt x="1768" y="3336"/>
                        <a:pt x="1268" y="4804"/>
                      </a:cubicBezTo>
                      <a:cubicBezTo>
                        <a:pt x="1034" y="5504"/>
                        <a:pt x="767" y="6305"/>
                        <a:pt x="567" y="7172"/>
                      </a:cubicBezTo>
                      <a:cubicBezTo>
                        <a:pt x="367" y="8039"/>
                        <a:pt x="167" y="9007"/>
                        <a:pt x="67" y="10007"/>
                      </a:cubicBezTo>
                      <a:cubicBezTo>
                        <a:pt x="34" y="10508"/>
                        <a:pt x="0" y="11041"/>
                        <a:pt x="34" y="11609"/>
                      </a:cubicBezTo>
                      <a:cubicBezTo>
                        <a:pt x="67" y="12142"/>
                        <a:pt x="167" y="12709"/>
                        <a:pt x="367" y="13276"/>
                      </a:cubicBezTo>
                      <a:cubicBezTo>
                        <a:pt x="567" y="13810"/>
                        <a:pt x="1001" y="14344"/>
                        <a:pt x="1535" y="14677"/>
                      </a:cubicBezTo>
                      <a:cubicBezTo>
                        <a:pt x="1802" y="14844"/>
                        <a:pt x="2135" y="14978"/>
                        <a:pt x="2402" y="15011"/>
                      </a:cubicBezTo>
                      <a:cubicBezTo>
                        <a:pt x="2632" y="15034"/>
                        <a:pt x="2846" y="15073"/>
                        <a:pt x="3067" y="15073"/>
                      </a:cubicBezTo>
                      <a:cubicBezTo>
                        <a:pt x="3166" y="15073"/>
                        <a:pt x="3266" y="15065"/>
                        <a:pt x="3369" y="15044"/>
                      </a:cubicBezTo>
                      <a:cubicBezTo>
                        <a:pt x="4036" y="14978"/>
                        <a:pt x="4637" y="14677"/>
                        <a:pt x="5071" y="14310"/>
                      </a:cubicBezTo>
                      <a:cubicBezTo>
                        <a:pt x="5538" y="13910"/>
                        <a:pt x="5904" y="13477"/>
                        <a:pt x="6238" y="13010"/>
                      </a:cubicBezTo>
                      <a:cubicBezTo>
                        <a:pt x="6872" y="12076"/>
                        <a:pt x="7339" y="11108"/>
                        <a:pt x="7672" y="10141"/>
                      </a:cubicBezTo>
                      <a:cubicBezTo>
                        <a:pt x="8340" y="8206"/>
                        <a:pt x="8706" y="6405"/>
                        <a:pt x="9007" y="4937"/>
                      </a:cubicBezTo>
                      <a:cubicBezTo>
                        <a:pt x="9240" y="3436"/>
                        <a:pt x="9374" y="2168"/>
                        <a:pt x="9474" y="1335"/>
                      </a:cubicBezTo>
                      <a:cubicBezTo>
                        <a:pt x="9540" y="467"/>
                        <a:pt x="9540" y="0"/>
                        <a:pt x="9507" y="0"/>
                      </a:cubicBezTo>
                      <a:close/>
                    </a:path>
                  </a:pathLst>
                </a:custGeom>
                <a:solidFill>
                  <a:srgbClr val="FFD65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507" name="Google Shape;7507;p62"/>
            <p:cNvGrpSpPr/>
            <p:nvPr/>
          </p:nvGrpSpPr>
          <p:grpSpPr>
            <a:xfrm>
              <a:off x="7642223" y="2417552"/>
              <a:ext cx="1169390" cy="2193187"/>
              <a:chOff x="5637329" y="1640750"/>
              <a:chExt cx="1166940" cy="2188591"/>
            </a:xfrm>
          </p:grpSpPr>
          <p:sp>
            <p:nvSpPr>
              <p:cNvPr id="7508" name="Google Shape;7508;p62"/>
              <p:cNvSpPr/>
              <p:nvPr/>
            </p:nvSpPr>
            <p:spPr>
              <a:xfrm>
                <a:off x="6133806" y="1673625"/>
                <a:ext cx="243525" cy="395300"/>
              </a:xfrm>
              <a:custGeom>
                <a:avLst/>
                <a:gdLst/>
                <a:ahLst/>
                <a:cxnLst/>
                <a:rect l="l" t="t" r="r" b="b"/>
                <a:pathLst>
                  <a:path w="9741" h="15812" extrusionOk="0">
                    <a:moveTo>
                      <a:pt x="9507" y="0"/>
                    </a:moveTo>
                    <a:cubicBezTo>
                      <a:pt x="4237" y="0"/>
                      <a:pt x="1" y="6972"/>
                      <a:pt x="1" y="15545"/>
                    </a:cubicBezTo>
                    <a:cubicBezTo>
                      <a:pt x="1" y="15678"/>
                      <a:pt x="101" y="15811"/>
                      <a:pt x="234" y="15811"/>
                    </a:cubicBezTo>
                    <a:cubicBezTo>
                      <a:pt x="367" y="15811"/>
                      <a:pt x="501" y="15678"/>
                      <a:pt x="501" y="15578"/>
                    </a:cubicBezTo>
                    <a:cubicBezTo>
                      <a:pt x="501" y="7239"/>
                      <a:pt x="4537" y="500"/>
                      <a:pt x="9507" y="500"/>
                    </a:cubicBezTo>
                    <a:cubicBezTo>
                      <a:pt x="9641" y="500"/>
                      <a:pt x="9741" y="367"/>
                      <a:pt x="9741" y="234"/>
                    </a:cubicBezTo>
                    <a:cubicBezTo>
                      <a:pt x="9741" y="134"/>
                      <a:pt x="9641" y="0"/>
                      <a:pt x="95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9" name="Google Shape;7509;p62"/>
              <p:cNvSpPr/>
              <p:nvPr/>
            </p:nvSpPr>
            <p:spPr>
              <a:xfrm>
                <a:off x="6106281" y="2046375"/>
                <a:ext cx="66750" cy="154300"/>
              </a:xfrm>
              <a:custGeom>
                <a:avLst/>
                <a:gdLst/>
                <a:ahLst/>
                <a:cxnLst/>
                <a:rect l="l" t="t" r="r" b="b"/>
                <a:pathLst>
                  <a:path w="2670" h="6172" extrusionOk="0">
                    <a:moveTo>
                      <a:pt x="1335" y="1"/>
                    </a:moveTo>
                    <a:cubicBezTo>
                      <a:pt x="601" y="1"/>
                      <a:pt x="1" y="601"/>
                      <a:pt x="1" y="1335"/>
                    </a:cubicBezTo>
                    <a:lnTo>
                      <a:pt x="1" y="4838"/>
                    </a:lnTo>
                    <a:cubicBezTo>
                      <a:pt x="1" y="5605"/>
                      <a:pt x="601" y="6172"/>
                      <a:pt x="1335" y="6172"/>
                    </a:cubicBezTo>
                    <a:cubicBezTo>
                      <a:pt x="2102" y="6172"/>
                      <a:pt x="2669" y="5605"/>
                      <a:pt x="2669" y="4838"/>
                    </a:cubicBezTo>
                    <a:lnTo>
                      <a:pt x="2669" y="1335"/>
                    </a:lnTo>
                    <a:cubicBezTo>
                      <a:pt x="2669" y="601"/>
                      <a:pt x="2102" y="1"/>
                      <a:pt x="1335" y="1"/>
                    </a:cubicBezTo>
                    <a:close/>
                  </a:path>
                </a:pathLst>
              </a:custGeom>
              <a:solidFill>
                <a:srgbClr val="6D6E7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0" name="Google Shape;7510;p62"/>
              <p:cNvSpPr/>
              <p:nvPr/>
            </p:nvSpPr>
            <p:spPr>
              <a:xfrm>
                <a:off x="6120706" y="2048050"/>
                <a:ext cx="59000" cy="141300"/>
              </a:xfrm>
              <a:custGeom>
                <a:avLst/>
                <a:gdLst/>
                <a:ahLst/>
                <a:cxnLst/>
                <a:rect l="l" t="t" r="r" b="b"/>
                <a:pathLst>
                  <a:path w="2360" h="5652" extrusionOk="0">
                    <a:moveTo>
                      <a:pt x="758" y="1"/>
                    </a:moveTo>
                    <a:cubicBezTo>
                      <a:pt x="1425" y="1735"/>
                      <a:pt x="2359" y="4671"/>
                      <a:pt x="758" y="5238"/>
                    </a:cubicBezTo>
                    <a:cubicBezTo>
                      <a:pt x="1" y="5545"/>
                      <a:pt x="217" y="5651"/>
                      <a:pt x="860" y="5651"/>
                    </a:cubicBezTo>
                    <a:cubicBezTo>
                      <a:pt x="1123" y="5651"/>
                      <a:pt x="1457" y="5634"/>
                      <a:pt x="1825" y="5605"/>
                    </a:cubicBezTo>
                    <a:cubicBezTo>
                      <a:pt x="1992" y="5404"/>
                      <a:pt x="2092" y="5104"/>
                      <a:pt x="2092" y="4837"/>
                    </a:cubicBezTo>
                    <a:lnTo>
                      <a:pt x="2092" y="1301"/>
                    </a:lnTo>
                    <a:cubicBezTo>
                      <a:pt x="2092" y="568"/>
                      <a:pt x="1525" y="1"/>
                      <a:pt x="75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1" name="Google Shape;7511;p62"/>
              <p:cNvSpPr/>
              <p:nvPr/>
            </p:nvSpPr>
            <p:spPr>
              <a:xfrm>
                <a:off x="6331456" y="1640750"/>
                <a:ext cx="125100" cy="66400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2656" extrusionOk="0">
                    <a:moveTo>
                      <a:pt x="3815" y="1"/>
                    </a:moveTo>
                    <a:cubicBezTo>
                      <a:pt x="3757" y="1"/>
                      <a:pt x="3697" y="5"/>
                      <a:pt x="3636" y="14"/>
                    </a:cubicBezTo>
                    <a:lnTo>
                      <a:pt x="1101" y="348"/>
                    </a:lnTo>
                    <a:cubicBezTo>
                      <a:pt x="467" y="414"/>
                      <a:pt x="0" y="1015"/>
                      <a:pt x="100" y="1649"/>
                    </a:cubicBezTo>
                    <a:cubicBezTo>
                      <a:pt x="163" y="2211"/>
                      <a:pt x="693" y="2656"/>
                      <a:pt x="1280" y="2656"/>
                    </a:cubicBezTo>
                    <a:cubicBezTo>
                      <a:pt x="1320" y="2656"/>
                      <a:pt x="1361" y="2654"/>
                      <a:pt x="1401" y="2649"/>
                    </a:cubicBezTo>
                    <a:lnTo>
                      <a:pt x="3936" y="2316"/>
                    </a:lnTo>
                    <a:cubicBezTo>
                      <a:pt x="4570" y="2216"/>
                      <a:pt x="5004" y="1649"/>
                      <a:pt x="4937" y="1015"/>
                    </a:cubicBezTo>
                    <a:cubicBezTo>
                      <a:pt x="4846" y="439"/>
                      <a:pt x="4397" y="1"/>
                      <a:pt x="38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2" name="Google Shape;7512;p62"/>
              <p:cNvSpPr/>
              <p:nvPr/>
            </p:nvSpPr>
            <p:spPr>
              <a:xfrm>
                <a:off x="5739613" y="3696716"/>
                <a:ext cx="963613" cy="132625"/>
              </a:xfrm>
              <a:custGeom>
                <a:avLst/>
                <a:gdLst/>
                <a:ahLst/>
                <a:cxnLst/>
                <a:rect l="l" t="t" r="r" b="b"/>
                <a:pathLst>
                  <a:path w="50904" h="5305" extrusionOk="0">
                    <a:moveTo>
                      <a:pt x="1" y="1"/>
                    </a:moveTo>
                    <a:lnTo>
                      <a:pt x="1" y="5305"/>
                    </a:lnTo>
                    <a:lnTo>
                      <a:pt x="50904" y="5305"/>
                    </a:lnTo>
                    <a:lnTo>
                      <a:pt x="5090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3" name="Google Shape;7513;p62"/>
              <p:cNvSpPr/>
              <p:nvPr/>
            </p:nvSpPr>
            <p:spPr>
              <a:xfrm>
                <a:off x="5739613" y="3701716"/>
                <a:ext cx="963613" cy="81750"/>
              </a:xfrm>
              <a:custGeom>
                <a:avLst/>
                <a:gdLst/>
                <a:ahLst/>
                <a:cxnLst/>
                <a:rect l="l" t="t" r="r" b="b"/>
                <a:pathLst>
                  <a:path w="50904" h="3270" extrusionOk="0">
                    <a:moveTo>
                      <a:pt x="1" y="1"/>
                    </a:moveTo>
                    <a:lnTo>
                      <a:pt x="1" y="3270"/>
                    </a:lnTo>
                    <a:lnTo>
                      <a:pt x="50904" y="3270"/>
                    </a:lnTo>
                    <a:lnTo>
                      <a:pt x="50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4" name="Google Shape;7514;p62"/>
              <p:cNvSpPr/>
              <p:nvPr/>
            </p:nvSpPr>
            <p:spPr>
              <a:xfrm>
                <a:off x="5673942" y="2178974"/>
                <a:ext cx="1093700" cy="413650"/>
              </a:xfrm>
              <a:custGeom>
                <a:avLst/>
                <a:gdLst/>
                <a:ahLst/>
                <a:cxnLst/>
                <a:rect l="l" t="t" r="r" b="b"/>
                <a:pathLst>
                  <a:path w="57776" h="16546" extrusionOk="0">
                    <a:moveTo>
                      <a:pt x="1" y="1"/>
                    </a:moveTo>
                    <a:lnTo>
                      <a:pt x="134" y="301"/>
                    </a:lnTo>
                    <a:lnTo>
                      <a:pt x="1702" y="5271"/>
                    </a:lnTo>
                    <a:lnTo>
                      <a:pt x="5338" y="16546"/>
                    </a:lnTo>
                    <a:lnTo>
                      <a:pt x="52438" y="16546"/>
                    </a:lnTo>
                    <a:lnTo>
                      <a:pt x="56074" y="5271"/>
                    </a:lnTo>
                    <a:lnTo>
                      <a:pt x="57675" y="301"/>
                    </a:lnTo>
                    <a:lnTo>
                      <a:pt x="5777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5" name="Google Shape;7515;p62"/>
              <p:cNvSpPr/>
              <p:nvPr/>
            </p:nvSpPr>
            <p:spPr>
              <a:xfrm>
                <a:off x="5676479" y="2186474"/>
                <a:ext cx="1089270" cy="124300"/>
              </a:xfrm>
              <a:custGeom>
                <a:avLst/>
                <a:gdLst/>
                <a:ahLst/>
                <a:cxnLst/>
                <a:rect l="l" t="t" r="r" b="b"/>
                <a:pathLst>
                  <a:path w="57542" h="4972" extrusionOk="0">
                    <a:moveTo>
                      <a:pt x="0" y="1"/>
                    </a:moveTo>
                    <a:lnTo>
                      <a:pt x="1568" y="4971"/>
                    </a:lnTo>
                    <a:lnTo>
                      <a:pt x="55940" y="4971"/>
                    </a:lnTo>
                    <a:lnTo>
                      <a:pt x="5754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6" name="Google Shape;7516;p62"/>
              <p:cNvSpPr/>
              <p:nvPr/>
            </p:nvSpPr>
            <p:spPr>
              <a:xfrm>
                <a:off x="5637329" y="2098924"/>
                <a:ext cx="1166940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61645" h="4070" extrusionOk="0">
                    <a:moveTo>
                      <a:pt x="2669" y="0"/>
                    </a:moveTo>
                    <a:cubicBezTo>
                      <a:pt x="1168" y="0"/>
                      <a:pt x="0" y="901"/>
                      <a:pt x="0" y="2035"/>
                    </a:cubicBezTo>
                    <a:cubicBezTo>
                      <a:pt x="0" y="3169"/>
                      <a:pt x="1234" y="4070"/>
                      <a:pt x="2669" y="4070"/>
                    </a:cubicBezTo>
                    <a:lnTo>
                      <a:pt x="58975" y="4070"/>
                    </a:lnTo>
                    <a:cubicBezTo>
                      <a:pt x="60477" y="4070"/>
                      <a:pt x="61644" y="3169"/>
                      <a:pt x="61644" y="2035"/>
                    </a:cubicBezTo>
                    <a:cubicBezTo>
                      <a:pt x="61644" y="901"/>
                      <a:pt x="60477" y="0"/>
                      <a:pt x="590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7" name="Google Shape;7517;p62"/>
              <p:cNvSpPr/>
              <p:nvPr/>
            </p:nvSpPr>
            <p:spPr>
              <a:xfrm>
                <a:off x="5902552" y="2592597"/>
                <a:ext cx="636521" cy="1125000"/>
              </a:xfrm>
              <a:custGeom>
                <a:avLst/>
                <a:gdLst/>
                <a:ahLst/>
                <a:cxnLst/>
                <a:rect l="l" t="t" r="r" b="b"/>
                <a:pathLst>
                  <a:path w="33625" h="45000" extrusionOk="0">
                    <a:moveTo>
                      <a:pt x="0" y="1"/>
                    </a:moveTo>
                    <a:lnTo>
                      <a:pt x="0" y="45000"/>
                    </a:lnTo>
                    <a:lnTo>
                      <a:pt x="33624" y="45000"/>
                    </a:lnTo>
                    <a:lnTo>
                      <a:pt x="3362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8" name="Google Shape;7518;p62"/>
              <p:cNvSpPr/>
              <p:nvPr/>
            </p:nvSpPr>
            <p:spPr>
              <a:xfrm>
                <a:off x="5946112" y="2670171"/>
                <a:ext cx="549386" cy="971550"/>
              </a:xfrm>
              <a:custGeom>
                <a:avLst/>
                <a:gdLst/>
                <a:ahLst/>
                <a:cxnLst/>
                <a:rect l="l" t="t" r="r" b="b"/>
                <a:pathLst>
                  <a:path w="29022" h="38862" extrusionOk="0">
                    <a:moveTo>
                      <a:pt x="1" y="0"/>
                    </a:moveTo>
                    <a:lnTo>
                      <a:pt x="1" y="38861"/>
                    </a:lnTo>
                    <a:lnTo>
                      <a:pt x="29021" y="38861"/>
                    </a:lnTo>
                    <a:lnTo>
                      <a:pt x="2902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9" name="Google Shape;7519;p62"/>
              <p:cNvSpPr/>
              <p:nvPr/>
            </p:nvSpPr>
            <p:spPr>
              <a:xfrm>
                <a:off x="5902552" y="2592597"/>
                <a:ext cx="636521" cy="29225"/>
              </a:xfrm>
              <a:custGeom>
                <a:avLst/>
                <a:gdLst/>
                <a:ahLst/>
                <a:cxnLst/>
                <a:rect l="l" t="t" r="r" b="b"/>
                <a:pathLst>
                  <a:path w="33625" h="1169" extrusionOk="0">
                    <a:moveTo>
                      <a:pt x="0" y="1"/>
                    </a:moveTo>
                    <a:lnTo>
                      <a:pt x="0" y="1168"/>
                    </a:lnTo>
                    <a:lnTo>
                      <a:pt x="33624" y="1168"/>
                    </a:lnTo>
                    <a:lnTo>
                      <a:pt x="3362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20" name="Google Shape;7520;p62"/>
          <p:cNvGrpSpPr/>
          <p:nvPr/>
        </p:nvGrpSpPr>
        <p:grpSpPr>
          <a:xfrm>
            <a:off x="7844508" y="2298025"/>
            <a:ext cx="175876" cy="572693"/>
            <a:chOff x="2214150" y="2694625"/>
            <a:chExt cx="214850" cy="699600"/>
          </a:xfrm>
        </p:grpSpPr>
        <p:sp>
          <p:nvSpPr>
            <p:cNvPr id="7521" name="Google Shape;7521;p62"/>
            <p:cNvSpPr/>
            <p:nvPr/>
          </p:nvSpPr>
          <p:spPr>
            <a:xfrm>
              <a:off x="2321575" y="33942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F7E7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2" name="Google Shape;7522;p62"/>
            <p:cNvSpPr/>
            <p:nvPr/>
          </p:nvSpPr>
          <p:spPr>
            <a:xfrm>
              <a:off x="2321575" y="33942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close/>
                </a:path>
              </a:pathLst>
            </a:custGeom>
            <a:solidFill>
              <a:srgbClr val="F7E7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3" name="Google Shape;7523;p62"/>
            <p:cNvSpPr/>
            <p:nvPr/>
          </p:nvSpPr>
          <p:spPr>
            <a:xfrm>
              <a:off x="2237175" y="2694625"/>
              <a:ext cx="168825" cy="590100"/>
            </a:xfrm>
            <a:custGeom>
              <a:avLst/>
              <a:gdLst/>
              <a:ahLst/>
              <a:cxnLst/>
              <a:rect l="l" t="t" r="r" b="b"/>
              <a:pathLst>
                <a:path w="6753" h="23604" extrusionOk="0">
                  <a:moveTo>
                    <a:pt x="6417" y="11467"/>
                  </a:moveTo>
                  <a:lnTo>
                    <a:pt x="6752" y="4799"/>
                  </a:lnTo>
                  <a:cubicBezTo>
                    <a:pt x="6752" y="4297"/>
                    <a:pt x="6389" y="3879"/>
                    <a:pt x="5915" y="3879"/>
                  </a:cubicBezTo>
                  <a:lnTo>
                    <a:pt x="4464" y="3879"/>
                  </a:lnTo>
                  <a:lnTo>
                    <a:pt x="4464" y="3125"/>
                  </a:lnTo>
                  <a:cubicBezTo>
                    <a:pt x="4632" y="2902"/>
                    <a:pt x="4743" y="2651"/>
                    <a:pt x="4743" y="2372"/>
                  </a:cubicBezTo>
                  <a:lnTo>
                    <a:pt x="4743" y="1256"/>
                  </a:lnTo>
                  <a:cubicBezTo>
                    <a:pt x="4743" y="559"/>
                    <a:pt x="4158" y="1"/>
                    <a:pt x="3376" y="1"/>
                  </a:cubicBezTo>
                  <a:cubicBezTo>
                    <a:pt x="2623" y="1"/>
                    <a:pt x="2009" y="559"/>
                    <a:pt x="2009" y="1256"/>
                  </a:cubicBezTo>
                  <a:lnTo>
                    <a:pt x="2009" y="2372"/>
                  </a:lnTo>
                  <a:cubicBezTo>
                    <a:pt x="2009" y="2651"/>
                    <a:pt x="2121" y="2902"/>
                    <a:pt x="2288" y="3125"/>
                  </a:cubicBezTo>
                  <a:lnTo>
                    <a:pt x="2288" y="3879"/>
                  </a:lnTo>
                  <a:lnTo>
                    <a:pt x="838" y="3879"/>
                  </a:lnTo>
                  <a:cubicBezTo>
                    <a:pt x="391" y="3879"/>
                    <a:pt x="1" y="4297"/>
                    <a:pt x="1" y="4799"/>
                  </a:cubicBezTo>
                  <a:lnTo>
                    <a:pt x="252" y="11411"/>
                  </a:lnTo>
                  <a:cubicBezTo>
                    <a:pt x="252" y="11830"/>
                    <a:pt x="586" y="12220"/>
                    <a:pt x="977" y="12332"/>
                  </a:cubicBezTo>
                  <a:lnTo>
                    <a:pt x="2093" y="22069"/>
                  </a:lnTo>
                  <a:lnTo>
                    <a:pt x="1172" y="22069"/>
                  </a:lnTo>
                  <a:lnTo>
                    <a:pt x="1172" y="22683"/>
                  </a:lnTo>
                  <a:lnTo>
                    <a:pt x="475" y="22683"/>
                  </a:lnTo>
                  <a:lnTo>
                    <a:pt x="475" y="23603"/>
                  </a:lnTo>
                  <a:lnTo>
                    <a:pt x="6334" y="23603"/>
                  </a:lnTo>
                  <a:lnTo>
                    <a:pt x="6334" y="22683"/>
                  </a:lnTo>
                  <a:lnTo>
                    <a:pt x="5636" y="22683"/>
                  </a:lnTo>
                  <a:lnTo>
                    <a:pt x="5636" y="22069"/>
                  </a:lnTo>
                  <a:lnTo>
                    <a:pt x="4743" y="22069"/>
                  </a:lnTo>
                  <a:lnTo>
                    <a:pt x="5859" y="12332"/>
                  </a:lnTo>
                  <a:cubicBezTo>
                    <a:pt x="6166" y="12220"/>
                    <a:pt x="6417" y="11886"/>
                    <a:pt x="6417" y="114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4" name="Google Shape;7524;p62"/>
            <p:cNvSpPr/>
            <p:nvPr/>
          </p:nvSpPr>
          <p:spPr>
            <a:xfrm>
              <a:off x="2223925" y="3283300"/>
              <a:ext cx="195325" cy="110225"/>
            </a:xfrm>
            <a:custGeom>
              <a:avLst/>
              <a:gdLst/>
              <a:ahLst/>
              <a:cxnLst/>
              <a:rect l="l" t="t" r="r" b="b"/>
              <a:pathLst>
                <a:path w="7813" h="4409" extrusionOk="0">
                  <a:moveTo>
                    <a:pt x="0" y="0"/>
                  </a:moveTo>
                  <a:lnTo>
                    <a:pt x="0" y="4408"/>
                  </a:lnTo>
                  <a:lnTo>
                    <a:pt x="7812" y="4408"/>
                  </a:lnTo>
                  <a:lnTo>
                    <a:pt x="78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5" name="Google Shape;7525;p62"/>
            <p:cNvSpPr/>
            <p:nvPr/>
          </p:nvSpPr>
          <p:spPr>
            <a:xfrm>
              <a:off x="2214150" y="3283300"/>
              <a:ext cx="214850" cy="19550"/>
            </a:xfrm>
            <a:custGeom>
              <a:avLst/>
              <a:gdLst/>
              <a:ahLst/>
              <a:cxnLst/>
              <a:rect l="l" t="t" r="r" b="b"/>
              <a:pathLst>
                <a:path w="8594" h="782" extrusionOk="0">
                  <a:moveTo>
                    <a:pt x="1" y="0"/>
                  </a:moveTo>
                  <a:lnTo>
                    <a:pt x="1" y="782"/>
                  </a:lnTo>
                  <a:lnTo>
                    <a:pt x="8594" y="782"/>
                  </a:lnTo>
                  <a:lnTo>
                    <a:pt x="85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6" name="Google Shape;7526;p62"/>
            <p:cNvSpPr/>
            <p:nvPr/>
          </p:nvSpPr>
          <p:spPr>
            <a:xfrm>
              <a:off x="2214150" y="3373975"/>
              <a:ext cx="214850" cy="19550"/>
            </a:xfrm>
            <a:custGeom>
              <a:avLst/>
              <a:gdLst/>
              <a:ahLst/>
              <a:cxnLst/>
              <a:rect l="l" t="t" r="r" b="b"/>
              <a:pathLst>
                <a:path w="8594" h="782" extrusionOk="0">
                  <a:moveTo>
                    <a:pt x="1" y="0"/>
                  </a:moveTo>
                  <a:lnTo>
                    <a:pt x="1" y="781"/>
                  </a:lnTo>
                  <a:lnTo>
                    <a:pt x="8594" y="781"/>
                  </a:lnTo>
                  <a:lnTo>
                    <a:pt x="85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7" name="Google Shape;7527;p62"/>
            <p:cNvSpPr/>
            <p:nvPr/>
          </p:nvSpPr>
          <p:spPr>
            <a:xfrm>
              <a:off x="2252525" y="2731600"/>
              <a:ext cx="140900" cy="546150"/>
            </a:xfrm>
            <a:custGeom>
              <a:avLst/>
              <a:gdLst/>
              <a:ahLst/>
              <a:cxnLst/>
              <a:rect l="l" t="t" r="r" b="b"/>
              <a:pathLst>
                <a:path w="5636" h="21846" extrusionOk="0">
                  <a:moveTo>
                    <a:pt x="5636" y="3264"/>
                  </a:moveTo>
                  <a:lnTo>
                    <a:pt x="5273" y="9932"/>
                  </a:lnTo>
                  <a:cubicBezTo>
                    <a:pt x="5273" y="10183"/>
                    <a:pt x="5134" y="10351"/>
                    <a:pt x="4966" y="10434"/>
                  </a:cubicBezTo>
                  <a:lnTo>
                    <a:pt x="4687" y="10490"/>
                  </a:lnTo>
                  <a:lnTo>
                    <a:pt x="3571" y="20115"/>
                  </a:lnTo>
                  <a:lnTo>
                    <a:pt x="2623" y="20115"/>
                  </a:lnTo>
                  <a:cubicBezTo>
                    <a:pt x="2623" y="20115"/>
                    <a:pt x="2846" y="11188"/>
                    <a:pt x="2846" y="10546"/>
                  </a:cubicBezTo>
                  <a:cubicBezTo>
                    <a:pt x="2846" y="9876"/>
                    <a:pt x="4520" y="9514"/>
                    <a:pt x="4520" y="9514"/>
                  </a:cubicBezTo>
                  <a:lnTo>
                    <a:pt x="4743" y="5943"/>
                  </a:lnTo>
                  <a:lnTo>
                    <a:pt x="4743" y="5580"/>
                  </a:lnTo>
                  <a:lnTo>
                    <a:pt x="2874" y="5580"/>
                  </a:lnTo>
                  <a:lnTo>
                    <a:pt x="2595" y="5022"/>
                  </a:lnTo>
                  <a:lnTo>
                    <a:pt x="2372" y="5580"/>
                  </a:lnTo>
                  <a:lnTo>
                    <a:pt x="224" y="5580"/>
                  </a:lnTo>
                  <a:lnTo>
                    <a:pt x="0" y="4631"/>
                  </a:lnTo>
                  <a:lnTo>
                    <a:pt x="335" y="5273"/>
                  </a:lnTo>
                  <a:lnTo>
                    <a:pt x="2316" y="5273"/>
                  </a:lnTo>
                  <a:lnTo>
                    <a:pt x="2595" y="4436"/>
                  </a:lnTo>
                  <a:lnTo>
                    <a:pt x="2902" y="5273"/>
                  </a:lnTo>
                  <a:lnTo>
                    <a:pt x="4743" y="5273"/>
                  </a:lnTo>
                  <a:lnTo>
                    <a:pt x="4743" y="4157"/>
                  </a:lnTo>
                  <a:cubicBezTo>
                    <a:pt x="4743" y="3181"/>
                    <a:pt x="2902" y="3069"/>
                    <a:pt x="2902" y="3069"/>
                  </a:cubicBezTo>
                  <a:lnTo>
                    <a:pt x="2623" y="1563"/>
                  </a:lnTo>
                  <a:lnTo>
                    <a:pt x="2567" y="809"/>
                  </a:lnTo>
                  <a:lnTo>
                    <a:pt x="2762" y="809"/>
                  </a:lnTo>
                  <a:lnTo>
                    <a:pt x="2762" y="0"/>
                  </a:lnTo>
                  <a:lnTo>
                    <a:pt x="3571" y="0"/>
                  </a:lnTo>
                  <a:lnTo>
                    <a:pt x="3571" y="865"/>
                  </a:lnTo>
                  <a:cubicBezTo>
                    <a:pt x="3571" y="1060"/>
                    <a:pt x="3488" y="1228"/>
                    <a:pt x="3404" y="1367"/>
                  </a:cubicBezTo>
                  <a:lnTo>
                    <a:pt x="3292" y="1479"/>
                  </a:lnTo>
                  <a:lnTo>
                    <a:pt x="3488" y="2623"/>
                  </a:lnTo>
                  <a:lnTo>
                    <a:pt x="5217" y="2790"/>
                  </a:lnTo>
                  <a:cubicBezTo>
                    <a:pt x="5413" y="2790"/>
                    <a:pt x="5636" y="3041"/>
                    <a:pt x="5636" y="3264"/>
                  </a:cubicBezTo>
                  <a:close/>
                  <a:moveTo>
                    <a:pt x="2651" y="6250"/>
                  </a:moveTo>
                  <a:cubicBezTo>
                    <a:pt x="2651" y="6250"/>
                    <a:pt x="1200" y="6194"/>
                    <a:pt x="1200" y="7254"/>
                  </a:cubicBezTo>
                  <a:lnTo>
                    <a:pt x="1256" y="7254"/>
                  </a:lnTo>
                  <a:cubicBezTo>
                    <a:pt x="1256" y="7254"/>
                    <a:pt x="1479" y="6557"/>
                    <a:pt x="2707" y="6557"/>
                  </a:cubicBezTo>
                  <a:lnTo>
                    <a:pt x="2707" y="6250"/>
                  </a:lnTo>
                  <a:close/>
                  <a:moveTo>
                    <a:pt x="4046" y="7226"/>
                  </a:moveTo>
                  <a:lnTo>
                    <a:pt x="4129" y="7226"/>
                  </a:lnTo>
                  <a:cubicBezTo>
                    <a:pt x="4129" y="6166"/>
                    <a:pt x="2651" y="6222"/>
                    <a:pt x="2651" y="6222"/>
                  </a:cubicBezTo>
                  <a:lnTo>
                    <a:pt x="2651" y="6529"/>
                  </a:lnTo>
                  <a:cubicBezTo>
                    <a:pt x="3850" y="6557"/>
                    <a:pt x="4046" y="7226"/>
                    <a:pt x="4046" y="7226"/>
                  </a:cubicBezTo>
                  <a:close/>
                  <a:moveTo>
                    <a:pt x="2762" y="20813"/>
                  </a:moveTo>
                  <a:lnTo>
                    <a:pt x="2762" y="21176"/>
                  </a:lnTo>
                  <a:lnTo>
                    <a:pt x="3906" y="21176"/>
                  </a:lnTo>
                  <a:lnTo>
                    <a:pt x="3906" y="20813"/>
                  </a:lnTo>
                  <a:close/>
                  <a:moveTo>
                    <a:pt x="2595" y="21845"/>
                  </a:moveTo>
                  <a:lnTo>
                    <a:pt x="4715" y="21845"/>
                  </a:lnTo>
                  <a:lnTo>
                    <a:pt x="4715" y="21371"/>
                  </a:lnTo>
                  <a:lnTo>
                    <a:pt x="2595" y="21371"/>
                  </a:lnTo>
                  <a:close/>
                </a:path>
              </a:pathLst>
            </a:custGeom>
            <a:solidFill>
              <a:srgbClr val="ECDD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8" name="Google Shape;7528;p62"/>
            <p:cNvSpPr/>
            <p:nvPr/>
          </p:nvSpPr>
          <p:spPr>
            <a:xfrm>
              <a:off x="2255300" y="3318875"/>
              <a:ext cx="134650" cy="40475"/>
            </a:xfrm>
            <a:custGeom>
              <a:avLst/>
              <a:gdLst/>
              <a:ahLst/>
              <a:cxnLst/>
              <a:rect l="l" t="t" r="r" b="b"/>
              <a:pathLst>
                <a:path w="5386" h="1619" extrusionOk="0">
                  <a:moveTo>
                    <a:pt x="1" y="0"/>
                  </a:moveTo>
                  <a:lnTo>
                    <a:pt x="1" y="1618"/>
                  </a:lnTo>
                  <a:lnTo>
                    <a:pt x="5385" y="1618"/>
                  </a:lnTo>
                  <a:lnTo>
                    <a:pt x="538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9" name="Google Shape;7529;p62"/>
            <p:cNvSpPr/>
            <p:nvPr/>
          </p:nvSpPr>
          <p:spPr>
            <a:xfrm>
              <a:off x="2223925" y="3303525"/>
              <a:ext cx="194625" cy="70475"/>
            </a:xfrm>
            <a:custGeom>
              <a:avLst/>
              <a:gdLst/>
              <a:ahLst/>
              <a:cxnLst/>
              <a:rect l="l" t="t" r="r" b="b"/>
              <a:pathLst>
                <a:path w="7785" h="2819" extrusionOk="0">
                  <a:moveTo>
                    <a:pt x="0" y="0"/>
                  </a:moveTo>
                  <a:lnTo>
                    <a:pt x="0" y="642"/>
                  </a:lnTo>
                  <a:lnTo>
                    <a:pt x="6278" y="1089"/>
                  </a:lnTo>
                  <a:lnTo>
                    <a:pt x="6417" y="2818"/>
                  </a:lnTo>
                  <a:lnTo>
                    <a:pt x="7784" y="2818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0E6AEE01-88F3-66A3-1987-47BF50328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82" y="1680954"/>
            <a:ext cx="2305540" cy="326494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DB7478A-1940-EA70-EFCB-D792D34EC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672" y="1195419"/>
            <a:ext cx="3243429" cy="228755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29EEDBC-5D52-B6C7-A8E1-61099A64C5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4735" y="3003982"/>
            <a:ext cx="3243489" cy="1946093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AC31DD4-875E-DB75-4D40-B80EF68AE5FA}"/>
              </a:ext>
            </a:extLst>
          </p:cNvPr>
          <p:cNvSpPr/>
          <p:nvPr/>
        </p:nvSpPr>
        <p:spPr>
          <a:xfrm>
            <a:off x="637082" y="2011015"/>
            <a:ext cx="1280250" cy="2214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84CDA9-A030-5853-0E30-3E45FCD3A1B0}"/>
              </a:ext>
            </a:extLst>
          </p:cNvPr>
          <p:cNvSpPr/>
          <p:nvPr/>
        </p:nvSpPr>
        <p:spPr>
          <a:xfrm>
            <a:off x="3109673" y="1590870"/>
            <a:ext cx="797960" cy="1879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5279FE-A4E0-C26E-E7DD-D8F77E26B71D}"/>
              </a:ext>
            </a:extLst>
          </p:cNvPr>
          <p:cNvSpPr/>
          <p:nvPr/>
        </p:nvSpPr>
        <p:spPr>
          <a:xfrm>
            <a:off x="4182767" y="3233409"/>
            <a:ext cx="1475094" cy="2214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3" name="Google Shape;6613;p51"/>
          <p:cNvSpPr txBox="1">
            <a:spLocks noGrp="1"/>
          </p:cNvSpPr>
          <p:nvPr>
            <p:ph type="title"/>
          </p:nvPr>
        </p:nvSpPr>
        <p:spPr>
          <a:xfrm>
            <a:off x="3945101" y="1968509"/>
            <a:ext cx="4632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zh-TW" altLang="zh-TW" dirty="0">
                <a:solidFill>
                  <a:srgbClr val="FFC000"/>
                </a:solidFill>
              </a:rPr>
              <a:t>Data Analysis</a:t>
            </a:r>
          </a:p>
        </p:txBody>
      </p:sp>
      <p:grpSp>
        <p:nvGrpSpPr>
          <p:cNvPr id="6616" name="Google Shape;6616;p51"/>
          <p:cNvGrpSpPr/>
          <p:nvPr/>
        </p:nvGrpSpPr>
        <p:grpSpPr>
          <a:xfrm>
            <a:off x="1" y="1656122"/>
            <a:ext cx="3692794" cy="2613438"/>
            <a:chOff x="1833350" y="1615625"/>
            <a:chExt cx="1286150" cy="910225"/>
          </a:xfrm>
        </p:grpSpPr>
        <p:sp>
          <p:nvSpPr>
            <p:cNvPr id="6617" name="Google Shape;6617;p51"/>
            <p:cNvSpPr/>
            <p:nvPr/>
          </p:nvSpPr>
          <p:spPr>
            <a:xfrm>
              <a:off x="2442225" y="1914850"/>
              <a:ext cx="677275" cy="140225"/>
            </a:xfrm>
            <a:custGeom>
              <a:avLst/>
              <a:gdLst/>
              <a:ahLst/>
              <a:cxnLst/>
              <a:rect l="l" t="t" r="r" b="b"/>
              <a:pathLst>
                <a:path w="27091" h="5609" extrusionOk="0">
                  <a:moveTo>
                    <a:pt x="1" y="0"/>
                  </a:moveTo>
                  <a:lnTo>
                    <a:pt x="1" y="5608"/>
                  </a:lnTo>
                  <a:lnTo>
                    <a:pt x="27091" y="5608"/>
                  </a:lnTo>
                  <a:lnTo>
                    <a:pt x="270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8" name="Google Shape;6618;p51"/>
            <p:cNvSpPr/>
            <p:nvPr/>
          </p:nvSpPr>
          <p:spPr>
            <a:xfrm>
              <a:off x="2561500" y="1951125"/>
              <a:ext cx="130450" cy="62800"/>
            </a:xfrm>
            <a:custGeom>
              <a:avLst/>
              <a:gdLst/>
              <a:ahLst/>
              <a:cxnLst/>
              <a:rect l="l" t="t" r="r" b="b"/>
              <a:pathLst>
                <a:path w="5218" h="2512" extrusionOk="0">
                  <a:moveTo>
                    <a:pt x="2149" y="0"/>
                  </a:moveTo>
                  <a:lnTo>
                    <a:pt x="1" y="2511"/>
                  </a:lnTo>
                  <a:lnTo>
                    <a:pt x="3070" y="2511"/>
                  </a:lnTo>
                  <a:lnTo>
                    <a:pt x="52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9" name="Google Shape;6619;p51"/>
            <p:cNvSpPr/>
            <p:nvPr/>
          </p:nvSpPr>
          <p:spPr>
            <a:xfrm>
              <a:off x="2714950" y="1951125"/>
              <a:ext cx="131850" cy="62800"/>
            </a:xfrm>
            <a:custGeom>
              <a:avLst/>
              <a:gdLst/>
              <a:ahLst/>
              <a:cxnLst/>
              <a:rect l="l" t="t" r="r" b="b"/>
              <a:pathLst>
                <a:path w="5274" h="2512" extrusionOk="0">
                  <a:moveTo>
                    <a:pt x="2149" y="0"/>
                  </a:moveTo>
                  <a:lnTo>
                    <a:pt x="0" y="2511"/>
                  </a:lnTo>
                  <a:lnTo>
                    <a:pt x="3069" y="2511"/>
                  </a:lnTo>
                  <a:lnTo>
                    <a:pt x="52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0" name="Google Shape;6620;p51"/>
            <p:cNvSpPr/>
            <p:nvPr/>
          </p:nvSpPr>
          <p:spPr>
            <a:xfrm>
              <a:off x="2869100" y="1951125"/>
              <a:ext cx="131150" cy="62800"/>
            </a:xfrm>
            <a:custGeom>
              <a:avLst/>
              <a:gdLst/>
              <a:ahLst/>
              <a:cxnLst/>
              <a:rect l="l" t="t" r="r" b="b"/>
              <a:pathLst>
                <a:path w="5246" h="2512" extrusionOk="0">
                  <a:moveTo>
                    <a:pt x="2176" y="0"/>
                  </a:moveTo>
                  <a:lnTo>
                    <a:pt x="0" y="2511"/>
                  </a:lnTo>
                  <a:lnTo>
                    <a:pt x="3069" y="2511"/>
                  </a:lnTo>
                  <a:lnTo>
                    <a:pt x="52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1" name="Google Shape;6621;p51"/>
            <p:cNvSpPr/>
            <p:nvPr/>
          </p:nvSpPr>
          <p:spPr>
            <a:xfrm>
              <a:off x="2484775" y="1951125"/>
              <a:ext cx="53725" cy="62800"/>
            </a:xfrm>
            <a:custGeom>
              <a:avLst/>
              <a:gdLst/>
              <a:ahLst/>
              <a:cxnLst/>
              <a:rect l="l" t="t" r="r" b="b"/>
              <a:pathLst>
                <a:path w="2149" h="2512" extrusionOk="0">
                  <a:moveTo>
                    <a:pt x="1" y="0"/>
                  </a:moveTo>
                  <a:lnTo>
                    <a:pt x="1" y="2511"/>
                  </a:lnTo>
                  <a:lnTo>
                    <a:pt x="2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2" name="Google Shape;6622;p51"/>
            <p:cNvSpPr/>
            <p:nvPr/>
          </p:nvSpPr>
          <p:spPr>
            <a:xfrm>
              <a:off x="3024625" y="1951125"/>
              <a:ext cx="53725" cy="62800"/>
            </a:xfrm>
            <a:custGeom>
              <a:avLst/>
              <a:gdLst/>
              <a:ahLst/>
              <a:cxnLst/>
              <a:rect l="l" t="t" r="r" b="b"/>
              <a:pathLst>
                <a:path w="2149" h="2512" extrusionOk="0">
                  <a:moveTo>
                    <a:pt x="2149" y="0"/>
                  </a:moveTo>
                  <a:lnTo>
                    <a:pt x="1" y="2511"/>
                  </a:lnTo>
                  <a:lnTo>
                    <a:pt x="2149" y="2511"/>
                  </a:lnTo>
                  <a:lnTo>
                    <a:pt x="2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3" name="Google Shape;6623;p51"/>
            <p:cNvSpPr/>
            <p:nvPr/>
          </p:nvSpPr>
          <p:spPr>
            <a:xfrm>
              <a:off x="2422700" y="1682600"/>
              <a:ext cx="689825" cy="231575"/>
            </a:xfrm>
            <a:custGeom>
              <a:avLst/>
              <a:gdLst/>
              <a:ahLst/>
              <a:cxnLst/>
              <a:rect l="l" t="t" r="r" b="b"/>
              <a:pathLst>
                <a:path w="27593" h="9263" extrusionOk="0">
                  <a:moveTo>
                    <a:pt x="26840" y="0"/>
                  </a:moveTo>
                  <a:lnTo>
                    <a:pt x="1" y="3711"/>
                  </a:lnTo>
                  <a:lnTo>
                    <a:pt x="754" y="9262"/>
                  </a:lnTo>
                  <a:lnTo>
                    <a:pt x="27593" y="5552"/>
                  </a:lnTo>
                  <a:lnTo>
                    <a:pt x="268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4" name="Google Shape;6624;p51"/>
            <p:cNvSpPr/>
            <p:nvPr/>
          </p:nvSpPr>
          <p:spPr>
            <a:xfrm>
              <a:off x="2850950" y="1741875"/>
              <a:ext cx="137425" cy="66275"/>
            </a:xfrm>
            <a:custGeom>
              <a:avLst/>
              <a:gdLst/>
              <a:ahLst/>
              <a:cxnLst/>
              <a:rect l="l" t="t" r="r" b="b"/>
              <a:pathLst>
                <a:path w="5497" h="2651" extrusionOk="0">
                  <a:moveTo>
                    <a:pt x="3042" y="0"/>
                  </a:moveTo>
                  <a:lnTo>
                    <a:pt x="1" y="419"/>
                  </a:lnTo>
                  <a:lnTo>
                    <a:pt x="2484" y="2651"/>
                  </a:lnTo>
                  <a:lnTo>
                    <a:pt x="5497" y="2232"/>
                  </a:lnTo>
                  <a:lnTo>
                    <a:pt x="30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5" name="Google Shape;6625;p51"/>
            <p:cNvSpPr/>
            <p:nvPr/>
          </p:nvSpPr>
          <p:spPr>
            <a:xfrm>
              <a:off x="2698200" y="1762800"/>
              <a:ext cx="138825" cy="66275"/>
            </a:xfrm>
            <a:custGeom>
              <a:avLst/>
              <a:gdLst/>
              <a:ahLst/>
              <a:cxnLst/>
              <a:rect l="l" t="t" r="r" b="b"/>
              <a:pathLst>
                <a:path w="5553" h="2651" extrusionOk="0">
                  <a:moveTo>
                    <a:pt x="3042" y="0"/>
                  </a:moveTo>
                  <a:lnTo>
                    <a:pt x="1" y="419"/>
                  </a:lnTo>
                  <a:lnTo>
                    <a:pt x="2512" y="2651"/>
                  </a:lnTo>
                  <a:lnTo>
                    <a:pt x="5553" y="2232"/>
                  </a:lnTo>
                  <a:lnTo>
                    <a:pt x="3042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6" name="Google Shape;6626;p51"/>
            <p:cNvSpPr/>
            <p:nvPr/>
          </p:nvSpPr>
          <p:spPr>
            <a:xfrm>
              <a:off x="2546850" y="1783725"/>
              <a:ext cx="137425" cy="66275"/>
            </a:xfrm>
            <a:custGeom>
              <a:avLst/>
              <a:gdLst/>
              <a:ahLst/>
              <a:cxnLst/>
              <a:rect l="l" t="t" r="r" b="b"/>
              <a:pathLst>
                <a:path w="5497" h="2651" extrusionOk="0">
                  <a:moveTo>
                    <a:pt x="3014" y="0"/>
                  </a:moveTo>
                  <a:lnTo>
                    <a:pt x="1" y="419"/>
                  </a:lnTo>
                  <a:lnTo>
                    <a:pt x="2456" y="2651"/>
                  </a:lnTo>
                  <a:lnTo>
                    <a:pt x="5497" y="2232"/>
                  </a:lnTo>
                  <a:lnTo>
                    <a:pt x="3014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7" name="Google Shape;6627;p51"/>
            <p:cNvSpPr/>
            <p:nvPr/>
          </p:nvSpPr>
          <p:spPr>
            <a:xfrm>
              <a:off x="3002300" y="1724425"/>
              <a:ext cx="62100" cy="62800"/>
            </a:xfrm>
            <a:custGeom>
              <a:avLst/>
              <a:gdLst/>
              <a:ahLst/>
              <a:cxnLst/>
              <a:rect l="l" t="t" r="r" b="b"/>
              <a:pathLst>
                <a:path w="2484" h="2512" extrusionOk="0">
                  <a:moveTo>
                    <a:pt x="2121" y="1"/>
                  </a:moveTo>
                  <a:lnTo>
                    <a:pt x="1" y="280"/>
                  </a:lnTo>
                  <a:lnTo>
                    <a:pt x="2484" y="2512"/>
                  </a:lnTo>
                  <a:lnTo>
                    <a:pt x="21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8" name="Google Shape;6628;p51"/>
            <p:cNvSpPr/>
            <p:nvPr/>
          </p:nvSpPr>
          <p:spPr>
            <a:xfrm>
              <a:off x="2468050" y="1806050"/>
              <a:ext cx="62800" cy="62800"/>
            </a:xfrm>
            <a:custGeom>
              <a:avLst/>
              <a:gdLst/>
              <a:ahLst/>
              <a:cxnLst/>
              <a:rect l="l" t="t" r="r" b="b"/>
              <a:pathLst>
                <a:path w="2512" h="2512" extrusionOk="0">
                  <a:moveTo>
                    <a:pt x="0" y="0"/>
                  </a:moveTo>
                  <a:lnTo>
                    <a:pt x="363" y="2511"/>
                  </a:lnTo>
                  <a:lnTo>
                    <a:pt x="2511" y="22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9" name="Google Shape;6629;p51"/>
            <p:cNvSpPr/>
            <p:nvPr/>
          </p:nvSpPr>
          <p:spPr>
            <a:xfrm>
              <a:off x="2391325" y="1863925"/>
              <a:ext cx="101150" cy="101175"/>
            </a:xfrm>
            <a:custGeom>
              <a:avLst/>
              <a:gdLst/>
              <a:ahLst/>
              <a:cxnLst/>
              <a:rect l="l" t="t" r="r" b="b"/>
              <a:pathLst>
                <a:path w="4046" h="4047" extrusionOk="0">
                  <a:moveTo>
                    <a:pt x="2037" y="1"/>
                  </a:moveTo>
                  <a:cubicBezTo>
                    <a:pt x="893" y="1"/>
                    <a:pt x="0" y="921"/>
                    <a:pt x="0" y="2037"/>
                  </a:cubicBezTo>
                  <a:cubicBezTo>
                    <a:pt x="0" y="3153"/>
                    <a:pt x="893" y="4046"/>
                    <a:pt x="2037" y="4046"/>
                  </a:cubicBezTo>
                  <a:cubicBezTo>
                    <a:pt x="3153" y="4046"/>
                    <a:pt x="4046" y="3153"/>
                    <a:pt x="4046" y="2037"/>
                  </a:cubicBezTo>
                  <a:cubicBezTo>
                    <a:pt x="4046" y="921"/>
                    <a:pt x="3153" y="1"/>
                    <a:pt x="20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0" name="Google Shape;6630;p51"/>
            <p:cNvSpPr/>
            <p:nvPr/>
          </p:nvSpPr>
          <p:spPr>
            <a:xfrm>
              <a:off x="2442225" y="2055050"/>
              <a:ext cx="677275" cy="375950"/>
            </a:xfrm>
            <a:custGeom>
              <a:avLst/>
              <a:gdLst/>
              <a:ahLst/>
              <a:cxnLst/>
              <a:rect l="l" t="t" r="r" b="b"/>
              <a:pathLst>
                <a:path w="27091" h="15038" extrusionOk="0">
                  <a:moveTo>
                    <a:pt x="1" y="0"/>
                  </a:moveTo>
                  <a:lnTo>
                    <a:pt x="1" y="15038"/>
                  </a:lnTo>
                  <a:lnTo>
                    <a:pt x="27091" y="15038"/>
                  </a:lnTo>
                  <a:lnTo>
                    <a:pt x="270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1" name="Google Shape;6631;p51"/>
            <p:cNvSpPr/>
            <p:nvPr/>
          </p:nvSpPr>
          <p:spPr>
            <a:xfrm>
              <a:off x="2506400" y="2112925"/>
              <a:ext cx="532900" cy="260875"/>
            </a:xfrm>
            <a:custGeom>
              <a:avLst/>
              <a:gdLst/>
              <a:ahLst/>
              <a:cxnLst/>
              <a:rect l="l" t="t" r="r" b="b"/>
              <a:pathLst>
                <a:path w="21316" h="10435" extrusionOk="0">
                  <a:moveTo>
                    <a:pt x="6696" y="447"/>
                  </a:moveTo>
                  <a:lnTo>
                    <a:pt x="6696" y="3656"/>
                  </a:lnTo>
                  <a:lnTo>
                    <a:pt x="447" y="3656"/>
                  </a:lnTo>
                  <a:lnTo>
                    <a:pt x="447" y="447"/>
                  </a:lnTo>
                  <a:close/>
                  <a:moveTo>
                    <a:pt x="14173" y="447"/>
                  </a:moveTo>
                  <a:lnTo>
                    <a:pt x="14173" y="3656"/>
                  </a:lnTo>
                  <a:lnTo>
                    <a:pt x="7143" y="3656"/>
                  </a:lnTo>
                  <a:lnTo>
                    <a:pt x="7143" y="447"/>
                  </a:lnTo>
                  <a:close/>
                  <a:moveTo>
                    <a:pt x="20869" y="447"/>
                  </a:moveTo>
                  <a:lnTo>
                    <a:pt x="20869" y="3656"/>
                  </a:lnTo>
                  <a:lnTo>
                    <a:pt x="14620" y="3656"/>
                  </a:lnTo>
                  <a:lnTo>
                    <a:pt x="14620" y="447"/>
                  </a:lnTo>
                  <a:close/>
                  <a:moveTo>
                    <a:pt x="20869" y="4102"/>
                  </a:moveTo>
                  <a:lnTo>
                    <a:pt x="20869" y="6836"/>
                  </a:lnTo>
                  <a:lnTo>
                    <a:pt x="447" y="6836"/>
                  </a:lnTo>
                  <a:lnTo>
                    <a:pt x="447" y="4102"/>
                  </a:lnTo>
                  <a:close/>
                  <a:moveTo>
                    <a:pt x="20869" y="7282"/>
                  </a:moveTo>
                  <a:lnTo>
                    <a:pt x="20869" y="9961"/>
                  </a:lnTo>
                  <a:lnTo>
                    <a:pt x="447" y="9961"/>
                  </a:lnTo>
                  <a:lnTo>
                    <a:pt x="447" y="7282"/>
                  </a:lnTo>
                  <a:close/>
                  <a:moveTo>
                    <a:pt x="224" y="1"/>
                  </a:moveTo>
                  <a:cubicBezTo>
                    <a:pt x="56" y="1"/>
                    <a:pt x="1" y="84"/>
                    <a:pt x="1" y="224"/>
                  </a:cubicBezTo>
                  <a:lnTo>
                    <a:pt x="1" y="10212"/>
                  </a:lnTo>
                  <a:cubicBezTo>
                    <a:pt x="1" y="10351"/>
                    <a:pt x="112" y="10435"/>
                    <a:pt x="224" y="10435"/>
                  </a:cubicBezTo>
                  <a:lnTo>
                    <a:pt x="21064" y="10435"/>
                  </a:lnTo>
                  <a:cubicBezTo>
                    <a:pt x="21204" y="10435"/>
                    <a:pt x="21260" y="10351"/>
                    <a:pt x="21260" y="10212"/>
                  </a:cubicBezTo>
                  <a:lnTo>
                    <a:pt x="21260" y="224"/>
                  </a:lnTo>
                  <a:cubicBezTo>
                    <a:pt x="21316" y="84"/>
                    <a:pt x="21204" y="1"/>
                    <a:pt x="21092" y="1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2" name="Google Shape;6632;p51"/>
            <p:cNvSpPr/>
            <p:nvPr/>
          </p:nvSpPr>
          <p:spPr>
            <a:xfrm>
              <a:off x="2471525" y="2080150"/>
              <a:ext cx="174400" cy="324350"/>
            </a:xfrm>
            <a:custGeom>
              <a:avLst/>
              <a:gdLst/>
              <a:ahLst/>
              <a:cxnLst/>
              <a:rect l="l" t="t" r="r" b="b"/>
              <a:pathLst>
                <a:path w="6976" h="12974" extrusionOk="0">
                  <a:moveTo>
                    <a:pt x="4325" y="12974"/>
                  </a:moveTo>
                  <a:lnTo>
                    <a:pt x="1" y="12974"/>
                  </a:lnTo>
                  <a:lnTo>
                    <a:pt x="1" y="0"/>
                  </a:lnTo>
                  <a:lnTo>
                    <a:pt x="6975" y="0"/>
                  </a:lnTo>
                  <a:close/>
                </a:path>
              </a:pathLst>
            </a:custGeom>
            <a:solidFill>
              <a:srgbClr val="FFFFFF">
                <a:alpha val="140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3" name="Google Shape;6633;p51"/>
            <p:cNvSpPr/>
            <p:nvPr/>
          </p:nvSpPr>
          <p:spPr>
            <a:xfrm>
              <a:off x="2153475" y="2308925"/>
              <a:ext cx="105350" cy="192525"/>
            </a:xfrm>
            <a:custGeom>
              <a:avLst/>
              <a:gdLst/>
              <a:ahLst/>
              <a:cxnLst/>
              <a:rect l="l" t="t" r="r" b="b"/>
              <a:pathLst>
                <a:path w="4214" h="7701" extrusionOk="0">
                  <a:moveTo>
                    <a:pt x="1" y="0"/>
                  </a:moveTo>
                  <a:lnTo>
                    <a:pt x="1" y="7701"/>
                  </a:lnTo>
                  <a:lnTo>
                    <a:pt x="4213" y="7701"/>
                  </a:lnTo>
                  <a:lnTo>
                    <a:pt x="42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4" name="Google Shape;6634;p51"/>
            <p:cNvSpPr/>
            <p:nvPr/>
          </p:nvSpPr>
          <p:spPr>
            <a:xfrm>
              <a:off x="1833350" y="2292175"/>
              <a:ext cx="379450" cy="226025"/>
            </a:xfrm>
            <a:custGeom>
              <a:avLst/>
              <a:gdLst/>
              <a:ahLst/>
              <a:cxnLst/>
              <a:rect l="l" t="t" r="r" b="b"/>
              <a:pathLst>
                <a:path w="15178" h="9041" extrusionOk="0">
                  <a:moveTo>
                    <a:pt x="0" y="1"/>
                  </a:moveTo>
                  <a:lnTo>
                    <a:pt x="0" y="9040"/>
                  </a:lnTo>
                  <a:lnTo>
                    <a:pt x="15177" y="9040"/>
                  </a:lnTo>
                  <a:lnTo>
                    <a:pt x="151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5" name="Google Shape;6635;p51"/>
            <p:cNvSpPr/>
            <p:nvPr/>
          </p:nvSpPr>
          <p:spPr>
            <a:xfrm>
              <a:off x="2259500" y="2319375"/>
              <a:ext cx="592175" cy="206475"/>
            </a:xfrm>
            <a:custGeom>
              <a:avLst/>
              <a:gdLst/>
              <a:ahLst/>
              <a:cxnLst/>
              <a:rect l="l" t="t" r="r" b="b"/>
              <a:pathLst>
                <a:path w="23687" h="8259" extrusionOk="0">
                  <a:moveTo>
                    <a:pt x="23659" y="5078"/>
                  </a:moveTo>
                  <a:cubicBezTo>
                    <a:pt x="22292" y="5748"/>
                    <a:pt x="21483" y="5971"/>
                    <a:pt x="20227" y="6390"/>
                  </a:cubicBezTo>
                  <a:cubicBezTo>
                    <a:pt x="19223" y="6725"/>
                    <a:pt x="18107" y="6864"/>
                    <a:pt x="17130" y="7255"/>
                  </a:cubicBezTo>
                  <a:cubicBezTo>
                    <a:pt x="16042" y="7729"/>
                    <a:pt x="15540" y="7785"/>
                    <a:pt x="14424" y="8008"/>
                  </a:cubicBezTo>
                  <a:cubicBezTo>
                    <a:pt x="13364" y="8231"/>
                    <a:pt x="12136" y="8259"/>
                    <a:pt x="10741" y="8147"/>
                  </a:cubicBezTo>
                  <a:cubicBezTo>
                    <a:pt x="9709" y="8036"/>
                    <a:pt x="7756" y="8092"/>
                    <a:pt x="6668" y="8008"/>
                  </a:cubicBezTo>
                  <a:cubicBezTo>
                    <a:pt x="5636" y="7952"/>
                    <a:pt x="5162" y="7841"/>
                    <a:pt x="4185" y="7422"/>
                  </a:cubicBezTo>
                  <a:cubicBezTo>
                    <a:pt x="3041" y="6892"/>
                    <a:pt x="1953" y="6390"/>
                    <a:pt x="698" y="6390"/>
                  </a:cubicBezTo>
                  <a:lnTo>
                    <a:pt x="0" y="6390"/>
                  </a:lnTo>
                  <a:lnTo>
                    <a:pt x="0" y="587"/>
                  </a:lnTo>
                  <a:cubicBezTo>
                    <a:pt x="670" y="419"/>
                    <a:pt x="1479" y="419"/>
                    <a:pt x="2009" y="280"/>
                  </a:cubicBezTo>
                  <a:cubicBezTo>
                    <a:pt x="2790" y="29"/>
                    <a:pt x="3683" y="1"/>
                    <a:pt x="4520" y="1"/>
                  </a:cubicBezTo>
                  <a:cubicBezTo>
                    <a:pt x="6333" y="1"/>
                    <a:pt x="8035" y="336"/>
                    <a:pt x="9849" y="280"/>
                  </a:cubicBezTo>
                  <a:cubicBezTo>
                    <a:pt x="10518" y="252"/>
                    <a:pt x="11299" y="112"/>
                    <a:pt x="11997" y="252"/>
                  </a:cubicBezTo>
                  <a:cubicBezTo>
                    <a:pt x="12750" y="2065"/>
                    <a:pt x="10686" y="2902"/>
                    <a:pt x="9458" y="2902"/>
                  </a:cubicBezTo>
                  <a:lnTo>
                    <a:pt x="8454" y="2902"/>
                  </a:lnTo>
                  <a:cubicBezTo>
                    <a:pt x="8928" y="3349"/>
                    <a:pt x="9430" y="3795"/>
                    <a:pt x="10100" y="4018"/>
                  </a:cubicBezTo>
                  <a:cubicBezTo>
                    <a:pt x="11076" y="4353"/>
                    <a:pt x="11076" y="4493"/>
                    <a:pt x="13029" y="4521"/>
                  </a:cubicBezTo>
                  <a:cubicBezTo>
                    <a:pt x="15568" y="4604"/>
                    <a:pt x="15456" y="4744"/>
                    <a:pt x="17354" y="4493"/>
                  </a:cubicBezTo>
                  <a:cubicBezTo>
                    <a:pt x="18637" y="4353"/>
                    <a:pt x="19167" y="4186"/>
                    <a:pt x="20506" y="3907"/>
                  </a:cubicBezTo>
                  <a:lnTo>
                    <a:pt x="20506" y="3907"/>
                  </a:lnTo>
                  <a:cubicBezTo>
                    <a:pt x="22264" y="3405"/>
                    <a:pt x="23212" y="3907"/>
                    <a:pt x="23631" y="4660"/>
                  </a:cubicBezTo>
                  <a:cubicBezTo>
                    <a:pt x="23631" y="4744"/>
                    <a:pt x="23687" y="4911"/>
                    <a:pt x="23659" y="5078"/>
                  </a:cubicBezTo>
                  <a:close/>
                </a:path>
              </a:pathLst>
            </a:custGeom>
            <a:solidFill>
              <a:srgbClr val="F7B2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6" name="Google Shape;6636;p51"/>
            <p:cNvSpPr/>
            <p:nvPr/>
          </p:nvSpPr>
          <p:spPr>
            <a:xfrm>
              <a:off x="2391325" y="2389825"/>
              <a:ext cx="117900" cy="28850"/>
            </a:xfrm>
            <a:custGeom>
              <a:avLst/>
              <a:gdLst/>
              <a:ahLst/>
              <a:cxnLst/>
              <a:rect l="l" t="t" r="r" b="b"/>
              <a:pathLst>
                <a:path w="4716" h="1154" extrusionOk="0">
                  <a:moveTo>
                    <a:pt x="3153" y="1"/>
                  </a:moveTo>
                  <a:cubicBezTo>
                    <a:pt x="2093" y="280"/>
                    <a:pt x="1060" y="252"/>
                    <a:pt x="0" y="308"/>
                  </a:cubicBezTo>
                  <a:cubicBezTo>
                    <a:pt x="391" y="419"/>
                    <a:pt x="726" y="587"/>
                    <a:pt x="1088" y="670"/>
                  </a:cubicBezTo>
                  <a:cubicBezTo>
                    <a:pt x="2115" y="921"/>
                    <a:pt x="3049" y="1154"/>
                    <a:pt x="4041" y="1154"/>
                  </a:cubicBezTo>
                  <a:cubicBezTo>
                    <a:pt x="4262" y="1154"/>
                    <a:pt x="4487" y="1142"/>
                    <a:pt x="4715" y="1117"/>
                  </a:cubicBezTo>
                  <a:cubicBezTo>
                    <a:pt x="4074" y="921"/>
                    <a:pt x="3627" y="447"/>
                    <a:pt x="3153" y="1"/>
                  </a:cubicBezTo>
                  <a:close/>
                </a:path>
              </a:pathLst>
            </a:custGeom>
            <a:solidFill>
              <a:srgbClr val="000D20">
                <a:alpha val="112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7" name="Google Shape;6637;p51"/>
            <p:cNvSpPr/>
            <p:nvPr/>
          </p:nvSpPr>
          <p:spPr>
            <a:xfrm>
              <a:off x="2196725" y="1688875"/>
              <a:ext cx="106050" cy="192525"/>
            </a:xfrm>
            <a:custGeom>
              <a:avLst/>
              <a:gdLst/>
              <a:ahLst/>
              <a:cxnLst/>
              <a:rect l="l" t="t" r="r" b="b"/>
              <a:pathLst>
                <a:path w="4242" h="7701" extrusionOk="0">
                  <a:moveTo>
                    <a:pt x="0" y="0"/>
                  </a:moveTo>
                  <a:lnTo>
                    <a:pt x="0" y="7700"/>
                  </a:lnTo>
                  <a:lnTo>
                    <a:pt x="4241" y="7700"/>
                  </a:lnTo>
                  <a:lnTo>
                    <a:pt x="42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8" name="Google Shape;6638;p51"/>
            <p:cNvSpPr/>
            <p:nvPr/>
          </p:nvSpPr>
          <p:spPr>
            <a:xfrm>
              <a:off x="1833350" y="1672125"/>
              <a:ext cx="425475" cy="226000"/>
            </a:xfrm>
            <a:custGeom>
              <a:avLst/>
              <a:gdLst/>
              <a:ahLst/>
              <a:cxnLst/>
              <a:rect l="l" t="t" r="r" b="b"/>
              <a:pathLst>
                <a:path w="17019" h="9040" extrusionOk="0">
                  <a:moveTo>
                    <a:pt x="0" y="1"/>
                  </a:moveTo>
                  <a:lnTo>
                    <a:pt x="0" y="9040"/>
                  </a:lnTo>
                  <a:lnTo>
                    <a:pt x="17018" y="9040"/>
                  </a:lnTo>
                  <a:lnTo>
                    <a:pt x="170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9" name="Google Shape;6639;p51"/>
            <p:cNvSpPr/>
            <p:nvPr/>
          </p:nvSpPr>
          <p:spPr>
            <a:xfrm>
              <a:off x="2302750" y="1615625"/>
              <a:ext cx="492425" cy="248325"/>
            </a:xfrm>
            <a:custGeom>
              <a:avLst/>
              <a:gdLst/>
              <a:ahLst/>
              <a:cxnLst/>
              <a:rect l="l" t="t" r="r" b="b"/>
              <a:pathLst>
                <a:path w="19697" h="9933" extrusionOk="0">
                  <a:moveTo>
                    <a:pt x="0" y="3516"/>
                  </a:moveTo>
                  <a:lnTo>
                    <a:pt x="0" y="9933"/>
                  </a:lnTo>
                  <a:lnTo>
                    <a:pt x="7393" y="9347"/>
                  </a:lnTo>
                  <a:lnTo>
                    <a:pt x="8844" y="9235"/>
                  </a:lnTo>
                  <a:lnTo>
                    <a:pt x="9681" y="9179"/>
                  </a:lnTo>
                  <a:lnTo>
                    <a:pt x="9960" y="9152"/>
                  </a:lnTo>
                  <a:lnTo>
                    <a:pt x="9960" y="9152"/>
                  </a:lnTo>
                  <a:lnTo>
                    <a:pt x="10211" y="9152"/>
                  </a:lnTo>
                  <a:lnTo>
                    <a:pt x="11299" y="9068"/>
                  </a:lnTo>
                  <a:lnTo>
                    <a:pt x="13866" y="8928"/>
                  </a:lnTo>
                  <a:lnTo>
                    <a:pt x="15651" y="8817"/>
                  </a:lnTo>
                  <a:cubicBezTo>
                    <a:pt x="16265" y="8789"/>
                    <a:pt x="16098" y="8789"/>
                    <a:pt x="16740" y="8789"/>
                  </a:cubicBezTo>
                  <a:cubicBezTo>
                    <a:pt x="17521" y="8789"/>
                    <a:pt x="18609" y="8677"/>
                    <a:pt x="19167" y="8036"/>
                  </a:cubicBezTo>
                  <a:cubicBezTo>
                    <a:pt x="19697" y="7478"/>
                    <a:pt x="19613" y="6696"/>
                    <a:pt x="18971" y="6166"/>
                  </a:cubicBezTo>
                  <a:lnTo>
                    <a:pt x="18916" y="6138"/>
                  </a:lnTo>
                  <a:cubicBezTo>
                    <a:pt x="18553" y="5859"/>
                    <a:pt x="17604" y="5832"/>
                    <a:pt x="16795" y="5832"/>
                  </a:cubicBezTo>
                  <a:cubicBezTo>
                    <a:pt x="16461" y="5832"/>
                    <a:pt x="16209" y="5832"/>
                    <a:pt x="15903" y="5859"/>
                  </a:cubicBezTo>
                  <a:lnTo>
                    <a:pt x="15512" y="5859"/>
                  </a:lnTo>
                  <a:lnTo>
                    <a:pt x="11048" y="5748"/>
                  </a:lnTo>
                  <a:lnTo>
                    <a:pt x="10602" y="5748"/>
                  </a:lnTo>
                  <a:lnTo>
                    <a:pt x="10909" y="5469"/>
                  </a:lnTo>
                  <a:lnTo>
                    <a:pt x="11522" y="4604"/>
                  </a:lnTo>
                  <a:lnTo>
                    <a:pt x="11522" y="4604"/>
                  </a:lnTo>
                  <a:lnTo>
                    <a:pt x="12555" y="5357"/>
                  </a:lnTo>
                  <a:lnTo>
                    <a:pt x="18609" y="4520"/>
                  </a:lnTo>
                  <a:lnTo>
                    <a:pt x="15233" y="559"/>
                  </a:lnTo>
                  <a:lnTo>
                    <a:pt x="14954" y="280"/>
                  </a:lnTo>
                  <a:cubicBezTo>
                    <a:pt x="14870" y="196"/>
                    <a:pt x="14814" y="168"/>
                    <a:pt x="14731" y="140"/>
                  </a:cubicBezTo>
                  <a:cubicBezTo>
                    <a:pt x="14731" y="140"/>
                    <a:pt x="14703" y="140"/>
                    <a:pt x="14703" y="112"/>
                  </a:cubicBezTo>
                  <a:cubicBezTo>
                    <a:pt x="14675" y="112"/>
                    <a:pt x="14675" y="112"/>
                    <a:pt x="14647" y="56"/>
                  </a:cubicBezTo>
                  <a:lnTo>
                    <a:pt x="14647" y="56"/>
                  </a:lnTo>
                  <a:cubicBezTo>
                    <a:pt x="14591" y="56"/>
                    <a:pt x="14563" y="29"/>
                    <a:pt x="14536" y="29"/>
                  </a:cubicBezTo>
                  <a:cubicBezTo>
                    <a:pt x="14508" y="29"/>
                    <a:pt x="14452" y="1"/>
                    <a:pt x="14396" y="1"/>
                  </a:cubicBezTo>
                  <a:lnTo>
                    <a:pt x="14284" y="1"/>
                  </a:lnTo>
                  <a:lnTo>
                    <a:pt x="14173" y="1"/>
                  </a:lnTo>
                  <a:lnTo>
                    <a:pt x="13950" y="1"/>
                  </a:lnTo>
                  <a:lnTo>
                    <a:pt x="9235" y="112"/>
                  </a:lnTo>
                  <a:cubicBezTo>
                    <a:pt x="8872" y="112"/>
                    <a:pt x="6835" y="670"/>
                    <a:pt x="6277" y="977"/>
                  </a:cubicBezTo>
                  <a:close/>
                </a:path>
              </a:pathLst>
            </a:custGeom>
            <a:solidFill>
              <a:srgbClr val="F7B2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0" name="Google Shape;6640;p51"/>
            <p:cNvSpPr/>
            <p:nvPr/>
          </p:nvSpPr>
          <p:spPr>
            <a:xfrm>
              <a:off x="2590100" y="1695150"/>
              <a:ext cx="94875" cy="53025"/>
            </a:xfrm>
            <a:custGeom>
              <a:avLst/>
              <a:gdLst/>
              <a:ahLst/>
              <a:cxnLst/>
              <a:rect l="l" t="t" r="r" b="b"/>
              <a:pathLst>
                <a:path w="3795" h="2121" extrusionOk="0">
                  <a:moveTo>
                    <a:pt x="977" y="0"/>
                  </a:moveTo>
                  <a:lnTo>
                    <a:pt x="1" y="1367"/>
                  </a:lnTo>
                  <a:lnTo>
                    <a:pt x="1005" y="2121"/>
                  </a:lnTo>
                  <a:lnTo>
                    <a:pt x="3795" y="1730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838F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1" name="Google Shape;6641;p51"/>
            <p:cNvSpPr/>
            <p:nvPr/>
          </p:nvSpPr>
          <p:spPr>
            <a:xfrm>
              <a:off x="2471525" y="2341700"/>
              <a:ext cx="148600" cy="83725"/>
            </a:xfrm>
            <a:custGeom>
              <a:avLst/>
              <a:gdLst/>
              <a:ahLst/>
              <a:cxnLst/>
              <a:rect l="l" t="t" r="r" b="b"/>
              <a:pathLst>
                <a:path w="5944" h="3349" extrusionOk="0">
                  <a:moveTo>
                    <a:pt x="2651" y="2763"/>
                  </a:moveTo>
                  <a:lnTo>
                    <a:pt x="1647" y="2763"/>
                  </a:lnTo>
                  <a:cubicBezTo>
                    <a:pt x="1870" y="2986"/>
                    <a:pt x="2093" y="3181"/>
                    <a:pt x="2344" y="3349"/>
                  </a:cubicBezTo>
                  <a:cubicBezTo>
                    <a:pt x="2121" y="3293"/>
                    <a:pt x="1926" y="3181"/>
                    <a:pt x="1619" y="3070"/>
                  </a:cubicBezTo>
                  <a:cubicBezTo>
                    <a:pt x="1563" y="3070"/>
                    <a:pt x="1563" y="3070"/>
                    <a:pt x="1535" y="3042"/>
                  </a:cubicBezTo>
                  <a:lnTo>
                    <a:pt x="1535" y="3042"/>
                  </a:lnTo>
                  <a:lnTo>
                    <a:pt x="1340" y="2930"/>
                  </a:lnTo>
                  <a:cubicBezTo>
                    <a:pt x="838" y="2679"/>
                    <a:pt x="419" y="2316"/>
                    <a:pt x="1" y="1926"/>
                  </a:cubicBezTo>
                  <a:lnTo>
                    <a:pt x="1005" y="1926"/>
                  </a:lnTo>
                  <a:cubicBezTo>
                    <a:pt x="2037" y="1926"/>
                    <a:pt x="3628" y="1340"/>
                    <a:pt x="3711" y="84"/>
                  </a:cubicBezTo>
                  <a:cubicBezTo>
                    <a:pt x="4186" y="29"/>
                    <a:pt x="4744" y="1"/>
                    <a:pt x="5246" y="84"/>
                  </a:cubicBezTo>
                  <a:cubicBezTo>
                    <a:pt x="5943" y="1926"/>
                    <a:pt x="3879" y="2763"/>
                    <a:pt x="2651" y="2763"/>
                  </a:cubicBezTo>
                  <a:close/>
                </a:path>
              </a:pathLst>
            </a:custGeom>
            <a:solidFill>
              <a:srgbClr val="000D20">
                <a:alpha val="112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2" name="Google Shape;6642;p51"/>
            <p:cNvSpPr/>
            <p:nvPr/>
          </p:nvSpPr>
          <p:spPr>
            <a:xfrm>
              <a:off x="2400375" y="1793475"/>
              <a:ext cx="418525" cy="93500"/>
            </a:xfrm>
            <a:custGeom>
              <a:avLst/>
              <a:gdLst/>
              <a:ahLst/>
              <a:cxnLst/>
              <a:rect l="l" t="t" r="r" b="b"/>
              <a:pathLst>
                <a:path w="16741" h="3740" extrusionOk="0">
                  <a:moveTo>
                    <a:pt x="16210" y="2065"/>
                  </a:moveTo>
                  <a:cubicBezTo>
                    <a:pt x="15624" y="2735"/>
                    <a:pt x="14536" y="2819"/>
                    <a:pt x="13755" y="2819"/>
                  </a:cubicBezTo>
                  <a:cubicBezTo>
                    <a:pt x="13141" y="2819"/>
                    <a:pt x="13309" y="2819"/>
                    <a:pt x="12695" y="2875"/>
                  </a:cubicBezTo>
                  <a:lnTo>
                    <a:pt x="10909" y="2958"/>
                  </a:lnTo>
                  <a:lnTo>
                    <a:pt x="8315" y="3098"/>
                  </a:lnTo>
                  <a:lnTo>
                    <a:pt x="7255" y="3181"/>
                  </a:lnTo>
                  <a:lnTo>
                    <a:pt x="7004" y="3181"/>
                  </a:lnTo>
                  <a:lnTo>
                    <a:pt x="7004" y="3181"/>
                  </a:lnTo>
                  <a:lnTo>
                    <a:pt x="6725" y="3209"/>
                  </a:lnTo>
                  <a:lnTo>
                    <a:pt x="5888" y="3293"/>
                  </a:lnTo>
                  <a:lnTo>
                    <a:pt x="4409" y="3377"/>
                  </a:lnTo>
                  <a:lnTo>
                    <a:pt x="1" y="3739"/>
                  </a:lnTo>
                  <a:cubicBezTo>
                    <a:pt x="308" y="3237"/>
                    <a:pt x="838" y="2902"/>
                    <a:pt x="1424" y="2819"/>
                  </a:cubicBezTo>
                  <a:lnTo>
                    <a:pt x="1340" y="2372"/>
                  </a:lnTo>
                  <a:lnTo>
                    <a:pt x="3516" y="2205"/>
                  </a:lnTo>
                  <a:lnTo>
                    <a:pt x="4967" y="2093"/>
                  </a:lnTo>
                  <a:lnTo>
                    <a:pt x="5804" y="2038"/>
                  </a:lnTo>
                  <a:lnTo>
                    <a:pt x="6083" y="1982"/>
                  </a:lnTo>
                  <a:lnTo>
                    <a:pt x="6083" y="1982"/>
                  </a:lnTo>
                  <a:lnTo>
                    <a:pt x="6334" y="1982"/>
                  </a:lnTo>
                  <a:lnTo>
                    <a:pt x="7422" y="1926"/>
                  </a:lnTo>
                  <a:lnTo>
                    <a:pt x="9989" y="1786"/>
                  </a:lnTo>
                  <a:lnTo>
                    <a:pt x="11774" y="1675"/>
                  </a:lnTo>
                  <a:cubicBezTo>
                    <a:pt x="12416" y="1647"/>
                    <a:pt x="12221" y="1647"/>
                    <a:pt x="12862" y="1647"/>
                  </a:cubicBezTo>
                  <a:cubicBezTo>
                    <a:pt x="13644" y="1647"/>
                    <a:pt x="14732" y="1535"/>
                    <a:pt x="15318" y="866"/>
                  </a:cubicBezTo>
                  <a:cubicBezTo>
                    <a:pt x="15569" y="643"/>
                    <a:pt x="15680" y="308"/>
                    <a:pt x="15680" y="1"/>
                  </a:cubicBezTo>
                  <a:cubicBezTo>
                    <a:pt x="15820" y="29"/>
                    <a:pt x="15931" y="85"/>
                    <a:pt x="15987" y="140"/>
                  </a:cubicBezTo>
                  <a:lnTo>
                    <a:pt x="16015" y="168"/>
                  </a:lnTo>
                  <a:cubicBezTo>
                    <a:pt x="16657" y="698"/>
                    <a:pt x="16740" y="1508"/>
                    <a:pt x="16210" y="2065"/>
                  </a:cubicBezTo>
                  <a:close/>
                </a:path>
              </a:pathLst>
            </a:custGeom>
            <a:solidFill>
              <a:srgbClr val="000D20">
                <a:alpha val="1120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3" name="Google Shape;6643;p51"/>
          <p:cNvGrpSpPr/>
          <p:nvPr/>
        </p:nvGrpSpPr>
        <p:grpSpPr>
          <a:xfrm>
            <a:off x="-417858" y="-823150"/>
            <a:ext cx="9978772" cy="5996593"/>
            <a:chOff x="-417858" y="-823150"/>
            <a:chExt cx="9978772" cy="5996593"/>
          </a:xfrm>
        </p:grpSpPr>
        <p:grpSp>
          <p:nvGrpSpPr>
            <p:cNvPr id="6644" name="Google Shape;6644;p51"/>
            <p:cNvGrpSpPr/>
            <p:nvPr/>
          </p:nvGrpSpPr>
          <p:grpSpPr>
            <a:xfrm>
              <a:off x="8" y="-132175"/>
              <a:ext cx="1291188" cy="5305618"/>
              <a:chOff x="1440600" y="197825"/>
              <a:chExt cx="990175" cy="3797050"/>
            </a:xfrm>
          </p:grpSpPr>
          <p:sp>
            <p:nvSpPr>
              <p:cNvPr id="6645" name="Google Shape;6645;p51"/>
              <p:cNvSpPr/>
              <p:nvPr/>
            </p:nvSpPr>
            <p:spPr>
              <a:xfrm>
                <a:off x="1440600" y="197825"/>
                <a:ext cx="990175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39607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219" y="75593"/>
                    </a:lnTo>
                    <a:cubicBezTo>
                      <a:pt x="21405" y="75593"/>
                      <a:pt x="38652" y="42074"/>
                      <a:pt x="39606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6" name="Google Shape;6646;p51"/>
              <p:cNvSpPr/>
              <p:nvPr/>
            </p:nvSpPr>
            <p:spPr>
              <a:xfrm>
                <a:off x="1440600" y="2105050"/>
                <a:ext cx="590825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23633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23633" y="75593"/>
                    </a:lnTo>
                    <a:cubicBezTo>
                      <a:pt x="23056" y="33659"/>
                      <a:pt x="12712" y="239"/>
                      <a:pt x="0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7" name="Google Shape;6647;p51"/>
              <p:cNvSpPr/>
              <p:nvPr/>
            </p:nvSpPr>
            <p:spPr>
              <a:xfrm>
                <a:off x="1440600" y="197825"/>
                <a:ext cx="858875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34355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179" y="75593"/>
                    </a:lnTo>
                    <a:cubicBezTo>
                      <a:pt x="18560" y="75593"/>
                      <a:pt x="33539" y="42074"/>
                      <a:pt x="343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8" name="Google Shape;6648;p51"/>
              <p:cNvSpPr/>
              <p:nvPr/>
            </p:nvSpPr>
            <p:spPr>
              <a:xfrm>
                <a:off x="1440600" y="197825"/>
                <a:ext cx="644550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25782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139" y="75593"/>
                    </a:lnTo>
                    <a:cubicBezTo>
                      <a:pt x="13905" y="75593"/>
                      <a:pt x="25144" y="42074"/>
                      <a:pt x="25781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9" name="Google Shape;6649;p51"/>
              <p:cNvSpPr/>
              <p:nvPr/>
            </p:nvSpPr>
            <p:spPr>
              <a:xfrm>
                <a:off x="1526125" y="471350"/>
                <a:ext cx="341675" cy="1616325"/>
              </a:xfrm>
              <a:custGeom>
                <a:avLst/>
                <a:gdLst/>
                <a:ahLst/>
                <a:cxnLst/>
                <a:rect l="l" t="t" r="r" b="b"/>
                <a:pathLst>
                  <a:path w="13667" h="64653" extrusionOk="0">
                    <a:moveTo>
                      <a:pt x="5690" y="1"/>
                    </a:moveTo>
                    <a:cubicBezTo>
                      <a:pt x="5690" y="1"/>
                      <a:pt x="8177" y="38215"/>
                      <a:pt x="1" y="64652"/>
                    </a:cubicBezTo>
                    <a:cubicBezTo>
                      <a:pt x="13508" y="46788"/>
                      <a:pt x="13667" y="1"/>
                      <a:pt x="1366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0" name="Google Shape;6650;p51"/>
              <p:cNvSpPr/>
              <p:nvPr/>
            </p:nvSpPr>
            <p:spPr>
              <a:xfrm>
                <a:off x="1440600" y="2105050"/>
                <a:ext cx="512750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20510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20509" y="75593"/>
                    </a:lnTo>
                    <a:cubicBezTo>
                      <a:pt x="20012" y="33659"/>
                      <a:pt x="11021" y="239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1" name="Google Shape;6651;p51"/>
              <p:cNvSpPr/>
              <p:nvPr/>
            </p:nvSpPr>
            <p:spPr>
              <a:xfrm>
                <a:off x="1440600" y="2105050"/>
                <a:ext cx="384450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15378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15377" y="75593"/>
                    </a:lnTo>
                    <a:cubicBezTo>
                      <a:pt x="14999" y="33659"/>
                      <a:pt x="8256" y="239"/>
                      <a:pt x="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2" name="Google Shape;6652;p51"/>
              <p:cNvSpPr/>
              <p:nvPr/>
            </p:nvSpPr>
            <p:spPr>
              <a:xfrm>
                <a:off x="1440600" y="2197550"/>
                <a:ext cx="214850" cy="1797325"/>
              </a:xfrm>
              <a:custGeom>
                <a:avLst/>
                <a:gdLst/>
                <a:ahLst/>
                <a:cxnLst/>
                <a:rect l="l" t="t" r="r" b="b"/>
                <a:pathLst>
                  <a:path w="8594" h="71893" extrusionOk="0">
                    <a:moveTo>
                      <a:pt x="4317" y="0"/>
                    </a:moveTo>
                    <a:lnTo>
                      <a:pt x="0" y="617"/>
                    </a:lnTo>
                    <a:lnTo>
                      <a:pt x="0" y="71893"/>
                    </a:lnTo>
                    <a:lnTo>
                      <a:pt x="8594" y="71893"/>
                    </a:lnTo>
                    <a:cubicBezTo>
                      <a:pt x="8594" y="21902"/>
                      <a:pt x="4317" y="0"/>
                      <a:pt x="43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3" name="Google Shape;6653;p51"/>
              <p:cNvSpPr/>
              <p:nvPr/>
            </p:nvSpPr>
            <p:spPr>
              <a:xfrm>
                <a:off x="1440600" y="2035925"/>
                <a:ext cx="214850" cy="206400"/>
              </a:xfrm>
              <a:custGeom>
                <a:avLst/>
                <a:gdLst/>
                <a:ahLst/>
                <a:cxnLst/>
                <a:rect l="l" t="t" r="r" b="b"/>
                <a:pathLst>
                  <a:path w="8594" h="8256" extrusionOk="0">
                    <a:moveTo>
                      <a:pt x="0" y="0"/>
                    </a:moveTo>
                    <a:lnTo>
                      <a:pt x="0" y="7082"/>
                    </a:lnTo>
                    <a:lnTo>
                      <a:pt x="8594" y="8256"/>
                    </a:lnTo>
                    <a:lnTo>
                      <a:pt x="8594" y="2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54" name="Google Shape;6654;p51"/>
            <p:cNvGrpSpPr/>
            <p:nvPr/>
          </p:nvGrpSpPr>
          <p:grpSpPr>
            <a:xfrm flipH="1">
              <a:off x="7860254" y="-132175"/>
              <a:ext cx="1291188" cy="5305618"/>
              <a:chOff x="1440600" y="197825"/>
              <a:chExt cx="990175" cy="3797050"/>
            </a:xfrm>
          </p:grpSpPr>
          <p:sp>
            <p:nvSpPr>
              <p:cNvPr id="6655" name="Google Shape;6655;p51"/>
              <p:cNvSpPr/>
              <p:nvPr/>
            </p:nvSpPr>
            <p:spPr>
              <a:xfrm>
                <a:off x="1440600" y="197825"/>
                <a:ext cx="990175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39607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219" y="75593"/>
                    </a:lnTo>
                    <a:cubicBezTo>
                      <a:pt x="21405" y="75593"/>
                      <a:pt x="38652" y="42074"/>
                      <a:pt x="39606" y="1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6" name="Google Shape;6656;p51"/>
              <p:cNvSpPr/>
              <p:nvPr/>
            </p:nvSpPr>
            <p:spPr>
              <a:xfrm>
                <a:off x="1440600" y="2105050"/>
                <a:ext cx="590825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23633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23633" y="75593"/>
                    </a:lnTo>
                    <a:cubicBezTo>
                      <a:pt x="23056" y="33659"/>
                      <a:pt x="12712" y="239"/>
                      <a:pt x="0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7" name="Google Shape;6657;p51"/>
              <p:cNvSpPr/>
              <p:nvPr/>
            </p:nvSpPr>
            <p:spPr>
              <a:xfrm>
                <a:off x="1440600" y="197825"/>
                <a:ext cx="858875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34355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179" y="75593"/>
                    </a:lnTo>
                    <a:cubicBezTo>
                      <a:pt x="18560" y="75593"/>
                      <a:pt x="33539" y="42074"/>
                      <a:pt x="3435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8" name="Google Shape;6658;p51"/>
              <p:cNvSpPr/>
              <p:nvPr/>
            </p:nvSpPr>
            <p:spPr>
              <a:xfrm>
                <a:off x="1440600" y="197825"/>
                <a:ext cx="644550" cy="1889850"/>
              </a:xfrm>
              <a:custGeom>
                <a:avLst/>
                <a:gdLst/>
                <a:ahLst/>
                <a:cxnLst/>
                <a:rect l="l" t="t" r="r" b="b"/>
                <a:pathLst>
                  <a:path w="25782" h="75594" extrusionOk="0">
                    <a:moveTo>
                      <a:pt x="0" y="1"/>
                    </a:moveTo>
                    <a:lnTo>
                      <a:pt x="0" y="75593"/>
                    </a:lnTo>
                    <a:lnTo>
                      <a:pt x="139" y="75593"/>
                    </a:lnTo>
                    <a:cubicBezTo>
                      <a:pt x="13905" y="75593"/>
                      <a:pt x="25144" y="42074"/>
                      <a:pt x="2578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9" name="Google Shape;6659;p51"/>
              <p:cNvSpPr/>
              <p:nvPr/>
            </p:nvSpPr>
            <p:spPr>
              <a:xfrm>
                <a:off x="1526125" y="471350"/>
                <a:ext cx="341675" cy="1616325"/>
              </a:xfrm>
              <a:custGeom>
                <a:avLst/>
                <a:gdLst/>
                <a:ahLst/>
                <a:cxnLst/>
                <a:rect l="l" t="t" r="r" b="b"/>
                <a:pathLst>
                  <a:path w="13667" h="64653" extrusionOk="0">
                    <a:moveTo>
                      <a:pt x="5690" y="1"/>
                    </a:moveTo>
                    <a:cubicBezTo>
                      <a:pt x="5690" y="1"/>
                      <a:pt x="8177" y="38215"/>
                      <a:pt x="1" y="64652"/>
                    </a:cubicBezTo>
                    <a:cubicBezTo>
                      <a:pt x="13508" y="46788"/>
                      <a:pt x="13667" y="1"/>
                      <a:pt x="1366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0" name="Google Shape;6660;p51"/>
              <p:cNvSpPr/>
              <p:nvPr/>
            </p:nvSpPr>
            <p:spPr>
              <a:xfrm>
                <a:off x="1440600" y="2105050"/>
                <a:ext cx="512750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20510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20509" y="75593"/>
                    </a:lnTo>
                    <a:cubicBezTo>
                      <a:pt x="20012" y="33659"/>
                      <a:pt x="11021" y="239"/>
                      <a:pt x="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1" name="Google Shape;6661;p51"/>
              <p:cNvSpPr/>
              <p:nvPr/>
            </p:nvSpPr>
            <p:spPr>
              <a:xfrm>
                <a:off x="1440600" y="2105050"/>
                <a:ext cx="384450" cy="1889825"/>
              </a:xfrm>
              <a:custGeom>
                <a:avLst/>
                <a:gdLst/>
                <a:ahLst/>
                <a:cxnLst/>
                <a:rect l="l" t="t" r="r" b="b"/>
                <a:pathLst>
                  <a:path w="15378" h="75593" extrusionOk="0">
                    <a:moveTo>
                      <a:pt x="0" y="0"/>
                    </a:moveTo>
                    <a:lnTo>
                      <a:pt x="0" y="75593"/>
                    </a:lnTo>
                    <a:lnTo>
                      <a:pt x="15377" y="75593"/>
                    </a:lnTo>
                    <a:cubicBezTo>
                      <a:pt x="14999" y="33659"/>
                      <a:pt x="8256" y="239"/>
                      <a:pt x="0" y="0"/>
                    </a:cubicBez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2" name="Google Shape;6662;p51"/>
              <p:cNvSpPr/>
              <p:nvPr/>
            </p:nvSpPr>
            <p:spPr>
              <a:xfrm>
                <a:off x="1440600" y="2197550"/>
                <a:ext cx="214850" cy="1797325"/>
              </a:xfrm>
              <a:custGeom>
                <a:avLst/>
                <a:gdLst/>
                <a:ahLst/>
                <a:cxnLst/>
                <a:rect l="l" t="t" r="r" b="b"/>
                <a:pathLst>
                  <a:path w="8594" h="71893" extrusionOk="0">
                    <a:moveTo>
                      <a:pt x="4317" y="0"/>
                    </a:moveTo>
                    <a:lnTo>
                      <a:pt x="0" y="617"/>
                    </a:lnTo>
                    <a:lnTo>
                      <a:pt x="0" y="71893"/>
                    </a:lnTo>
                    <a:lnTo>
                      <a:pt x="8594" y="71893"/>
                    </a:lnTo>
                    <a:cubicBezTo>
                      <a:pt x="8594" y="21902"/>
                      <a:pt x="4317" y="0"/>
                      <a:pt x="431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3" name="Google Shape;6663;p51"/>
              <p:cNvSpPr/>
              <p:nvPr/>
            </p:nvSpPr>
            <p:spPr>
              <a:xfrm>
                <a:off x="1440600" y="2035925"/>
                <a:ext cx="214850" cy="206400"/>
              </a:xfrm>
              <a:custGeom>
                <a:avLst/>
                <a:gdLst/>
                <a:ahLst/>
                <a:cxnLst/>
                <a:rect l="l" t="t" r="r" b="b"/>
                <a:pathLst>
                  <a:path w="8594" h="8256" extrusionOk="0">
                    <a:moveTo>
                      <a:pt x="0" y="0"/>
                    </a:moveTo>
                    <a:lnTo>
                      <a:pt x="0" y="7082"/>
                    </a:lnTo>
                    <a:lnTo>
                      <a:pt x="8594" y="8256"/>
                    </a:lnTo>
                    <a:lnTo>
                      <a:pt x="8594" y="2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64" name="Google Shape;6664;p51"/>
            <p:cNvGrpSpPr/>
            <p:nvPr/>
          </p:nvGrpSpPr>
          <p:grpSpPr>
            <a:xfrm>
              <a:off x="-417858" y="-823150"/>
              <a:ext cx="9978772" cy="1382075"/>
              <a:chOff x="193475" y="-693375"/>
              <a:chExt cx="7221575" cy="1382075"/>
            </a:xfrm>
          </p:grpSpPr>
          <p:sp>
            <p:nvSpPr>
              <p:cNvPr id="6665" name="Google Shape;6665;p51"/>
              <p:cNvSpPr/>
              <p:nvPr/>
            </p:nvSpPr>
            <p:spPr>
              <a:xfrm>
                <a:off x="363575" y="384325"/>
                <a:ext cx="6883875" cy="304375"/>
              </a:xfrm>
              <a:custGeom>
                <a:avLst/>
                <a:gdLst/>
                <a:ahLst/>
                <a:cxnLst/>
                <a:rect l="l" t="t" r="r" b="b"/>
                <a:pathLst>
                  <a:path w="275355" h="12175" extrusionOk="0">
                    <a:moveTo>
                      <a:pt x="0" y="0"/>
                    </a:moveTo>
                    <a:lnTo>
                      <a:pt x="0" y="9390"/>
                    </a:lnTo>
                    <a:lnTo>
                      <a:pt x="0" y="10782"/>
                    </a:lnTo>
                    <a:lnTo>
                      <a:pt x="14522" y="10782"/>
                    </a:lnTo>
                    <a:lnTo>
                      <a:pt x="14522" y="9370"/>
                    </a:lnTo>
                    <a:lnTo>
                      <a:pt x="16869" y="9370"/>
                    </a:lnTo>
                    <a:lnTo>
                      <a:pt x="16869" y="12175"/>
                    </a:lnTo>
                    <a:lnTo>
                      <a:pt x="30913" y="12175"/>
                    </a:lnTo>
                    <a:lnTo>
                      <a:pt x="30913" y="9370"/>
                    </a:lnTo>
                    <a:lnTo>
                      <a:pt x="33261" y="9370"/>
                    </a:lnTo>
                    <a:lnTo>
                      <a:pt x="33261" y="10782"/>
                    </a:lnTo>
                    <a:lnTo>
                      <a:pt x="47782" y="10782"/>
                    </a:lnTo>
                    <a:lnTo>
                      <a:pt x="47782" y="9370"/>
                    </a:lnTo>
                    <a:lnTo>
                      <a:pt x="50110" y="9370"/>
                    </a:lnTo>
                    <a:lnTo>
                      <a:pt x="50110" y="12175"/>
                    </a:lnTo>
                    <a:lnTo>
                      <a:pt x="64632" y="12175"/>
                    </a:lnTo>
                    <a:lnTo>
                      <a:pt x="64632" y="9370"/>
                    </a:lnTo>
                    <a:lnTo>
                      <a:pt x="66979" y="9370"/>
                    </a:lnTo>
                    <a:lnTo>
                      <a:pt x="66979" y="10782"/>
                    </a:lnTo>
                    <a:lnTo>
                      <a:pt x="81023" y="10782"/>
                    </a:lnTo>
                    <a:lnTo>
                      <a:pt x="81023" y="9370"/>
                    </a:lnTo>
                    <a:lnTo>
                      <a:pt x="83370" y="9370"/>
                    </a:lnTo>
                    <a:lnTo>
                      <a:pt x="83370" y="12175"/>
                    </a:lnTo>
                    <a:lnTo>
                      <a:pt x="97892" y="12175"/>
                    </a:lnTo>
                    <a:lnTo>
                      <a:pt x="97892" y="9370"/>
                    </a:lnTo>
                    <a:lnTo>
                      <a:pt x="101174" y="9370"/>
                    </a:lnTo>
                    <a:lnTo>
                      <a:pt x="101174" y="10782"/>
                    </a:lnTo>
                    <a:lnTo>
                      <a:pt x="115656" y="10782"/>
                    </a:lnTo>
                    <a:lnTo>
                      <a:pt x="115656" y="9370"/>
                    </a:lnTo>
                    <a:lnTo>
                      <a:pt x="118481" y="9370"/>
                    </a:lnTo>
                    <a:lnTo>
                      <a:pt x="118481" y="12175"/>
                    </a:lnTo>
                    <a:lnTo>
                      <a:pt x="133460" y="12175"/>
                    </a:lnTo>
                    <a:lnTo>
                      <a:pt x="133460" y="9370"/>
                    </a:lnTo>
                    <a:lnTo>
                      <a:pt x="136285" y="9370"/>
                    </a:lnTo>
                    <a:lnTo>
                      <a:pt x="136285" y="10782"/>
                    </a:lnTo>
                    <a:lnTo>
                      <a:pt x="151722" y="10782"/>
                    </a:lnTo>
                    <a:lnTo>
                      <a:pt x="151722" y="9370"/>
                    </a:lnTo>
                    <a:lnTo>
                      <a:pt x="154527" y="9370"/>
                    </a:lnTo>
                    <a:lnTo>
                      <a:pt x="154527" y="12175"/>
                    </a:lnTo>
                    <a:lnTo>
                      <a:pt x="169048" y="12175"/>
                    </a:lnTo>
                    <a:lnTo>
                      <a:pt x="169048" y="9370"/>
                    </a:lnTo>
                    <a:lnTo>
                      <a:pt x="172331" y="9370"/>
                    </a:lnTo>
                    <a:lnTo>
                      <a:pt x="172331" y="10782"/>
                    </a:lnTo>
                    <a:lnTo>
                      <a:pt x="186852" y="10782"/>
                    </a:lnTo>
                    <a:lnTo>
                      <a:pt x="186852" y="9370"/>
                    </a:lnTo>
                    <a:lnTo>
                      <a:pt x="190115" y="9370"/>
                    </a:lnTo>
                    <a:lnTo>
                      <a:pt x="190115" y="12175"/>
                    </a:lnTo>
                    <a:lnTo>
                      <a:pt x="204636" y="12175"/>
                    </a:lnTo>
                    <a:lnTo>
                      <a:pt x="204636" y="9370"/>
                    </a:lnTo>
                    <a:lnTo>
                      <a:pt x="207441" y="9370"/>
                    </a:lnTo>
                    <a:lnTo>
                      <a:pt x="207441" y="12175"/>
                    </a:lnTo>
                    <a:lnTo>
                      <a:pt x="222440" y="12175"/>
                    </a:lnTo>
                    <a:lnTo>
                      <a:pt x="222440" y="9370"/>
                    </a:lnTo>
                    <a:lnTo>
                      <a:pt x="225722" y="9370"/>
                    </a:lnTo>
                    <a:lnTo>
                      <a:pt x="225722" y="10782"/>
                    </a:lnTo>
                    <a:lnTo>
                      <a:pt x="240224" y="10782"/>
                    </a:lnTo>
                    <a:lnTo>
                      <a:pt x="240224" y="9370"/>
                    </a:lnTo>
                    <a:lnTo>
                      <a:pt x="243507" y="9370"/>
                    </a:lnTo>
                    <a:lnTo>
                      <a:pt x="243507" y="12175"/>
                    </a:lnTo>
                    <a:lnTo>
                      <a:pt x="257551" y="12175"/>
                    </a:lnTo>
                    <a:lnTo>
                      <a:pt x="257551" y="9370"/>
                    </a:lnTo>
                    <a:lnTo>
                      <a:pt x="260833" y="9370"/>
                    </a:lnTo>
                    <a:lnTo>
                      <a:pt x="260833" y="10782"/>
                    </a:lnTo>
                    <a:lnTo>
                      <a:pt x="275355" y="10782"/>
                    </a:lnTo>
                    <a:lnTo>
                      <a:pt x="27535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6" name="Google Shape;6666;p51"/>
              <p:cNvSpPr/>
              <p:nvPr/>
            </p:nvSpPr>
            <p:spPr>
              <a:xfrm>
                <a:off x="363575" y="-634175"/>
                <a:ext cx="6695900" cy="1158775"/>
              </a:xfrm>
              <a:custGeom>
                <a:avLst/>
                <a:gdLst/>
                <a:ahLst/>
                <a:cxnLst/>
                <a:rect l="l" t="t" r="r" b="b"/>
                <a:pathLst>
                  <a:path w="267836" h="46351" extrusionOk="0">
                    <a:moveTo>
                      <a:pt x="0" y="0"/>
                    </a:moveTo>
                    <a:lnTo>
                      <a:pt x="0" y="46350"/>
                    </a:lnTo>
                    <a:lnTo>
                      <a:pt x="267835" y="46350"/>
                    </a:lnTo>
                    <a:lnTo>
                      <a:pt x="267835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7" name="Google Shape;6667;p51"/>
              <p:cNvSpPr/>
              <p:nvPr/>
            </p:nvSpPr>
            <p:spPr>
              <a:xfrm>
                <a:off x="363575" y="-634175"/>
                <a:ext cx="3630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2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8" name="Google Shape;6668;p51"/>
              <p:cNvSpPr/>
              <p:nvPr/>
            </p:nvSpPr>
            <p:spPr>
              <a:xfrm>
                <a:off x="434175" y="-634175"/>
                <a:ext cx="21090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8436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8435" y="47782"/>
                    </a:lnTo>
                    <a:lnTo>
                      <a:pt x="843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9" name="Google Shape;6669;p51"/>
              <p:cNvSpPr/>
              <p:nvPr/>
            </p:nvSpPr>
            <p:spPr>
              <a:xfrm>
                <a:off x="785300" y="-634175"/>
                <a:ext cx="35112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045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14044" y="49155"/>
                    </a:lnTo>
                    <a:lnTo>
                      <a:pt x="14044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0" name="Google Shape;6670;p51"/>
              <p:cNvSpPr/>
              <p:nvPr/>
            </p:nvSpPr>
            <p:spPr>
              <a:xfrm>
                <a:off x="867350" y="-634175"/>
                <a:ext cx="18702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481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7480" y="49155"/>
                    </a:lnTo>
                    <a:lnTo>
                      <a:pt x="7480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1" name="Google Shape;6671;p51"/>
              <p:cNvSpPr/>
              <p:nvPr/>
            </p:nvSpPr>
            <p:spPr>
              <a:xfrm>
                <a:off x="1195075" y="-634175"/>
                <a:ext cx="3630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2" name="Google Shape;6672;p51"/>
              <p:cNvSpPr/>
              <p:nvPr/>
            </p:nvSpPr>
            <p:spPr>
              <a:xfrm>
                <a:off x="1277150" y="-634175"/>
                <a:ext cx="1989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7957" y="47782"/>
                    </a:lnTo>
                    <a:lnTo>
                      <a:pt x="7957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3" name="Google Shape;6673;p51"/>
              <p:cNvSpPr/>
              <p:nvPr/>
            </p:nvSpPr>
            <p:spPr>
              <a:xfrm>
                <a:off x="1616300" y="-634175"/>
                <a:ext cx="3630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14523" y="49155"/>
                    </a:lnTo>
                    <a:lnTo>
                      <a:pt x="14523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4" name="Google Shape;6674;p51"/>
              <p:cNvSpPr/>
              <p:nvPr/>
            </p:nvSpPr>
            <p:spPr>
              <a:xfrm>
                <a:off x="1698375" y="-634175"/>
                <a:ext cx="2108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8435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8435" y="49155"/>
                    </a:lnTo>
                    <a:lnTo>
                      <a:pt x="843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5" name="Google Shape;6675;p51"/>
              <p:cNvSpPr/>
              <p:nvPr/>
            </p:nvSpPr>
            <p:spPr>
              <a:xfrm>
                <a:off x="2038025" y="-634175"/>
                <a:ext cx="3511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046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14045" y="47782"/>
                    </a:lnTo>
                    <a:lnTo>
                      <a:pt x="14045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6" name="Google Shape;6676;p51"/>
              <p:cNvSpPr/>
              <p:nvPr/>
            </p:nvSpPr>
            <p:spPr>
              <a:xfrm>
                <a:off x="2108150" y="-634175"/>
                <a:ext cx="1989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7958" y="47782"/>
                    </a:lnTo>
                    <a:lnTo>
                      <a:pt x="7958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7" name="Google Shape;6677;p51"/>
              <p:cNvSpPr/>
              <p:nvPr/>
            </p:nvSpPr>
            <p:spPr>
              <a:xfrm>
                <a:off x="2447825" y="-634175"/>
                <a:ext cx="3630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14522" y="49155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8" name="Google Shape;6678;p51"/>
              <p:cNvSpPr/>
              <p:nvPr/>
            </p:nvSpPr>
            <p:spPr>
              <a:xfrm>
                <a:off x="2529375" y="-634175"/>
                <a:ext cx="198950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7958" y="49155"/>
                    </a:lnTo>
                    <a:lnTo>
                      <a:pt x="7958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9" name="Google Shape;6679;p51"/>
              <p:cNvSpPr/>
              <p:nvPr/>
            </p:nvSpPr>
            <p:spPr>
              <a:xfrm>
                <a:off x="2892925" y="-634175"/>
                <a:ext cx="3630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0" name="Google Shape;6680;p51"/>
              <p:cNvSpPr/>
              <p:nvPr/>
            </p:nvSpPr>
            <p:spPr>
              <a:xfrm>
                <a:off x="2973975" y="-634175"/>
                <a:ext cx="21090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8436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8435" y="47782"/>
                    </a:lnTo>
                    <a:lnTo>
                      <a:pt x="843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1" name="Google Shape;6681;p51"/>
              <p:cNvSpPr/>
              <p:nvPr/>
            </p:nvSpPr>
            <p:spPr>
              <a:xfrm>
                <a:off x="3325600" y="-634175"/>
                <a:ext cx="374500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980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14979" y="49155"/>
                    </a:lnTo>
                    <a:lnTo>
                      <a:pt x="14979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2" name="Google Shape;6682;p51"/>
              <p:cNvSpPr/>
              <p:nvPr/>
            </p:nvSpPr>
            <p:spPr>
              <a:xfrm>
                <a:off x="3407650" y="-634175"/>
                <a:ext cx="2103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8415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8415" y="49155"/>
                    </a:lnTo>
                    <a:lnTo>
                      <a:pt x="841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3" name="Google Shape;6683;p51"/>
              <p:cNvSpPr/>
              <p:nvPr/>
            </p:nvSpPr>
            <p:spPr>
              <a:xfrm>
                <a:off x="3770675" y="-634175"/>
                <a:ext cx="3859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5438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15438" y="47782"/>
                    </a:lnTo>
                    <a:lnTo>
                      <a:pt x="15438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4" name="Google Shape;6684;p51"/>
              <p:cNvSpPr/>
              <p:nvPr/>
            </p:nvSpPr>
            <p:spPr>
              <a:xfrm>
                <a:off x="3864175" y="-634175"/>
                <a:ext cx="1989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7958" y="47782"/>
                    </a:lnTo>
                    <a:lnTo>
                      <a:pt x="7958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5" name="Google Shape;6685;p51"/>
              <p:cNvSpPr/>
              <p:nvPr/>
            </p:nvSpPr>
            <p:spPr>
              <a:xfrm>
                <a:off x="4226725" y="-634175"/>
                <a:ext cx="3630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14522" y="49155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6" name="Google Shape;6686;p51"/>
              <p:cNvSpPr/>
              <p:nvPr/>
            </p:nvSpPr>
            <p:spPr>
              <a:xfrm>
                <a:off x="4308775" y="-634175"/>
                <a:ext cx="18702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481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7481" y="49155"/>
                    </a:lnTo>
                    <a:lnTo>
                      <a:pt x="7481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7" name="Google Shape;6687;p51"/>
              <p:cNvSpPr/>
              <p:nvPr/>
            </p:nvSpPr>
            <p:spPr>
              <a:xfrm>
                <a:off x="4671825" y="-634175"/>
                <a:ext cx="3630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8" name="Google Shape;6688;p51"/>
              <p:cNvSpPr/>
              <p:nvPr/>
            </p:nvSpPr>
            <p:spPr>
              <a:xfrm>
                <a:off x="4741950" y="-634175"/>
                <a:ext cx="2108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8435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8435" y="47782"/>
                    </a:lnTo>
                    <a:lnTo>
                      <a:pt x="843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9" name="Google Shape;6689;p51"/>
              <p:cNvSpPr/>
              <p:nvPr/>
            </p:nvSpPr>
            <p:spPr>
              <a:xfrm>
                <a:off x="5116425" y="-634175"/>
                <a:ext cx="36307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14522" y="49155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0" name="Google Shape;6690;p51"/>
              <p:cNvSpPr/>
              <p:nvPr/>
            </p:nvSpPr>
            <p:spPr>
              <a:xfrm>
                <a:off x="5198475" y="-634175"/>
                <a:ext cx="198950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7958" y="49155"/>
                    </a:lnTo>
                    <a:lnTo>
                      <a:pt x="7958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1" name="Google Shape;6691;p51"/>
              <p:cNvSpPr/>
              <p:nvPr/>
            </p:nvSpPr>
            <p:spPr>
              <a:xfrm>
                <a:off x="5549600" y="-634175"/>
                <a:ext cx="375000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5000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14999" y="49155"/>
                    </a:lnTo>
                    <a:lnTo>
                      <a:pt x="14999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2" name="Google Shape;6692;p51"/>
              <p:cNvSpPr/>
              <p:nvPr/>
            </p:nvSpPr>
            <p:spPr>
              <a:xfrm>
                <a:off x="5631650" y="-634175"/>
                <a:ext cx="198950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9156" extrusionOk="0">
                    <a:moveTo>
                      <a:pt x="0" y="0"/>
                    </a:moveTo>
                    <a:lnTo>
                      <a:pt x="0" y="49155"/>
                    </a:lnTo>
                    <a:lnTo>
                      <a:pt x="7957" y="49155"/>
                    </a:lnTo>
                    <a:lnTo>
                      <a:pt x="7957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3" name="Google Shape;6693;p51"/>
              <p:cNvSpPr/>
              <p:nvPr/>
            </p:nvSpPr>
            <p:spPr>
              <a:xfrm>
                <a:off x="6006625" y="-634175"/>
                <a:ext cx="3630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3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4" name="Google Shape;6694;p51"/>
              <p:cNvSpPr/>
              <p:nvPr/>
            </p:nvSpPr>
            <p:spPr>
              <a:xfrm>
                <a:off x="6076750" y="-634175"/>
                <a:ext cx="210875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8435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8435" y="47782"/>
                    </a:lnTo>
                    <a:lnTo>
                      <a:pt x="8435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5" name="Google Shape;6695;p51"/>
              <p:cNvSpPr/>
              <p:nvPr/>
            </p:nvSpPr>
            <p:spPr>
              <a:xfrm>
                <a:off x="6451225" y="-634175"/>
                <a:ext cx="35112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14045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14045" y="49155"/>
                    </a:lnTo>
                    <a:lnTo>
                      <a:pt x="14045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6" name="Google Shape;6696;p51"/>
              <p:cNvSpPr/>
              <p:nvPr/>
            </p:nvSpPr>
            <p:spPr>
              <a:xfrm>
                <a:off x="6532775" y="-634175"/>
                <a:ext cx="187525" cy="1228900"/>
              </a:xfrm>
              <a:custGeom>
                <a:avLst/>
                <a:gdLst/>
                <a:ahLst/>
                <a:cxnLst/>
                <a:rect l="l" t="t" r="r" b="b"/>
                <a:pathLst>
                  <a:path w="7501" h="49156" extrusionOk="0">
                    <a:moveTo>
                      <a:pt x="1" y="0"/>
                    </a:moveTo>
                    <a:lnTo>
                      <a:pt x="1" y="49155"/>
                    </a:lnTo>
                    <a:lnTo>
                      <a:pt x="7501" y="49155"/>
                    </a:lnTo>
                    <a:lnTo>
                      <a:pt x="7501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7" name="Google Shape;6697;p51"/>
              <p:cNvSpPr/>
              <p:nvPr/>
            </p:nvSpPr>
            <p:spPr>
              <a:xfrm>
                <a:off x="6884400" y="-634175"/>
                <a:ext cx="3630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14522" h="47783" extrusionOk="0">
                    <a:moveTo>
                      <a:pt x="0" y="0"/>
                    </a:moveTo>
                    <a:lnTo>
                      <a:pt x="0" y="47782"/>
                    </a:lnTo>
                    <a:lnTo>
                      <a:pt x="14522" y="47782"/>
                    </a:lnTo>
                    <a:lnTo>
                      <a:pt x="14522" y="0"/>
                    </a:lnTo>
                    <a:close/>
                  </a:path>
                </a:pathLst>
              </a:custGeom>
              <a:solidFill>
                <a:srgbClr val="80192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8" name="Google Shape;6698;p51"/>
              <p:cNvSpPr/>
              <p:nvPr/>
            </p:nvSpPr>
            <p:spPr>
              <a:xfrm>
                <a:off x="6978375" y="-634175"/>
                <a:ext cx="198950" cy="1194575"/>
              </a:xfrm>
              <a:custGeom>
                <a:avLst/>
                <a:gdLst/>
                <a:ahLst/>
                <a:cxnLst/>
                <a:rect l="l" t="t" r="r" b="b"/>
                <a:pathLst>
                  <a:path w="7958" h="47783" extrusionOk="0">
                    <a:moveTo>
                      <a:pt x="1" y="0"/>
                    </a:moveTo>
                    <a:lnTo>
                      <a:pt x="1" y="47782"/>
                    </a:lnTo>
                    <a:lnTo>
                      <a:pt x="7958" y="47782"/>
                    </a:lnTo>
                    <a:lnTo>
                      <a:pt x="7958" y="0"/>
                    </a:lnTo>
                    <a:close/>
                  </a:path>
                </a:pathLst>
              </a:custGeom>
              <a:solidFill>
                <a:srgbClr val="B7233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9" name="Google Shape;6699;p51"/>
              <p:cNvSpPr/>
              <p:nvPr/>
            </p:nvSpPr>
            <p:spPr>
              <a:xfrm>
                <a:off x="211400" y="-634175"/>
                <a:ext cx="709425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83770" h="1" fill="none" extrusionOk="0">
                    <a:moveTo>
                      <a:pt x="0" y="0"/>
                    </a:moveTo>
                    <a:lnTo>
                      <a:pt x="283769" y="0"/>
                    </a:lnTo>
                  </a:path>
                </a:pathLst>
              </a:custGeom>
              <a:noFill/>
              <a:ln w="46750" cap="flat" cmpd="sng">
                <a:solidFill>
                  <a:srgbClr val="FFB726"/>
                </a:solidFill>
                <a:prstDash val="solid"/>
                <a:miter lim="1989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0" name="Google Shape;6700;p51"/>
              <p:cNvSpPr/>
              <p:nvPr/>
            </p:nvSpPr>
            <p:spPr>
              <a:xfrm>
                <a:off x="7287225" y="-693375"/>
                <a:ext cx="127825" cy="128350"/>
              </a:xfrm>
              <a:custGeom>
                <a:avLst/>
                <a:gdLst/>
                <a:ahLst/>
                <a:cxnLst/>
                <a:rect l="l" t="t" r="r" b="b"/>
                <a:pathLst>
                  <a:path w="5113" h="5134" extrusionOk="0">
                    <a:moveTo>
                      <a:pt x="2566" y="1"/>
                    </a:moveTo>
                    <a:cubicBezTo>
                      <a:pt x="1134" y="1"/>
                      <a:pt x="0" y="1155"/>
                      <a:pt x="0" y="2567"/>
                    </a:cubicBezTo>
                    <a:cubicBezTo>
                      <a:pt x="0" y="3979"/>
                      <a:pt x="1134" y="5133"/>
                      <a:pt x="2566" y="5133"/>
                    </a:cubicBezTo>
                    <a:cubicBezTo>
                      <a:pt x="3979" y="5133"/>
                      <a:pt x="5113" y="3979"/>
                      <a:pt x="5113" y="2567"/>
                    </a:cubicBezTo>
                    <a:cubicBezTo>
                      <a:pt x="5113" y="1155"/>
                      <a:pt x="3979" y="1"/>
                      <a:pt x="2566" y="1"/>
                    </a:cubicBezTo>
                    <a:close/>
                  </a:path>
                </a:pathLst>
              </a:custGeom>
              <a:solidFill>
                <a:srgbClr val="FFB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1" name="Google Shape;6701;p51"/>
              <p:cNvSpPr/>
              <p:nvPr/>
            </p:nvSpPr>
            <p:spPr>
              <a:xfrm>
                <a:off x="193475" y="-693375"/>
                <a:ext cx="128350" cy="128350"/>
              </a:xfrm>
              <a:custGeom>
                <a:avLst/>
                <a:gdLst/>
                <a:ahLst/>
                <a:cxnLst/>
                <a:rect l="l" t="t" r="r" b="b"/>
                <a:pathLst>
                  <a:path w="5134" h="5134" extrusionOk="0">
                    <a:moveTo>
                      <a:pt x="2567" y="1"/>
                    </a:moveTo>
                    <a:cubicBezTo>
                      <a:pt x="1155" y="1"/>
                      <a:pt x="1" y="1155"/>
                      <a:pt x="1" y="2567"/>
                    </a:cubicBezTo>
                    <a:cubicBezTo>
                      <a:pt x="1" y="3979"/>
                      <a:pt x="1155" y="5133"/>
                      <a:pt x="2567" y="5133"/>
                    </a:cubicBezTo>
                    <a:cubicBezTo>
                      <a:pt x="3979" y="5133"/>
                      <a:pt x="5133" y="3979"/>
                      <a:pt x="5133" y="2567"/>
                    </a:cubicBezTo>
                    <a:cubicBezTo>
                      <a:pt x="5133" y="1155"/>
                      <a:pt x="3979" y="1"/>
                      <a:pt x="2567" y="1"/>
                    </a:cubicBezTo>
                    <a:close/>
                  </a:path>
                </a:pathLst>
              </a:custGeom>
              <a:solidFill>
                <a:srgbClr val="FFB7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E1ED5035-507D-AA58-96F2-D7B2581B2EB9}"/>
              </a:ext>
            </a:extLst>
          </p:cNvPr>
          <p:cNvSpPr txBox="1"/>
          <p:nvPr/>
        </p:nvSpPr>
        <p:spPr>
          <a:xfrm>
            <a:off x="4437245" y="3129164"/>
            <a:ext cx="38219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Turning</a:t>
            </a:r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 series </a:t>
            </a:r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data into meaningful insights.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6" name="Google Shape;6606;p50"/>
          <p:cNvSpPr txBox="1">
            <a:spLocks noGrp="1"/>
          </p:cNvSpPr>
          <p:nvPr>
            <p:ph type="title"/>
          </p:nvPr>
        </p:nvSpPr>
        <p:spPr>
          <a:xfrm>
            <a:off x="2913095" y="531980"/>
            <a:ext cx="3317809" cy="7219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FFC000"/>
                </a:solidFill>
              </a:rPr>
              <a:t>Data Sources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A903D2B-5F85-B294-F8C1-71BF48BCB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101" y="1510903"/>
            <a:ext cx="1338263" cy="133826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4EF823D-6C84-3F86-E68D-3CE306368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0710" y="1378746"/>
            <a:ext cx="1602579" cy="1602579"/>
          </a:xfrm>
          <a:prstGeom prst="rect">
            <a:avLst/>
          </a:prstGeom>
        </p:spPr>
      </p:pic>
      <p:pic>
        <p:nvPicPr>
          <p:cNvPr id="10" name="圖片 9" descr="The Movie Database (@themoviedb) • Facebook">
            <a:extLst>
              <a:ext uri="{FF2B5EF4-FFF2-40B4-BE49-F238E27FC236}">
                <a16:creationId xmlns:a16="http://schemas.microsoft.com/office/drawing/2014/main" id="{0E9DFD0B-5AD1-EC73-CB05-99421D740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635" y="1510902"/>
            <a:ext cx="1338263" cy="1338263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3A396E5-0E8B-51A1-6A28-F9562253FF30}"/>
              </a:ext>
            </a:extLst>
          </p:cNvPr>
          <p:cNvSpPr txBox="1"/>
          <p:nvPr/>
        </p:nvSpPr>
        <p:spPr>
          <a:xfrm>
            <a:off x="1635371" y="3024189"/>
            <a:ext cx="9457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2000" b="1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Netflix</a:t>
            </a:r>
            <a:endParaRPr lang="zh-TW" altLang="en-US" sz="2000" b="1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B431B84-FE21-A720-6EB2-E224915F2EEA}"/>
              </a:ext>
            </a:extLst>
          </p:cNvPr>
          <p:cNvSpPr txBox="1"/>
          <p:nvPr/>
        </p:nvSpPr>
        <p:spPr>
          <a:xfrm>
            <a:off x="4154090" y="3024189"/>
            <a:ext cx="835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IMDb</a:t>
            </a:r>
            <a:endParaRPr lang="zh-TW" altLang="en-US" sz="2000" b="1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7F75F7C-52FA-8B8C-7F10-23780BEDA09A}"/>
              </a:ext>
            </a:extLst>
          </p:cNvPr>
          <p:cNvSpPr txBox="1"/>
          <p:nvPr/>
        </p:nvSpPr>
        <p:spPr>
          <a:xfrm>
            <a:off x="6617859" y="3024189"/>
            <a:ext cx="835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TMDB</a:t>
            </a:r>
            <a:endParaRPr lang="zh-TW" altLang="en-US" sz="2000" b="1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86AA5B8-9924-F6ED-97B3-1145A21B3411}"/>
              </a:ext>
            </a:extLst>
          </p:cNvPr>
          <p:cNvSpPr txBox="1"/>
          <p:nvPr/>
        </p:nvSpPr>
        <p:spPr>
          <a:xfrm>
            <a:off x="1281939" y="3482816"/>
            <a:ext cx="17898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Viewing Behavior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8DCA30E-216F-D406-5C4E-91B83742CA6B}"/>
              </a:ext>
            </a:extLst>
          </p:cNvPr>
          <p:cNvSpPr txBox="1"/>
          <p:nvPr/>
        </p:nvSpPr>
        <p:spPr>
          <a:xfrm>
            <a:off x="3677062" y="3482816"/>
            <a:ext cx="1916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Audience Evaluation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7C8C0586-D211-4144-9C86-221DA38AFA8D}"/>
              </a:ext>
            </a:extLst>
          </p:cNvPr>
          <p:cNvSpPr txBox="1"/>
          <p:nvPr/>
        </p:nvSpPr>
        <p:spPr>
          <a:xfrm>
            <a:off x="6140829" y="3482816"/>
            <a:ext cx="17898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Public Popularity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1" name="Google Shape;6351;p44"/>
          <p:cNvSpPr txBox="1">
            <a:spLocks noGrp="1"/>
          </p:cNvSpPr>
          <p:nvPr>
            <p:ph type="title" idx="15"/>
          </p:nvPr>
        </p:nvSpPr>
        <p:spPr>
          <a:xfrm>
            <a:off x="720000" y="6048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C000"/>
                </a:solidFill>
              </a:rPr>
              <a:t>Netflix Dataset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62D99E88-1BE2-8D5E-4CC4-AFE07FEB4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107" y="1959323"/>
            <a:ext cx="7185783" cy="2278181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863C19FE-AC27-EDEE-A7C0-B33CE84EBC43}"/>
              </a:ext>
            </a:extLst>
          </p:cNvPr>
          <p:cNvSpPr txBox="1"/>
          <p:nvPr/>
        </p:nvSpPr>
        <p:spPr>
          <a:xfrm>
            <a:off x="719999" y="1456462"/>
            <a:ext cx="770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The Netflix dataset measures how much and how long audiences actually watched each title</a:t>
            </a:r>
            <a:r>
              <a:rPr lang="zh-TW" altLang="zh-TW" dirty="0"/>
              <a:t>.</a:t>
            </a:r>
            <a:endParaRPr lang="zh-TW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" name="Google Shape;6554;p48"/>
          <p:cNvSpPr txBox="1">
            <a:spLocks noGrp="1"/>
          </p:cNvSpPr>
          <p:nvPr>
            <p:ph type="title"/>
          </p:nvPr>
        </p:nvSpPr>
        <p:spPr>
          <a:xfrm>
            <a:off x="720000" y="6048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C000"/>
                </a:solidFill>
              </a:rPr>
              <a:t>Analysis pipeline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F4937CB-27C8-5B4E-48DC-27C14408E2D7}"/>
              </a:ext>
            </a:extLst>
          </p:cNvPr>
          <p:cNvSpPr/>
          <p:nvPr/>
        </p:nvSpPr>
        <p:spPr>
          <a:xfrm>
            <a:off x="1232296" y="1704917"/>
            <a:ext cx="1404938" cy="628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Merging the Three Datasets</a:t>
            </a:r>
            <a:endParaRPr lang="zh-TW" altLang="en-US" dirty="0">
              <a:solidFill>
                <a:schemeClr val="bg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546CC230-18F8-28C2-8B5E-FC0AFEAB746C}"/>
              </a:ext>
            </a:extLst>
          </p:cNvPr>
          <p:cNvSpPr/>
          <p:nvPr/>
        </p:nvSpPr>
        <p:spPr>
          <a:xfrm>
            <a:off x="3869531" y="1704917"/>
            <a:ext cx="1404938" cy="628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zh-TW" dirty="0">
                <a:solidFill>
                  <a:schemeClr val="bg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Check Matching Coverage</a:t>
            </a:r>
            <a:endParaRPr lang="zh-TW" altLang="en-US" dirty="0">
              <a:solidFill>
                <a:schemeClr val="bg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65276922-73EB-9988-E95E-B81B1C0FDD35}"/>
              </a:ext>
            </a:extLst>
          </p:cNvPr>
          <p:cNvSpPr/>
          <p:nvPr/>
        </p:nvSpPr>
        <p:spPr>
          <a:xfrm>
            <a:off x="6506766" y="1704917"/>
            <a:ext cx="1404938" cy="628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Define “Hit” Titles</a:t>
            </a:r>
            <a:endParaRPr lang="zh-TW" altLang="en-US" dirty="0">
              <a:solidFill>
                <a:schemeClr val="bg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07ED357E-FBC7-2B22-9225-AB559BD5980E}"/>
              </a:ext>
            </a:extLst>
          </p:cNvPr>
          <p:cNvSpPr/>
          <p:nvPr/>
        </p:nvSpPr>
        <p:spPr>
          <a:xfrm>
            <a:off x="3887584" y="2933594"/>
            <a:ext cx="1404938" cy="628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Choose Features</a:t>
            </a:r>
            <a:endParaRPr lang="zh-TW" altLang="en-US" dirty="0">
              <a:solidFill>
                <a:schemeClr val="bg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2C6993FC-B2F3-E88C-01D3-765A7AA0978E}"/>
              </a:ext>
            </a:extLst>
          </p:cNvPr>
          <p:cNvSpPr/>
          <p:nvPr/>
        </p:nvSpPr>
        <p:spPr>
          <a:xfrm>
            <a:off x="1232296" y="2933594"/>
            <a:ext cx="1404938" cy="628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Analyze Correlations</a:t>
            </a:r>
            <a:endParaRPr lang="zh-TW" altLang="en-US" dirty="0">
              <a:solidFill>
                <a:schemeClr val="bg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5FBF9B41-532E-E3F7-5BA0-3861CCA81587}"/>
              </a:ext>
            </a:extLst>
          </p:cNvPr>
          <p:cNvSpPr/>
          <p:nvPr/>
        </p:nvSpPr>
        <p:spPr>
          <a:xfrm>
            <a:off x="6542872" y="2933594"/>
            <a:ext cx="1404938" cy="628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Build the Hit Score</a:t>
            </a:r>
            <a:endParaRPr lang="zh-TW" altLang="en-US" dirty="0">
              <a:solidFill>
                <a:schemeClr val="bg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sp>
        <p:nvSpPr>
          <p:cNvPr id="31" name="箭號: 向右 30">
            <a:extLst>
              <a:ext uri="{FF2B5EF4-FFF2-40B4-BE49-F238E27FC236}">
                <a16:creationId xmlns:a16="http://schemas.microsoft.com/office/drawing/2014/main" id="{ED3795D1-D037-5C3A-B83B-8686DFB04F59}"/>
              </a:ext>
            </a:extLst>
          </p:cNvPr>
          <p:cNvSpPr/>
          <p:nvPr/>
        </p:nvSpPr>
        <p:spPr>
          <a:xfrm>
            <a:off x="5782383" y="1882349"/>
            <a:ext cx="364331" cy="2643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箭號: 向右 32">
            <a:extLst>
              <a:ext uri="{FF2B5EF4-FFF2-40B4-BE49-F238E27FC236}">
                <a16:creationId xmlns:a16="http://schemas.microsoft.com/office/drawing/2014/main" id="{8EB95B34-2A91-B679-F992-ECBADAC9DE8B}"/>
              </a:ext>
            </a:extLst>
          </p:cNvPr>
          <p:cNvSpPr/>
          <p:nvPr/>
        </p:nvSpPr>
        <p:spPr>
          <a:xfrm>
            <a:off x="8180549" y="1882348"/>
            <a:ext cx="364331" cy="2643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箭號: 向右 34">
            <a:extLst>
              <a:ext uri="{FF2B5EF4-FFF2-40B4-BE49-F238E27FC236}">
                <a16:creationId xmlns:a16="http://schemas.microsoft.com/office/drawing/2014/main" id="{527113EB-81E3-8B18-E127-A8ED02C7C51F}"/>
              </a:ext>
            </a:extLst>
          </p:cNvPr>
          <p:cNvSpPr/>
          <p:nvPr/>
        </p:nvSpPr>
        <p:spPr>
          <a:xfrm>
            <a:off x="3071217" y="1923427"/>
            <a:ext cx="364331" cy="2643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箭號: 向右 36">
            <a:extLst>
              <a:ext uri="{FF2B5EF4-FFF2-40B4-BE49-F238E27FC236}">
                <a16:creationId xmlns:a16="http://schemas.microsoft.com/office/drawing/2014/main" id="{8E59426B-7694-9483-618F-785A4DD1956E}"/>
              </a:ext>
            </a:extLst>
          </p:cNvPr>
          <p:cNvSpPr/>
          <p:nvPr/>
        </p:nvSpPr>
        <p:spPr>
          <a:xfrm>
            <a:off x="3127096" y="3115759"/>
            <a:ext cx="364331" cy="2643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箭號: 向右 40">
            <a:extLst>
              <a:ext uri="{FF2B5EF4-FFF2-40B4-BE49-F238E27FC236}">
                <a16:creationId xmlns:a16="http://schemas.microsoft.com/office/drawing/2014/main" id="{A21AEF55-CC99-E47D-E88C-51C5BC997907}"/>
              </a:ext>
            </a:extLst>
          </p:cNvPr>
          <p:cNvSpPr/>
          <p:nvPr/>
        </p:nvSpPr>
        <p:spPr>
          <a:xfrm>
            <a:off x="5782384" y="3115759"/>
            <a:ext cx="364331" cy="2643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5">
          <a:extLst>
            <a:ext uri="{FF2B5EF4-FFF2-40B4-BE49-F238E27FC236}">
              <a16:creationId xmlns:a16="http://schemas.microsoft.com/office/drawing/2014/main" id="{914EDCF5-4C74-0FEA-B8FC-8E7FB2C0B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6" name="Google Shape;6606;p50">
            <a:extLst>
              <a:ext uri="{FF2B5EF4-FFF2-40B4-BE49-F238E27FC236}">
                <a16:creationId xmlns:a16="http://schemas.microsoft.com/office/drawing/2014/main" id="{351E24E2-C85E-A71F-8370-BF19B6A3BC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22855" y="568971"/>
            <a:ext cx="5808648" cy="7219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FFC000"/>
                </a:solidFill>
              </a:rPr>
              <a:t>Merging the Three Datasets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6E09859-BE31-47E7-F12F-CC9D958427C2}"/>
              </a:ext>
            </a:extLst>
          </p:cNvPr>
          <p:cNvSpPr txBox="1"/>
          <p:nvPr/>
        </p:nvSpPr>
        <p:spPr>
          <a:xfrm>
            <a:off x="1840344" y="1277182"/>
            <a:ext cx="53698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We used the Netflix dataset as the main table and added selected variables from IMDb and TMDb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67D74E0-1652-C047-3FF0-4AFC1ABB3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439" y="3003498"/>
            <a:ext cx="6054168" cy="231842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63BE39E5-FF7B-0AD1-0988-072BBB38CF91}"/>
              </a:ext>
            </a:extLst>
          </p:cNvPr>
          <p:cNvSpPr txBox="1"/>
          <p:nvPr/>
        </p:nvSpPr>
        <p:spPr>
          <a:xfrm>
            <a:off x="4895382" y="2021161"/>
            <a:ext cx="368362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Renamed columns to identify their sources </a:t>
            </a:r>
            <a:endParaRPr lang="en-US" altLang="zh-TW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  <a:p>
            <a:pPr>
              <a:lnSpc>
                <a:spcPct val="150000"/>
              </a:lnSpc>
            </a:pPr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Used left joins to preserve all Netflix titles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CB505BB-17DD-8EB8-2E9A-2CCAC5993D52}"/>
              </a:ext>
            </a:extLst>
          </p:cNvPr>
          <p:cNvSpPr txBox="1"/>
          <p:nvPr/>
        </p:nvSpPr>
        <p:spPr>
          <a:xfrm>
            <a:off x="888378" y="2004302"/>
            <a:ext cx="368362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Removed records without title information</a:t>
            </a:r>
            <a:endParaRPr lang="en-US" altLang="zh-TW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  <a:p>
            <a:pPr>
              <a:lnSpc>
                <a:spcPct val="150000"/>
              </a:lnSpc>
            </a:pPr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Removed duplicated titles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DC6DF20-DDC8-C417-BC75-9AC7A4362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76" y="2080464"/>
            <a:ext cx="323947" cy="32394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849104C-6ED4-A60E-0096-50F982720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76" y="2497433"/>
            <a:ext cx="323947" cy="323947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EAD2E54F-76F6-72C6-0FFF-442E0F87D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8182" y="2097323"/>
            <a:ext cx="323947" cy="32394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2438F086-F515-995B-C6FF-FD9555027E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332" y="2496990"/>
            <a:ext cx="323947" cy="32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443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28">
          <a:extLst>
            <a:ext uri="{FF2B5EF4-FFF2-40B4-BE49-F238E27FC236}">
              <a16:creationId xmlns:a16="http://schemas.microsoft.com/office/drawing/2014/main" id="{5F4F8BCE-6DEE-45C4-2731-321672682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EE320EA4-8BF5-5FF0-9919-0BF50EE72CF7}"/>
              </a:ext>
            </a:extLst>
          </p:cNvPr>
          <p:cNvSpPr txBox="1"/>
          <p:nvPr/>
        </p:nvSpPr>
        <p:spPr>
          <a:xfrm>
            <a:off x="1567159" y="1350804"/>
            <a:ext cx="600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Not every Netflix title could be matched with both external databases</a:t>
            </a:r>
            <a:r>
              <a:rPr lang="zh-TW" altLang="zh-TW" dirty="0"/>
              <a:t>.</a:t>
            </a:r>
            <a:endParaRPr lang="zh-TW" altLang="en-US" dirty="0"/>
          </a:p>
        </p:txBody>
      </p:sp>
      <p:sp>
        <p:nvSpPr>
          <p:cNvPr id="6" name="Google Shape;6554;p48">
            <a:extLst>
              <a:ext uri="{FF2B5EF4-FFF2-40B4-BE49-F238E27FC236}">
                <a16:creationId xmlns:a16="http://schemas.microsoft.com/office/drawing/2014/main" id="{7223078C-7856-51EF-E0BC-DFD17FAFF2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60487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C000"/>
                </a:solidFill>
              </a:rPr>
              <a:t>Match Coverage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4D86B97-365F-618F-1A7F-2F9BC6D56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047" y="1772065"/>
            <a:ext cx="4177905" cy="178951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77831C81-8D9C-ACBE-DCF2-D2A61CC75EB3}"/>
              </a:ext>
            </a:extLst>
          </p:cNvPr>
          <p:cNvSpPr txBox="1"/>
          <p:nvPr/>
        </p:nvSpPr>
        <p:spPr>
          <a:xfrm>
            <a:off x="1234974" y="3686192"/>
            <a:ext cx="66740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IMDb provided nearly complete coverage, while TMDb information was</a:t>
            </a:r>
            <a:r>
              <a:rPr lang="zh-TW" altLang="en-US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 </a:t>
            </a:r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available for slightly more than half of the Netflix titles.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385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5">
          <a:extLst>
            <a:ext uri="{FF2B5EF4-FFF2-40B4-BE49-F238E27FC236}">
              <a16:creationId xmlns:a16="http://schemas.microsoft.com/office/drawing/2014/main" id="{0A09E43A-0591-C36A-13A6-1DE33A469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6" name="Google Shape;6606;p50">
            <a:extLst>
              <a:ext uri="{FF2B5EF4-FFF2-40B4-BE49-F238E27FC236}">
                <a16:creationId xmlns:a16="http://schemas.microsoft.com/office/drawing/2014/main" id="{ABA6984B-A39F-CAF6-BA91-4D27F0C0B1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20952" y="538175"/>
            <a:ext cx="4302093" cy="7219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FFC000"/>
                </a:solidFill>
              </a:rPr>
              <a:t>Define “Hit” Series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6756D42-58AA-15EC-ED24-0BD512BABD6E}"/>
              </a:ext>
            </a:extLst>
          </p:cNvPr>
          <p:cNvSpPr txBox="1"/>
          <p:nvPr/>
        </p:nvSpPr>
        <p:spPr>
          <a:xfrm>
            <a:off x="1603406" y="1469857"/>
            <a:ext cx="60475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In </a:t>
            </a:r>
            <a:r>
              <a:rPr lang="zh-TW" altLang="zh-TW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Netflix viewing hours</a:t>
            </a:r>
            <a:r>
              <a:rPr lang="en-US" altLang="zh-TW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, </a:t>
            </a:r>
            <a:r>
              <a:rPr lang="zh-TW" altLang="zh-TW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IMDb number of votes</a:t>
            </a:r>
            <a:r>
              <a:rPr lang="en-US" altLang="zh-TW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, </a:t>
            </a:r>
            <a:r>
              <a:rPr lang="zh-TW" altLang="zh-TW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TMDb popularity </a:t>
            </a:r>
            <a:endParaRPr lang="en-US" altLang="zh-TW" sz="1600" dirty="0">
              <a:solidFill>
                <a:schemeClr val="accent2">
                  <a:lumMod val="60000"/>
                  <a:lumOff val="40000"/>
                </a:schemeClr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  <a:p>
            <a:pPr algn="ctr"/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At least two of the three indicators were above the 75th percentile.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B3BDF71-27B3-EEFA-945D-D4F0C7B8C250}"/>
              </a:ext>
            </a:extLst>
          </p:cNvPr>
          <p:cNvSpPr txBox="1"/>
          <p:nvPr/>
        </p:nvSpPr>
        <p:spPr>
          <a:xfrm>
            <a:off x="1838340" y="2709297"/>
            <a:ext cx="5577679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28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H</a:t>
            </a:r>
            <a:r>
              <a:rPr lang="zh-TW" altLang="zh-TW" sz="28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it </a:t>
            </a:r>
            <a:r>
              <a:rPr lang="en-US" altLang="zh-TW" sz="28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series: 90</a:t>
            </a:r>
            <a:r>
              <a:rPr lang="zh-TW" altLang="zh-TW" sz="28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 </a:t>
            </a:r>
            <a:r>
              <a:rPr lang="en-US" altLang="zh-TW" sz="28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/ N</a:t>
            </a:r>
            <a:r>
              <a:rPr lang="zh-TW" altLang="zh-TW" sz="28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on-hit </a:t>
            </a:r>
            <a:r>
              <a:rPr lang="en-US" altLang="zh-TW" sz="28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Series: 601</a:t>
            </a:r>
            <a:endParaRPr lang="zh-TW" altLang="en-US" sz="28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74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5">
          <a:extLst>
            <a:ext uri="{FF2B5EF4-FFF2-40B4-BE49-F238E27FC236}">
              <a16:creationId xmlns:a16="http://schemas.microsoft.com/office/drawing/2014/main" id="{CF67081F-B102-7A22-1716-685127866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6" name="Google Shape;6606;p50">
            <a:extLst>
              <a:ext uri="{FF2B5EF4-FFF2-40B4-BE49-F238E27FC236}">
                <a16:creationId xmlns:a16="http://schemas.microsoft.com/office/drawing/2014/main" id="{CF95BEAF-B829-C1F5-FDEF-803CCFE4A8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48225" y="597648"/>
            <a:ext cx="6047549" cy="7219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FFC000"/>
                </a:solidFill>
              </a:rPr>
              <a:t>Validating the Hit Definition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A540C23-87BD-9BA6-629D-255334F433E5}"/>
              </a:ext>
            </a:extLst>
          </p:cNvPr>
          <p:cNvSpPr txBox="1"/>
          <p:nvPr/>
        </p:nvSpPr>
        <p:spPr>
          <a:xfrm>
            <a:off x="1603405" y="1536764"/>
            <a:ext cx="60475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In </a:t>
            </a:r>
            <a:r>
              <a:rPr lang="zh-TW" altLang="zh-TW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Netflix viewing hours</a:t>
            </a:r>
            <a:r>
              <a:rPr lang="en-US" altLang="zh-TW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, </a:t>
            </a:r>
            <a:r>
              <a:rPr lang="zh-TW" altLang="zh-TW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IMDb number of votes</a:t>
            </a:r>
            <a:r>
              <a:rPr lang="en-US" altLang="zh-TW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, </a:t>
            </a:r>
            <a:r>
              <a:rPr lang="zh-TW" altLang="zh-TW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TMDb popularity </a:t>
            </a:r>
            <a:endParaRPr lang="en-US" altLang="zh-TW" sz="1600" dirty="0">
              <a:solidFill>
                <a:schemeClr val="accent2">
                  <a:lumMod val="60000"/>
                  <a:lumOff val="40000"/>
                </a:schemeClr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  <a:p>
            <a:pPr algn="ctr"/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At least two of the three indicators were above the 75th percentile.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B8AE571-7E91-3D4E-3A33-5049371DB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814382"/>
              </p:ext>
            </p:extLst>
          </p:nvPr>
        </p:nvGraphicFramePr>
        <p:xfrm>
          <a:off x="2184869" y="2715709"/>
          <a:ext cx="4884622" cy="1005840"/>
        </p:xfrm>
        <a:graphic>
          <a:graphicData uri="http://schemas.openxmlformats.org/drawingml/2006/table">
            <a:tbl>
              <a:tblPr/>
              <a:tblGrid>
                <a:gridCol w="2442311">
                  <a:extLst>
                    <a:ext uri="{9D8B030D-6E8A-4147-A177-3AD203B41FA5}">
                      <a16:colId xmlns:a16="http://schemas.microsoft.com/office/drawing/2014/main" val="1602524143"/>
                    </a:ext>
                  </a:extLst>
                </a:gridCol>
                <a:gridCol w="2442311">
                  <a:extLst>
                    <a:ext uri="{9D8B030D-6E8A-4147-A177-3AD203B41FA5}">
                      <a16:colId xmlns:a16="http://schemas.microsoft.com/office/drawing/2014/main" val="13610924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Number of Titles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993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dirty="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Hit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90</a:t>
                      </a:r>
                      <a:endParaRPr lang="zh-TW" sz="1600" dirty="0">
                        <a:latin typeface="Estrangelo Edessa" panose="03080600000000000000" pitchFamily="66" charset="0"/>
                        <a:cs typeface="Estrangelo Edessa" panose="03080600000000000000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302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Non-Hit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sz="1600" b="1" dirty="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601</a:t>
                      </a:r>
                      <a:endParaRPr lang="zh-TW" sz="1600" dirty="0">
                        <a:latin typeface="Estrangelo Edessa" panose="03080600000000000000" pitchFamily="66" charset="0"/>
                        <a:cs typeface="Estrangelo Edessa" panose="03080600000000000000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740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291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5">
          <a:extLst>
            <a:ext uri="{FF2B5EF4-FFF2-40B4-BE49-F238E27FC236}">
              <a16:creationId xmlns:a16="http://schemas.microsoft.com/office/drawing/2014/main" id="{B06E8E34-93E7-E478-E8CD-6295B8ABB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6" name="Google Shape;6606;p50">
            <a:extLst>
              <a:ext uri="{FF2B5EF4-FFF2-40B4-BE49-F238E27FC236}">
                <a16:creationId xmlns:a16="http://schemas.microsoft.com/office/drawing/2014/main" id="{8D990167-8EDC-584C-ADA6-E0E72F1D23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20952" y="538175"/>
            <a:ext cx="4302093" cy="7219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FFC000"/>
                </a:solidFill>
              </a:rPr>
              <a:t>Binge Velocity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1CD73FC-08AC-F607-00D7-07F102E7AB7A}"/>
              </a:ext>
            </a:extLst>
          </p:cNvPr>
          <p:cNvSpPr txBox="1"/>
          <p:nvPr/>
        </p:nvSpPr>
        <p:spPr>
          <a:xfrm>
            <a:off x="1308411" y="1547087"/>
            <a:ext cx="67662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Total viewing hours may favor titles that stayed in the Netflix Top 10 for many weeks.</a:t>
            </a:r>
            <a:r>
              <a:rPr lang="zh-TW" altLang="en-US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 </a:t>
            </a:r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To measure how quickly audiences watched a title, we calculated: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26860B4-356B-BDEA-748D-097435A3A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292" y="2361362"/>
            <a:ext cx="5654530" cy="1104996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B46654B-CCD8-F5E2-FCF2-14834511F0B0}"/>
              </a:ext>
            </a:extLst>
          </p:cNvPr>
          <p:cNvSpPr txBox="1"/>
          <p:nvPr/>
        </p:nvSpPr>
        <p:spPr>
          <a:xfrm>
            <a:off x="1100688" y="3695859"/>
            <a:ext cx="69426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A higher binge velocity means that a title accumulated viewing hours more quickly.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51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5">
          <a:extLst>
            <a:ext uri="{FF2B5EF4-FFF2-40B4-BE49-F238E27FC236}">
              <a16:creationId xmlns:a16="http://schemas.microsoft.com/office/drawing/2014/main" id="{3366E119-5A64-3737-280F-1569AA64C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6" name="Google Shape;6606;p50">
            <a:extLst>
              <a:ext uri="{FF2B5EF4-FFF2-40B4-BE49-F238E27FC236}">
                <a16:creationId xmlns:a16="http://schemas.microsoft.com/office/drawing/2014/main" id="{9789AF1A-C2D8-7341-243F-6551EC859B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7723" y="612516"/>
            <a:ext cx="5778911" cy="7219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FFC000"/>
                </a:solidFill>
              </a:rPr>
              <a:t>Bayesian Adjusted Rating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C0A9DC1-B62F-65FC-8ADB-FA2F1E62E93A}"/>
              </a:ext>
            </a:extLst>
          </p:cNvPr>
          <p:cNvSpPr txBox="1"/>
          <p:nvPr/>
        </p:nvSpPr>
        <p:spPr>
          <a:xfrm>
            <a:off x="793691" y="1489161"/>
            <a:ext cx="76669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A high IMDb rating may not be reliable when it is based on only a small number of votes.</a:t>
            </a:r>
          </a:p>
          <a:p>
            <a:pPr algn="ctr"/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We used Bayesian adjustment to pull ratings with small samples toward the overall average.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599042C-65A0-86FF-CD77-49E39F433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223" y="2396911"/>
            <a:ext cx="6357553" cy="107362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2B35857-BF5E-C5BD-F7BE-C17306EDDF44}"/>
              </a:ext>
            </a:extLst>
          </p:cNvPr>
          <p:cNvSpPr txBox="1"/>
          <p:nvPr/>
        </p:nvSpPr>
        <p:spPr>
          <a:xfrm>
            <a:off x="894932" y="3689639"/>
            <a:ext cx="73541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Ratings with many votes remain almost unchanged, </a:t>
            </a:r>
            <a:endParaRPr lang="en-US" altLang="zh-TW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  <a:p>
            <a:pPr algn="ctr"/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while ratings with few votes become more conservative.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010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5">
          <a:extLst>
            <a:ext uri="{FF2B5EF4-FFF2-40B4-BE49-F238E27FC236}">
              <a16:creationId xmlns:a16="http://schemas.microsoft.com/office/drawing/2014/main" id="{ECFEDF74-97F0-71DD-9930-B506D9C5F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6" name="Google Shape;6606;p50">
            <a:extLst>
              <a:ext uri="{FF2B5EF4-FFF2-40B4-BE49-F238E27FC236}">
                <a16:creationId xmlns:a16="http://schemas.microsoft.com/office/drawing/2014/main" id="{A623C5E1-4D18-E5BF-155F-FA260FECB0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40714" y="552462"/>
            <a:ext cx="5772929" cy="7219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FFC000"/>
                </a:solidFill>
              </a:rPr>
              <a:t>Cross-Platform Rating Gap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BBADE97-8C9F-902C-108E-7F8A77B73A84}"/>
              </a:ext>
            </a:extLst>
          </p:cNvPr>
          <p:cNvSpPr txBox="1"/>
          <p:nvPr/>
        </p:nvSpPr>
        <p:spPr>
          <a:xfrm>
            <a:off x="1139059" y="1412707"/>
            <a:ext cx="69762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We measured the absolute difference between IMDb and </a:t>
            </a:r>
            <a:r>
              <a:rPr lang="en-US" altLang="zh-TW" sz="1600" dirty="0" err="1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TMDb</a:t>
            </a:r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 audience ratings.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A small gap means audience opinions are consistent across platforms. </a:t>
            </a:r>
            <a:endParaRPr lang="en-US" altLang="zh-TW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A large gap means the title receives more mixed or inconsistent evaluations.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1BBD70F-1D5A-F9C1-E01E-DB71AF6B1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497" y="2653400"/>
            <a:ext cx="5781006" cy="100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591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5">
          <a:extLst>
            <a:ext uri="{FF2B5EF4-FFF2-40B4-BE49-F238E27FC236}">
              <a16:creationId xmlns:a16="http://schemas.microsoft.com/office/drawing/2014/main" id="{1A968BFC-D541-D0FC-90DF-E87DAC3C1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6" name="Google Shape;6606;p50">
            <a:extLst>
              <a:ext uri="{FF2B5EF4-FFF2-40B4-BE49-F238E27FC236}">
                <a16:creationId xmlns:a16="http://schemas.microsoft.com/office/drawing/2014/main" id="{0E7911FD-789E-C38C-2183-4FAE9E0441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20952" y="538175"/>
            <a:ext cx="4302093" cy="7219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FFC000"/>
                </a:solidFill>
              </a:rPr>
              <a:t>Audience Buzz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599AE6C-79F6-2A5E-9425-7E8E5DBD5D68}"/>
              </a:ext>
            </a:extLst>
          </p:cNvPr>
          <p:cNvSpPr txBox="1"/>
          <p:nvPr/>
        </p:nvSpPr>
        <p:spPr>
          <a:xfrm>
            <a:off x="1373201" y="1362701"/>
            <a:ext cx="63975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IMDb vote count reflects how many users interacted with or discussed a title. </a:t>
            </a:r>
          </a:p>
          <a:p>
            <a:pPr algn="ctr"/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However, vote counts were highly skewed: </a:t>
            </a:r>
          </a:p>
          <a:p>
            <a:pPr algn="ctr"/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a few titles had extremely large numbers of votes.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1B76169-EB7C-2A5B-DCA5-026271FB1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083" y="2367678"/>
            <a:ext cx="5189670" cy="125740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B30F97B1-8CE2-210B-AC7A-FEBE1C2344A1}"/>
              </a:ext>
            </a:extLst>
          </p:cNvPr>
          <p:cNvSpPr txBox="1"/>
          <p:nvPr/>
        </p:nvSpPr>
        <p:spPr>
          <a:xfrm>
            <a:off x="1969705" y="3727631"/>
            <a:ext cx="56864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Log transformation reduces the influence of extreme values while preserving the ranking of audience attention.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392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5">
          <a:extLst>
            <a:ext uri="{FF2B5EF4-FFF2-40B4-BE49-F238E27FC236}">
              <a16:creationId xmlns:a16="http://schemas.microsoft.com/office/drawing/2014/main" id="{ED9ED817-FC56-731F-3E14-8BF431B7D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6" name="Google Shape;6606;p50">
            <a:extLst>
              <a:ext uri="{FF2B5EF4-FFF2-40B4-BE49-F238E27FC236}">
                <a16:creationId xmlns:a16="http://schemas.microsoft.com/office/drawing/2014/main" id="{73FA7C94-C57E-CC72-7CDD-2E858D5AC3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20952" y="538175"/>
            <a:ext cx="4302093" cy="7219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FFC000"/>
                </a:solidFill>
              </a:rPr>
              <a:t>Feature Matrix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955F6CE-2D06-C712-4FCF-5023469E3E41}"/>
              </a:ext>
            </a:extLst>
          </p:cNvPr>
          <p:cNvSpPr txBox="1"/>
          <p:nvPr/>
        </p:nvSpPr>
        <p:spPr>
          <a:xfrm>
            <a:off x="1603406" y="1334125"/>
            <a:ext cx="62618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Combined the hit label and all engineered features into one analysis table.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CDAB1FD-BA51-EF37-55A5-75C0D1380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636" y="1839516"/>
            <a:ext cx="7328728" cy="217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62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5">
          <a:extLst>
            <a:ext uri="{FF2B5EF4-FFF2-40B4-BE49-F238E27FC236}">
              <a16:creationId xmlns:a16="http://schemas.microsoft.com/office/drawing/2014/main" id="{0E003328-26E9-43E6-E8F1-AF8C070CA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6" name="Google Shape;6606;p50">
            <a:extLst>
              <a:ext uri="{FF2B5EF4-FFF2-40B4-BE49-F238E27FC236}">
                <a16:creationId xmlns:a16="http://schemas.microsoft.com/office/drawing/2014/main" id="{732C8F92-60FA-1B21-BE41-3E85EBB463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20952" y="538175"/>
            <a:ext cx="4302093" cy="7219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100"/>
            </a:pPr>
            <a:r>
              <a:rPr lang="zh-TW" altLang="zh-TW" dirty="0">
                <a:solidFill>
                  <a:srgbClr val="FFC000"/>
                </a:solidFill>
              </a:rPr>
              <a:t>Correlation Results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AAF6A7B-C6B1-79BB-83E3-DDDEB63820D1}"/>
              </a:ext>
            </a:extLst>
          </p:cNvPr>
          <p:cNvSpPr txBox="1"/>
          <p:nvPr/>
        </p:nvSpPr>
        <p:spPr>
          <a:xfrm>
            <a:off x="5454680" y="1493210"/>
            <a:ext cx="300431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Binge velocity was the strongest positive indicator.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Popular titles were more likely to be classified as hits.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Reliable audience ratings had a moderate positive relationship.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Greater audience attention was associated with success.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A larger rating gap was negatively related to hit status.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003AE3F-041B-F022-7AE0-4F33328F2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947152"/>
              </p:ext>
            </p:extLst>
          </p:nvPr>
        </p:nvGraphicFramePr>
        <p:xfrm>
          <a:off x="785020" y="1856082"/>
          <a:ext cx="4508500" cy="1828800"/>
        </p:xfrm>
        <a:graphic>
          <a:graphicData uri="http://schemas.openxmlformats.org/drawingml/2006/table">
            <a:tbl>
              <a:tblPr/>
              <a:tblGrid>
                <a:gridCol w="2254250">
                  <a:extLst>
                    <a:ext uri="{9D8B030D-6E8A-4147-A177-3AD203B41FA5}">
                      <a16:colId xmlns:a16="http://schemas.microsoft.com/office/drawing/2014/main" val="2337699348"/>
                    </a:ext>
                  </a:extLst>
                </a:gridCol>
                <a:gridCol w="2254250">
                  <a:extLst>
                    <a:ext uri="{9D8B030D-6E8A-4147-A177-3AD203B41FA5}">
                      <a16:colId xmlns:a16="http://schemas.microsoft.com/office/drawing/2014/main" val="12571202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dirty="0">
                          <a:solidFill>
                            <a:schemeClr val="tx1"/>
                          </a:solidFill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dirty="0">
                          <a:solidFill>
                            <a:schemeClr val="tx1"/>
                          </a:solidFill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Correlation with Hit 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670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Binge velocity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 dirty="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+0.494</a:t>
                      </a:r>
                      <a:endParaRPr lang="zh-TW" dirty="0">
                        <a:latin typeface="Estrangelo Edessa" panose="03080600000000000000" pitchFamily="66" charset="0"/>
                        <a:cs typeface="Estrangelo Edessa" panose="03080600000000000000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67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TMDb popularity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+0.312</a:t>
                      </a:r>
                      <a:endParaRPr lang="zh-TW">
                        <a:latin typeface="Estrangelo Edessa" panose="03080600000000000000" pitchFamily="66" charset="0"/>
                        <a:cs typeface="Estrangelo Edessa" panose="03080600000000000000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790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Adjusted IMDb rating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 dirty="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+0.296</a:t>
                      </a:r>
                      <a:endParaRPr lang="zh-TW" dirty="0">
                        <a:latin typeface="Estrangelo Edessa" panose="03080600000000000000" pitchFamily="66" charset="0"/>
                        <a:cs typeface="Estrangelo Edessa" panose="03080600000000000000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387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Cross-platform rating gap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 dirty="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−0.288</a:t>
                      </a:r>
                      <a:endParaRPr lang="zh-TW" dirty="0">
                        <a:latin typeface="Estrangelo Edessa" panose="03080600000000000000" pitchFamily="66" charset="0"/>
                        <a:cs typeface="Estrangelo Edessa" panose="03080600000000000000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2764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Audience buzz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 dirty="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+0.278</a:t>
                      </a:r>
                      <a:endParaRPr lang="zh-TW" dirty="0">
                        <a:latin typeface="Estrangelo Edessa" panose="03080600000000000000" pitchFamily="66" charset="0"/>
                        <a:cs typeface="Estrangelo Edessa" panose="03080600000000000000" pitchFamily="66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9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832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5">
          <a:extLst>
            <a:ext uri="{FF2B5EF4-FFF2-40B4-BE49-F238E27FC236}">
              <a16:creationId xmlns:a16="http://schemas.microsoft.com/office/drawing/2014/main" id="{DB9D7503-B6B6-463F-871B-2311FF2F5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6" name="Google Shape;6606;p50">
            <a:extLst>
              <a:ext uri="{FF2B5EF4-FFF2-40B4-BE49-F238E27FC236}">
                <a16:creationId xmlns:a16="http://schemas.microsoft.com/office/drawing/2014/main" id="{CBB6EF57-F2D3-2E36-0EFC-DE7BF53508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20952" y="538175"/>
            <a:ext cx="4302093" cy="7219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dirty="0">
                <a:solidFill>
                  <a:srgbClr val="FFC000"/>
                </a:solidFill>
              </a:rPr>
              <a:t>Hit Score</a:t>
            </a:r>
            <a:endParaRPr lang="en-US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36BF037-3D4B-F969-C6F2-04F77C7C611A}"/>
                  </a:ext>
                </a:extLst>
              </p:cNvPr>
              <p:cNvSpPr txBox="1"/>
              <p:nvPr/>
            </p:nvSpPr>
            <p:spPr>
              <a:xfrm>
                <a:off x="-123377" y="1439062"/>
                <a:ext cx="6047549" cy="554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Estrangelo Edessa" panose="03080600000000000000" pitchFamily="66" charset="0"/>
                        </a:rPr>
                        <m:t>𝑁𝑜𝑟𝑚𝑎𝑙𝑖𝑧𝑒𝑑</m:t>
                      </m:r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Estrangelo Edessa" panose="03080600000000000000" pitchFamily="66" charset="0"/>
                        </a:rPr>
                        <m:t> </m:t>
                      </m:r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Estrangelo Edessa" panose="03080600000000000000" pitchFamily="66" charset="0"/>
                        </a:rPr>
                        <m:t>𝑉𝑎𝑙𝑢𝑒</m:t>
                      </m:r>
                      <m: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Estrangelo Edessa" panose="03080600000000000000" pitchFamily="66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Estrangelo Edessa" panose="03080600000000000000" pitchFamily="66" charset="0"/>
                            </a:rPr>
                          </m:ctrlPr>
                        </m:fPr>
                        <m:num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Estrangelo Edessa" panose="03080600000000000000" pitchFamily="66" charset="0"/>
                            </a:rPr>
                            <m:t>𝑥</m:t>
                          </m:r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Estrangelo Edessa" panose="03080600000000000000" pitchFamily="66" charset="0"/>
                            </a:rPr>
                            <m:t> − </m:t>
                          </m:r>
                          <m:sSub>
                            <m:sSubPr>
                              <m:ctrlPr>
                                <a:rPr lang="zh-TW" alt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Estrangelo Edessa" panose="03080600000000000000" pitchFamily="66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Estrangelo Edessa" panose="03080600000000000000" pitchFamily="66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Estrangelo Edessa" panose="03080600000000000000" pitchFamily="66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TW" altLang="en-US" sz="1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Estrangelo Edessa" panose="03080600000000000000" pitchFamily="66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Estrangelo Edessa" panose="03080600000000000000" pitchFamily="66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Estrangelo Edessa" panose="03080600000000000000" pitchFamily="66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Estrangelo Edessa" panose="03080600000000000000" pitchFamily="66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Estrangelo Edessa" panose="03080600000000000000" pitchFamily="66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Estrangelo Edessa" panose="03080600000000000000" pitchFamily="66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Estrangelo Edessa" panose="03080600000000000000" pitchFamily="66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Estrangelo Edessa" panose="03080600000000000000" pitchFamily="66" charset="0"/>
                  <a:cs typeface="Estrangelo Edessa" panose="03080600000000000000" pitchFamily="66" charset="0"/>
                </a:endParaRPr>
              </a:p>
            </p:txBody>
          </p:sp>
        </mc:Choice>
        <mc:Fallback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36BF037-3D4B-F969-C6F2-04F77C7C6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3377" y="1439062"/>
                <a:ext cx="6047549" cy="554319"/>
              </a:xfrm>
              <a:prstGeom prst="rect">
                <a:avLst/>
              </a:prstGeom>
              <a:blipFill>
                <a:blip r:embed="rId3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8E9FBC75-3FC3-1E2C-9874-1F13BADA79C4}"/>
              </a:ext>
            </a:extLst>
          </p:cNvPr>
          <p:cNvSpPr/>
          <p:nvPr/>
        </p:nvSpPr>
        <p:spPr>
          <a:xfrm>
            <a:off x="4705425" y="1993381"/>
            <a:ext cx="3768213" cy="1433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6F07CE1-07E1-A66A-1B6F-C5101E069489}"/>
              </a:ext>
            </a:extLst>
          </p:cNvPr>
          <p:cNvSpPr txBox="1"/>
          <p:nvPr/>
        </p:nvSpPr>
        <p:spPr>
          <a:xfrm>
            <a:off x="670362" y="1100508"/>
            <a:ext cx="3686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1. </a:t>
            </a:r>
            <a:r>
              <a:rPr lang="zh-TW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Normalize the Features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4F09B41-96AC-3936-674B-535A28D9A1CB}"/>
                  </a:ext>
                </a:extLst>
              </p:cNvPr>
              <p:cNvSpPr txBox="1"/>
              <p:nvPr/>
            </p:nvSpPr>
            <p:spPr>
              <a:xfrm>
                <a:off x="4611174" y="2345327"/>
                <a:ext cx="4044965" cy="9348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Estrangelo Edessa" panose="03080600000000000000" pitchFamily="66" charset="0"/>
                        </a:rPr>
                        <m:t>𝐻𝑖𝑡</m:t>
                      </m:r>
                      <m:r>
                        <a:rPr lang="en-US" altLang="zh-TW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Estrangelo Edessa" panose="03080600000000000000" pitchFamily="66" charset="0"/>
                        </a:rPr>
                        <m:t> </m:t>
                      </m:r>
                      <m:r>
                        <a:rPr lang="en-US" altLang="zh-TW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Estrangelo Edessa" panose="03080600000000000000" pitchFamily="66" charset="0"/>
                        </a:rPr>
                        <m:t>𝑆𝑐𝑜𝑟𝑒</m:t>
                      </m:r>
                      <m:r>
                        <a:rPr lang="en-US" altLang="zh-TW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Estrangelo Edessa" panose="03080600000000000000" pitchFamily="66" charset="0"/>
                        </a:rPr>
                        <m:t>=</m:t>
                      </m:r>
                    </m:oMath>
                  </m:oMathPara>
                </a14:m>
                <a:endParaRPr lang="en-US" altLang="zh-TW" sz="1600" i="1" dirty="0">
                  <a:solidFill>
                    <a:schemeClr val="bg1"/>
                  </a:solidFill>
                  <a:latin typeface="Cambria Math" panose="02040503050406030204" pitchFamily="18" charset="0"/>
                  <a:cs typeface="Estrangelo Edessa" panose="03080600000000000000" pitchFamily="66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TW" alt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Estrangelo Edessa" panose="03080600000000000000" pitchFamily="66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Estrangelo Edessa" panose="03080600000000000000" pitchFamily="66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Estrangelo Edessa" panose="03080600000000000000" pitchFamily="66" charset="0"/>
                            </a:rPr>
                            <m:t>𝑊𝑒𝑖𝑔h𝑡</m:t>
                          </m:r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Estrangelo Edessa" panose="03080600000000000000" pitchFamily="66" charset="0"/>
                            </a:rPr>
                            <m:t>×</m:t>
                          </m:r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Estrangelo Edessa" panose="03080600000000000000" pitchFamily="66" charset="0"/>
                            </a:rPr>
                            <m:t>𝑁𝑜𝑟𝑚𝑎𝑙𝑖𝑧𝑒𝑑</m:t>
                          </m:r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Estrangelo Edessa" panose="03080600000000000000" pitchFamily="66" charset="0"/>
                            </a:rPr>
                            <m:t> </m:t>
                          </m:r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Estrangelo Edessa" panose="03080600000000000000" pitchFamily="66" charset="0"/>
                            </a:rPr>
                            <m:t>𝐹𝑒𝑎𝑡𝑢𝑟𝑒</m:t>
                          </m:r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Estrangelo Edessa" panose="03080600000000000000" pitchFamily="66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  <a:latin typeface="Estrangelo Edessa" panose="03080600000000000000" pitchFamily="66" charset="0"/>
                  <a:cs typeface="Estrangelo Edessa" panose="03080600000000000000" pitchFamily="66" charset="0"/>
                </a:endParaRPr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D4F09B41-96AC-3936-674B-535A28D9A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174" y="2345327"/>
                <a:ext cx="4044965" cy="93480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6C20B3A4-6D60-11D9-73C4-7B376D5CA510}"/>
              </a:ext>
            </a:extLst>
          </p:cNvPr>
          <p:cNvSpPr txBox="1"/>
          <p:nvPr/>
        </p:nvSpPr>
        <p:spPr>
          <a:xfrm>
            <a:off x="670362" y="2068167"/>
            <a:ext cx="36861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tx1"/>
                </a:solidFill>
                <a:latin typeface="Estrangelo Edessa" panose="03080600000000000000" pitchFamily="66" charset="0"/>
                <a:cs typeface="Estrangelo Edessa" panose="03080600000000000000" pitchFamily="66" charset="0"/>
              </a:rPr>
              <a:t>2. Apply Feature Weights</a:t>
            </a:r>
            <a:endParaRPr lang="zh-TW" altLang="en-US" sz="1600" dirty="0">
              <a:solidFill>
                <a:schemeClr val="tx1"/>
              </a:solidFill>
              <a:latin typeface="Estrangelo Edessa" panose="03080600000000000000" pitchFamily="66" charset="0"/>
              <a:cs typeface="Estrangelo Edessa" panose="03080600000000000000" pitchFamily="66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7485ECD-5CAC-DFCF-093D-CC5DF57AD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994680"/>
              </p:ext>
            </p:extLst>
          </p:nvPr>
        </p:nvGraphicFramePr>
        <p:xfrm>
          <a:off x="1056885" y="2454372"/>
          <a:ext cx="4121184" cy="1828800"/>
        </p:xfrm>
        <a:graphic>
          <a:graphicData uri="http://schemas.openxmlformats.org/drawingml/2006/table">
            <a:tbl>
              <a:tblPr/>
              <a:tblGrid>
                <a:gridCol w="2060592">
                  <a:extLst>
                    <a:ext uri="{9D8B030D-6E8A-4147-A177-3AD203B41FA5}">
                      <a16:colId xmlns:a16="http://schemas.microsoft.com/office/drawing/2014/main" val="2733941558"/>
                    </a:ext>
                  </a:extLst>
                </a:gridCol>
                <a:gridCol w="2060592">
                  <a:extLst>
                    <a:ext uri="{9D8B030D-6E8A-4147-A177-3AD203B41FA5}">
                      <a16:colId xmlns:a16="http://schemas.microsoft.com/office/drawing/2014/main" val="15627446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Weight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1427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dirty="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Binge velocity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 dirty="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+0.51</a:t>
                      </a:r>
                      <a:endParaRPr lang="zh-TW" dirty="0">
                        <a:latin typeface="Estrangelo Edessa" panose="03080600000000000000" pitchFamily="66" charset="0"/>
                        <a:cs typeface="Estrangelo Edessa" panose="030806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407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dirty="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TMDb popularity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 dirty="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+0.31</a:t>
                      </a:r>
                      <a:endParaRPr lang="zh-TW" dirty="0">
                        <a:latin typeface="Estrangelo Edessa" panose="03080600000000000000" pitchFamily="66" charset="0"/>
                        <a:cs typeface="Estrangelo Edessa" panose="030806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966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Adjusted IMDb rating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+0.23</a:t>
                      </a:r>
                      <a:endParaRPr lang="zh-TW">
                        <a:latin typeface="Estrangelo Edessa" panose="03080600000000000000" pitchFamily="66" charset="0"/>
                        <a:cs typeface="Estrangelo Edessa" panose="030806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766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Cross-platform rating gap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 dirty="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−0.23</a:t>
                      </a:r>
                      <a:endParaRPr lang="zh-TW" dirty="0">
                        <a:latin typeface="Estrangelo Edessa" panose="03080600000000000000" pitchFamily="66" charset="0"/>
                        <a:cs typeface="Estrangelo Edessa" panose="030806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00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dirty="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Audience buzz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b="1" dirty="0">
                          <a:latin typeface="Estrangelo Edessa" panose="03080600000000000000" pitchFamily="66" charset="0"/>
                          <a:cs typeface="Estrangelo Edessa" panose="03080600000000000000" pitchFamily="66" charset="0"/>
                        </a:rPr>
                        <a:t>+0.22</a:t>
                      </a:r>
                      <a:endParaRPr lang="zh-TW" dirty="0">
                        <a:latin typeface="Estrangelo Edessa" panose="03080600000000000000" pitchFamily="66" charset="0"/>
                        <a:cs typeface="Estrangelo Edessa" panose="03080600000000000000" pitchFamily="66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195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038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7">
          <a:extLst>
            <a:ext uri="{FF2B5EF4-FFF2-40B4-BE49-F238E27FC236}">
              <a16:creationId xmlns:a16="http://schemas.microsoft.com/office/drawing/2014/main" id="{E7AC44DE-E7F8-9E5F-4D68-AAB9CC28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07" name="Google Shape;7307;p60">
            <a:extLst>
              <a:ext uri="{FF2B5EF4-FFF2-40B4-BE49-F238E27FC236}">
                <a16:creationId xmlns:a16="http://schemas.microsoft.com/office/drawing/2014/main" id="{4AA64168-3488-9F50-C703-FAB18FD26D3C}"/>
              </a:ext>
            </a:extLst>
          </p:cNvPr>
          <p:cNvGrpSpPr/>
          <p:nvPr/>
        </p:nvGrpSpPr>
        <p:grpSpPr>
          <a:xfrm>
            <a:off x="4006407" y="1416522"/>
            <a:ext cx="1070959" cy="3021706"/>
            <a:chOff x="4006407" y="1416522"/>
            <a:chExt cx="1070959" cy="3021706"/>
          </a:xfrm>
        </p:grpSpPr>
        <p:sp>
          <p:nvSpPr>
            <p:cNvPr id="7308" name="Google Shape;7308;p60">
              <a:extLst>
                <a:ext uri="{FF2B5EF4-FFF2-40B4-BE49-F238E27FC236}">
                  <a16:creationId xmlns:a16="http://schemas.microsoft.com/office/drawing/2014/main" id="{60070793-0AB1-D04B-F5F0-0EEDBA7260CD}"/>
                </a:ext>
              </a:extLst>
            </p:cNvPr>
            <p:cNvSpPr/>
            <p:nvPr/>
          </p:nvSpPr>
          <p:spPr>
            <a:xfrm>
              <a:off x="4006407" y="2177006"/>
              <a:ext cx="1070959" cy="1905280"/>
            </a:xfrm>
            <a:custGeom>
              <a:avLst/>
              <a:gdLst/>
              <a:ahLst/>
              <a:cxnLst/>
              <a:rect l="l" t="t" r="r" b="b"/>
              <a:pathLst>
                <a:path w="46167" h="82133" extrusionOk="0">
                  <a:moveTo>
                    <a:pt x="44753" y="0"/>
                  </a:moveTo>
                  <a:cubicBezTo>
                    <a:pt x="44210" y="0"/>
                    <a:pt x="43651" y="201"/>
                    <a:pt x="43252" y="587"/>
                  </a:cubicBezTo>
                  <a:lnTo>
                    <a:pt x="43252" y="587"/>
                  </a:lnTo>
                  <a:cubicBezTo>
                    <a:pt x="43315" y="498"/>
                    <a:pt x="43226" y="268"/>
                    <a:pt x="43165" y="207"/>
                  </a:cubicBezTo>
                  <a:cubicBezTo>
                    <a:pt x="43110" y="152"/>
                    <a:pt x="43034" y="128"/>
                    <a:pt x="42961" y="128"/>
                  </a:cubicBezTo>
                  <a:cubicBezTo>
                    <a:pt x="42901" y="128"/>
                    <a:pt x="42843" y="144"/>
                    <a:pt x="42798" y="174"/>
                  </a:cubicBezTo>
                  <a:cubicBezTo>
                    <a:pt x="42664" y="207"/>
                    <a:pt x="42531" y="274"/>
                    <a:pt x="42464" y="374"/>
                  </a:cubicBezTo>
                  <a:cubicBezTo>
                    <a:pt x="41697" y="1008"/>
                    <a:pt x="41030" y="1708"/>
                    <a:pt x="40363" y="2409"/>
                  </a:cubicBezTo>
                  <a:cubicBezTo>
                    <a:pt x="40296" y="2242"/>
                    <a:pt x="40329" y="2009"/>
                    <a:pt x="40396" y="1775"/>
                  </a:cubicBezTo>
                  <a:cubicBezTo>
                    <a:pt x="40496" y="1575"/>
                    <a:pt x="40563" y="1408"/>
                    <a:pt x="40663" y="1208"/>
                  </a:cubicBezTo>
                  <a:cubicBezTo>
                    <a:pt x="40730" y="1008"/>
                    <a:pt x="40796" y="774"/>
                    <a:pt x="40696" y="574"/>
                  </a:cubicBezTo>
                  <a:cubicBezTo>
                    <a:pt x="40645" y="421"/>
                    <a:pt x="40496" y="307"/>
                    <a:pt x="40339" y="307"/>
                  </a:cubicBezTo>
                  <a:cubicBezTo>
                    <a:pt x="40291" y="307"/>
                    <a:pt x="40243" y="317"/>
                    <a:pt x="40196" y="341"/>
                  </a:cubicBezTo>
                  <a:cubicBezTo>
                    <a:pt x="40029" y="1375"/>
                    <a:pt x="39395" y="2175"/>
                    <a:pt x="38862" y="3043"/>
                  </a:cubicBezTo>
                  <a:cubicBezTo>
                    <a:pt x="38828" y="3076"/>
                    <a:pt x="38828" y="3109"/>
                    <a:pt x="38795" y="3176"/>
                  </a:cubicBezTo>
                  <a:cubicBezTo>
                    <a:pt x="38461" y="3710"/>
                    <a:pt x="38161" y="4244"/>
                    <a:pt x="37994" y="4877"/>
                  </a:cubicBezTo>
                  <a:cubicBezTo>
                    <a:pt x="37828" y="5411"/>
                    <a:pt x="38028" y="6045"/>
                    <a:pt x="37828" y="6445"/>
                  </a:cubicBezTo>
                  <a:cubicBezTo>
                    <a:pt x="37494" y="7079"/>
                    <a:pt x="36994" y="7679"/>
                    <a:pt x="36560" y="8246"/>
                  </a:cubicBezTo>
                  <a:cubicBezTo>
                    <a:pt x="36193" y="8847"/>
                    <a:pt x="35793" y="9447"/>
                    <a:pt x="35359" y="10048"/>
                  </a:cubicBezTo>
                  <a:cubicBezTo>
                    <a:pt x="33691" y="12416"/>
                    <a:pt x="32057" y="14851"/>
                    <a:pt x="30456" y="17220"/>
                  </a:cubicBezTo>
                  <a:cubicBezTo>
                    <a:pt x="29121" y="19088"/>
                    <a:pt x="27954" y="20855"/>
                    <a:pt x="26586" y="22723"/>
                  </a:cubicBezTo>
                  <a:cubicBezTo>
                    <a:pt x="26219" y="23190"/>
                    <a:pt x="25852" y="23624"/>
                    <a:pt x="25385" y="23958"/>
                  </a:cubicBezTo>
                  <a:cubicBezTo>
                    <a:pt x="25285" y="24058"/>
                    <a:pt x="25018" y="24124"/>
                    <a:pt x="24718" y="24225"/>
                  </a:cubicBezTo>
                  <a:lnTo>
                    <a:pt x="24718" y="21756"/>
                  </a:lnTo>
                  <a:cubicBezTo>
                    <a:pt x="24918" y="21589"/>
                    <a:pt x="25018" y="21423"/>
                    <a:pt x="25152" y="21222"/>
                  </a:cubicBezTo>
                  <a:cubicBezTo>
                    <a:pt x="25686" y="20355"/>
                    <a:pt x="25852" y="19288"/>
                    <a:pt x="25986" y="18287"/>
                  </a:cubicBezTo>
                  <a:cubicBezTo>
                    <a:pt x="26119" y="17586"/>
                    <a:pt x="26186" y="16853"/>
                    <a:pt x="26153" y="16119"/>
                  </a:cubicBezTo>
                  <a:cubicBezTo>
                    <a:pt x="26119" y="15385"/>
                    <a:pt x="25919" y="14684"/>
                    <a:pt x="25452" y="14084"/>
                  </a:cubicBezTo>
                  <a:cubicBezTo>
                    <a:pt x="25018" y="13517"/>
                    <a:pt x="23717" y="12950"/>
                    <a:pt x="23017" y="12950"/>
                  </a:cubicBezTo>
                  <a:cubicBezTo>
                    <a:pt x="22283" y="12950"/>
                    <a:pt x="20982" y="13550"/>
                    <a:pt x="20515" y="14084"/>
                  </a:cubicBezTo>
                  <a:cubicBezTo>
                    <a:pt x="20082" y="14684"/>
                    <a:pt x="19848" y="15418"/>
                    <a:pt x="19815" y="16119"/>
                  </a:cubicBezTo>
                  <a:cubicBezTo>
                    <a:pt x="19781" y="16853"/>
                    <a:pt x="19915" y="17586"/>
                    <a:pt x="19981" y="18287"/>
                  </a:cubicBezTo>
                  <a:cubicBezTo>
                    <a:pt x="20148" y="19288"/>
                    <a:pt x="20282" y="20355"/>
                    <a:pt x="20815" y="21222"/>
                  </a:cubicBezTo>
                  <a:cubicBezTo>
                    <a:pt x="20949" y="21423"/>
                    <a:pt x="21082" y="21589"/>
                    <a:pt x="21249" y="21756"/>
                  </a:cubicBezTo>
                  <a:lnTo>
                    <a:pt x="21249" y="24225"/>
                  </a:lnTo>
                  <a:cubicBezTo>
                    <a:pt x="20949" y="24124"/>
                    <a:pt x="20682" y="24058"/>
                    <a:pt x="20582" y="23958"/>
                  </a:cubicBezTo>
                  <a:cubicBezTo>
                    <a:pt x="20115" y="23624"/>
                    <a:pt x="19748" y="23190"/>
                    <a:pt x="19414" y="22723"/>
                  </a:cubicBezTo>
                  <a:cubicBezTo>
                    <a:pt x="17980" y="20889"/>
                    <a:pt x="16846" y="19121"/>
                    <a:pt x="15512" y="17220"/>
                  </a:cubicBezTo>
                  <a:cubicBezTo>
                    <a:pt x="13844" y="14851"/>
                    <a:pt x="12209" y="12416"/>
                    <a:pt x="10608" y="10048"/>
                  </a:cubicBezTo>
                  <a:cubicBezTo>
                    <a:pt x="10208" y="9447"/>
                    <a:pt x="9808" y="8847"/>
                    <a:pt x="9374" y="8246"/>
                  </a:cubicBezTo>
                  <a:cubicBezTo>
                    <a:pt x="9007" y="7679"/>
                    <a:pt x="8473" y="7079"/>
                    <a:pt x="8173" y="6445"/>
                  </a:cubicBezTo>
                  <a:cubicBezTo>
                    <a:pt x="7973" y="6012"/>
                    <a:pt x="8140" y="5378"/>
                    <a:pt x="8006" y="4877"/>
                  </a:cubicBezTo>
                  <a:cubicBezTo>
                    <a:pt x="7839" y="4277"/>
                    <a:pt x="7539" y="3710"/>
                    <a:pt x="7206" y="3176"/>
                  </a:cubicBezTo>
                  <a:cubicBezTo>
                    <a:pt x="7172" y="3109"/>
                    <a:pt x="7172" y="3076"/>
                    <a:pt x="7139" y="3043"/>
                  </a:cubicBezTo>
                  <a:cubicBezTo>
                    <a:pt x="6639" y="2175"/>
                    <a:pt x="6005" y="1342"/>
                    <a:pt x="5805" y="341"/>
                  </a:cubicBezTo>
                  <a:cubicBezTo>
                    <a:pt x="5766" y="317"/>
                    <a:pt x="5721" y="307"/>
                    <a:pt x="5675" y="307"/>
                  </a:cubicBezTo>
                  <a:cubicBezTo>
                    <a:pt x="5524" y="307"/>
                    <a:pt x="5355" y="421"/>
                    <a:pt x="5304" y="574"/>
                  </a:cubicBezTo>
                  <a:cubicBezTo>
                    <a:pt x="5171" y="774"/>
                    <a:pt x="5238" y="1008"/>
                    <a:pt x="5304" y="1208"/>
                  </a:cubicBezTo>
                  <a:cubicBezTo>
                    <a:pt x="5371" y="1408"/>
                    <a:pt x="5471" y="1575"/>
                    <a:pt x="5538" y="1775"/>
                  </a:cubicBezTo>
                  <a:cubicBezTo>
                    <a:pt x="5638" y="2009"/>
                    <a:pt x="5738" y="2242"/>
                    <a:pt x="5605" y="2409"/>
                  </a:cubicBezTo>
                  <a:cubicBezTo>
                    <a:pt x="4937" y="1708"/>
                    <a:pt x="4270" y="1008"/>
                    <a:pt x="3503" y="374"/>
                  </a:cubicBezTo>
                  <a:cubicBezTo>
                    <a:pt x="3436" y="274"/>
                    <a:pt x="3303" y="207"/>
                    <a:pt x="3169" y="174"/>
                  </a:cubicBezTo>
                  <a:cubicBezTo>
                    <a:pt x="3109" y="144"/>
                    <a:pt x="3043" y="128"/>
                    <a:pt x="2981" y="128"/>
                  </a:cubicBezTo>
                  <a:cubicBezTo>
                    <a:pt x="2906" y="128"/>
                    <a:pt x="2839" y="152"/>
                    <a:pt x="2803" y="207"/>
                  </a:cubicBezTo>
                  <a:cubicBezTo>
                    <a:pt x="2669" y="274"/>
                    <a:pt x="2636" y="541"/>
                    <a:pt x="2702" y="608"/>
                  </a:cubicBezTo>
                  <a:cubicBezTo>
                    <a:pt x="2290" y="250"/>
                    <a:pt x="1719" y="6"/>
                    <a:pt x="1157" y="6"/>
                  </a:cubicBezTo>
                  <a:cubicBezTo>
                    <a:pt x="1038" y="6"/>
                    <a:pt x="918" y="17"/>
                    <a:pt x="801" y="41"/>
                  </a:cubicBezTo>
                  <a:cubicBezTo>
                    <a:pt x="534" y="274"/>
                    <a:pt x="501" y="875"/>
                    <a:pt x="801" y="1108"/>
                  </a:cubicBezTo>
                  <a:cubicBezTo>
                    <a:pt x="634" y="1008"/>
                    <a:pt x="468" y="908"/>
                    <a:pt x="267" y="908"/>
                  </a:cubicBezTo>
                  <a:cubicBezTo>
                    <a:pt x="34" y="908"/>
                    <a:pt x="1" y="1175"/>
                    <a:pt x="34" y="1375"/>
                  </a:cubicBezTo>
                  <a:cubicBezTo>
                    <a:pt x="1001" y="2009"/>
                    <a:pt x="2102" y="2576"/>
                    <a:pt x="2836" y="3410"/>
                  </a:cubicBezTo>
                  <a:cubicBezTo>
                    <a:pt x="3837" y="4510"/>
                    <a:pt x="5304" y="5545"/>
                    <a:pt x="5871" y="6912"/>
                  </a:cubicBezTo>
                  <a:cubicBezTo>
                    <a:pt x="7306" y="10381"/>
                    <a:pt x="9374" y="13617"/>
                    <a:pt x="11942" y="16386"/>
                  </a:cubicBezTo>
                  <a:cubicBezTo>
                    <a:pt x="13477" y="18087"/>
                    <a:pt x="14311" y="20255"/>
                    <a:pt x="15011" y="22523"/>
                  </a:cubicBezTo>
                  <a:cubicBezTo>
                    <a:pt x="15645" y="24458"/>
                    <a:pt x="16145" y="26560"/>
                    <a:pt x="16979" y="28428"/>
                  </a:cubicBezTo>
                  <a:cubicBezTo>
                    <a:pt x="17847" y="30429"/>
                    <a:pt x="17613" y="32697"/>
                    <a:pt x="18047" y="34765"/>
                  </a:cubicBezTo>
                  <a:cubicBezTo>
                    <a:pt x="18314" y="35933"/>
                    <a:pt x="18681" y="36934"/>
                    <a:pt x="18681" y="38135"/>
                  </a:cubicBezTo>
                  <a:cubicBezTo>
                    <a:pt x="18647" y="39369"/>
                    <a:pt x="18480" y="40570"/>
                    <a:pt x="18280" y="41737"/>
                  </a:cubicBezTo>
                  <a:cubicBezTo>
                    <a:pt x="17813" y="44105"/>
                    <a:pt x="17213" y="46541"/>
                    <a:pt x="16979" y="48942"/>
                  </a:cubicBezTo>
                  <a:cubicBezTo>
                    <a:pt x="16679" y="51344"/>
                    <a:pt x="16712" y="53846"/>
                    <a:pt x="17513" y="56214"/>
                  </a:cubicBezTo>
                  <a:cubicBezTo>
                    <a:pt x="20315" y="64487"/>
                    <a:pt x="18981" y="73560"/>
                    <a:pt x="20715" y="82133"/>
                  </a:cubicBezTo>
                  <a:lnTo>
                    <a:pt x="25452" y="82133"/>
                  </a:lnTo>
                  <a:cubicBezTo>
                    <a:pt x="27187" y="73560"/>
                    <a:pt x="25852" y="64487"/>
                    <a:pt x="28654" y="56214"/>
                  </a:cubicBezTo>
                  <a:cubicBezTo>
                    <a:pt x="29388" y="53879"/>
                    <a:pt x="29488" y="51377"/>
                    <a:pt x="29188" y="48942"/>
                  </a:cubicBezTo>
                  <a:cubicBezTo>
                    <a:pt x="28888" y="46541"/>
                    <a:pt x="28354" y="44139"/>
                    <a:pt x="27887" y="41737"/>
                  </a:cubicBezTo>
                  <a:cubicBezTo>
                    <a:pt x="27654" y="40570"/>
                    <a:pt x="27487" y="39335"/>
                    <a:pt x="27487" y="38135"/>
                  </a:cubicBezTo>
                  <a:cubicBezTo>
                    <a:pt x="27487" y="36934"/>
                    <a:pt x="27854" y="35933"/>
                    <a:pt x="28121" y="34765"/>
                  </a:cubicBezTo>
                  <a:cubicBezTo>
                    <a:pt x="28554" y="32697"/>
                    <a:pt x="28321" y="30429"/>
                    <a:pt x="29188" y="28428"/>
                  </a:cubicBezTo>
                  <a:cubicBezTo>
                    <a:pt x="30956" y="24425"/>
                    <a:pt x="31290" y="19588"/>
                    <a:pt x="34258" y="16386"/>
                  </a:cubicBezTo>
                  <a:cubicBezTo>
                    <a:pt x="36827" y="13617"/>
                    <a:pt x="38862" y="10415"/>
                    <a:pt x="40296" y="6912"/>
                  </a:cubicBezTo>
                  <a:cubicBezTo>
                    <a:pt x="40863" y="5545"/>
                    <a:pt x="42331" y="4510"/>
                    <a:pt x="43331" y="3410"/>
                  </a:cubicBezTo>
                  <a:cubicBezTo>
                    <a:pt x="44132" y="2576"/>
                    <a:pt x="45199" y="2009"/>
                    <a:pt x="46133" y="1375"/>
                  </a:cubicBezTo>
                  <a:cubicBezTo>
                    <a:pt x="46167" y="1208"/>
                    <a:pt x="46133" y="941"/>
                    <a:pt x="45700" y="908"/>
                  </a:cubicBezTo>
                  <a:cubicBezTo>
                    <a:pt x="45500" y="908"/>
                    <a:pt x="45333" y="1008"/>
                    <a:pt x="45166" y="1108"/>
                  </a:cubicBezTo>
                  <a:cubicBezTo>
                    <a:pt x="45400" y="875"/>
                    <a:pt x="45400" y="341"/>
                    <a:pt x="45166" y="41"/>
                  </a:cubicBezTo>
                  <a:cubicBezTo>
                    <a:pt x="45031" y="14"/>
                    <a:pt x="44892" y="0"/>
                    <a:pt x="447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9" name="Google Shape;7309;p60">
              <a:extLst>
                <a:ext uri="{FF2B5EF4-FFF2-40B4-BE49-F238E27FC236}">
                  <a16:creationId xmlns:a16="http://schemas.microsoft.com/office/drawing/2014/main" id="{87927C0B-3684-5AAA-8429-17DAAEA51D2D}"/>
                </a:ext>
              </a:extLst>
            </p:cNvPr>
            <p:cNvSpPr/>
            <p:nvPr/>
          </p:nvSpPr>
          <p:spPr>
            <a:xfrm>
              <a:off x="4356156" y="2700249"/>
              <a:ext cx="212837" cy="1382826"/>
            </a:xfrm>
            <a:custGeom>
              <a:avLst/>
              <a:gdLst/>
              <a:ahLst/>
              <a:cxnLst/>
              <a:rect l="l" t="t" r="r" b="b"/>
              <a:pathLst>
                <a:path w="9175" h="59611" extrusionOk="0">
                  <a:moveTo>
                    <a:pt x="1" y="1"/>
                  </a:moveTo>
                  <a:lnTo>
                    <a:pt x="1" y="1"/>
                  </a:lnTo>
                  <a:cubicBezTo>
                    <a:pt x="601" y="1969"/>
                    <a:pt x="1102" y="4037"/>
                    <a:pt x="1936" y="5905"/>
                  </a:cubicBezTo>
                  <a:cubicBezTo>
                    <a:pt x="2836" y="7906"/>
                    <a:pt x="2569" y="10175"/>
                    <a:pt x="3036" y="12243"/>
                  </a:cubicBezTo>
                  <a:cubicBezTo>
                    <a:pt x="3270" y="13410"/>
                    <a:pt x="3670" y="14411"/>
                    <a:pt x="3670" y="15645"/>
                  </a:cubicBezTo>
                  <a:cubicBezTo>
                    <a:pt x="3604" y="16846"/>
                    <a:pt x="3437" y="18047"/>
                    <a:pt x="3237" y="19214"/>
                  </a:cubicBezTo>
                  <a:cubicBezTo>
                    <a:pt x="2770" y="21583"/>
                    <a:pt x="2203" y="24018"/>
                    <a:pt x="1936" y="26420"/>
                  </a:cubicBezTo>
                  <a:cubicBezTo>
                    <a:pt x="1669" y="28855"/>
                    <a:pt x="1702" y="31356"/>
                    <a:pt x="2503" y="33691"/>
                  </a:cubicBezTo>
                  <a:cubicBezTo>
                    <a:pt x="5271" y="41997"/>
                    <a:pt x="3937" y="51037"/>
                    <a:pt x="5705" y="59610"/>
                  </a:cubicBezTo>
                  <a:lnTo>
                    <a:pt x="6772" y="59610"/>
                  </a:lnTo>
                  <a:cubicBezTo>
                    <a:pt x="6606" y="52605"/>
                    <a:pt x="9174" y="44733"/>
                    <a:pt x="5905" y="38595"/>
                  </a:cubicBezTo>
                  <a:cubicBezTo>
                    <a:pt x="3237" y="33658"/>
                    <a:pt x="2569" y="27587"/>
                    <a:pt x="4104" y="22183"/>
                  </a:cubicBezTo>
                  <a:cubicBezTo>
                    <a:pt x="4671" y="20082"/>
                    <a:pt x="5572" y="18047"/>
                    <a:pt x="5405" y="15912"/>
                  </a:cubicBezTo>
                  <a:cubicBezTo>
                    <a:pt x="5338" y="14511"/>
                    <a:pt x="4771" y="13177"/>
                    <a:pt x="4571" y="11809"/>
                  </a:cubicBezTo>
                  <a:cubicBezTo>
                    <a:pt x="4371" y="10408"/>
                    <a:pt x="4538" y="9040"/>
                    <a:pt x="4337" y="7673"/>
                  </a:cubicBezTo>
                  <a:cubicBezTo>
                    <a:pt x="3870" y="4704"/>
                    <a:pt x="1936" y="2236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0" name="Google Shape;7310;p60">
              <a:extLst>
                <a:ext uri="{FF2B5EF4-FFF2-40B4-BE49-F238E27FC236}">
                  <a16:creationId xmlns:a16="http://schemas.microsoft.com/office/drawing/2014/main" id="{414185B6-7232-3486-06D4-AD6D004A45A8}"/>
                </a:ext>
              </a:extLst>
            </p:cNvPr>
            <p:cNvSpPr/>
            <p:nvPr/>
          </p:nvSpPr>
          <p:spPr>
            <a:xfrm>
              <a:off x="4288071" y="4083051"/>
              <a:ext cx="509951" cy="229052"/>
            </a:xfrm>
            <a:custGeom>
              <a:avLst/>
              <a:gdLst/>
              <a:ahLst/>
              <a:cxnLst/>
              <a:rect l="l" t="t" r="r" b="b"/>
              <a:pathLst>
                <a:path w="21983" h="9874" extrusionOk="0">
                  <a:moveTo>
                    <a:pt x="1" y="0"/>
                  </a:moveTo>
                  <a:lnTo>
                    <a:pt x="1" y="9874"/>
                  </a:lnTo>
                  <a:lnTo>
                    <a:pt x="21983" y="9874"/>
                  </a:lnTo>
                  <a:lnTo>
                    <a:pt x="219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1" name="Google Shape;7311;p60">
              <a:extLst>
                <a:ext uri="{FF2B5EF4-FFF2-40B4-BE49-F238E27FC236}">
                  <a16:creationId xmlns:a16="http://schemas.microsoft.com/office/drawing/2014/main" id="{06D4D75B-BF72-98FE-9EB0-3FA8BA55A95B}"/>
                </a:ext>
              </a:extLst>
            </p:cNvPr>
            <p:cNvSpPr/>
            <p:nvPr/>
          </p:nvSpPr>
          <p:spPr>
            <a:xfrm>
              <a:off x="4199086" y="4312869"/>
              <a:ext cx="687156" cy="125359"/>
            </a:xfrm>
            <a:custGeom>
              <a:avLst/>
              <a:gdLst/>
              <a:ahLst/>
              <a:cxnLst/>
              <a:rect l="l" t="t" r="r" b="b"/>
              <a:pathLst>
                <a:path w="29622" h="5404" extrusionOk="0">
                  <a:moveTo>
                    <a:pt x="3837" y="0"/>
                  </a:moveTo>
                  <a:cubicBezTo>
                    <a:pt x="0" y="0"/>
                    <a:pt x="367" y="5404"/>
                    <a:pt x="367" y="5404"/>
                  </a:cubicBezTo>
                  <a:lnTo>
                    <a:pt x="29321" y="5404"/>
                  </a:lnTo>
                  <a:cubicBezTo>
                    <a:pt x="29288" y="5404"/>
                    <a:pt x="29622" y="0"/>
                    <a:pt x="257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2" name="Google Shape;7312;p60">
              <a:extLst>
                <a:ext uri="{FF2B5EF4-FFF2-40B4-BE49-F238E27FC236}">
                  <a16:creationId xmlns:a16="http://schemas.microsoft.com/office/drawing/2014/main" id="{9D36462F-CD34-A609-9FFB-523F4C5C6E01}"/>
                </a:ext>
              </a:extLst>
            </p:cNvPr>
            <p:cNvSpPr/>
            <p:nvPr/>
          </p:nvSpPr>
          <p:spPr>
            <a:xfrm>
              <a:off x="4037353" y="1416522"/>
              <a:ext cx="1009834" cy="1009834"/>
            </a:xfrm>
            <a:custGeom>
              <a:avLst/>
              <a:gdLst/>
              <a:ahLst/>
              <a:cxnLst/>
              <a:rect l="l" t="t" r="r" b="b"/>
              <a:pathLst>
                <a:path w="43532" h="43532" extrusionOk="0">
                  <a:moveTo>
                    <a:pt x="21783" y="2769"/>
                  </a:moveTo>
                  <a:cubicBezTo>
                    <a:pt x="25019" y="2769"/>
                    <a:pt x="27654" y="5371"/>
                    <a:pt x="27654" y="8640"/>
                  </a:cubicBezTo>
                  <a:cubicBezTo>
                    <a:pt x="27654" y="11875"/>
                    <a:pt x="25019" y="14510"/>
                    <a:pt x="21783" y="14510"/>
                  </a:cubicBezTo>
                  <a:cubicBezTo>
                    <a:pt x="18514" y="14510"/>
                    <a:pt x="15912" y="11875"/>
                    <a:pt x="15912" y="8640"/>
                  </a:cubicBezTo>
                  <a:cubicBezTo>
                    <a:pt x="15912" y="5371"/>
                    <a:pt x="18514" y="2769"/>
                    <a:pt x="21783" y="2769"/>
                  </a:cubicBezTo>
                  <a:close/>
                  <a:moveTo>
                    <a:pt x="10634" y="8869"/>
                  </a:moveTo>
                  <a:cubicBezTo>
                    <a:pt x="11710" y="8869"/>
                    <a:pt x="12800" y="9161"/>
                    <a:pt x="13777" y="9774"/>
                  </a:cubicBezTo>
                  <a:cubicBezTo>
                    <a:pt x="16513" y="11508"/>
                    <a:pt x="17347" y="15144"/>
                    <a:pt x="15645" y="17880"/>
                  </a:cubicBezTo>
                  <a:cubicBezTo>
                    <a:pt x="14518" y="19679"/>
                    <a:pt x="12587" y="20661"/>
                    <a:pt x="10614" y="20661"/>
                  </a:cubicBezTo>
                  <a:cubicBezTo>
                    <a:pt x="9551" y="20661"/>
                    <a:pt x="8475" y="20376"/>
                    <a:pt x="7506" y="19781"/>
                  </a:cubicBezTo>
                  <a:cubicBezTo>
                    <a:pt x="4738" y="18046"/>
                    <a:pt x="3904" y="14444"/>
                    <a:pt x="5638" y="11642"/>
                  </a:cubicBezTo>
                  <a:cubicBezTo>
                    <a:pt x="6739" y="9851"/>
                    <a:pt x="8663" y="8869"/>
                    <a:pt x="10634" y="8869"/>
                  </a:cubicBezTo>
                  <a:close/>
                  <a:moveTo>
                    <a:pt x="33431" y="10102"/>
                  </a:moveTo>
                  <a:cubicBezTo>
                    <a:pt x="35610" y="10102"/>
                    <a:pt x="37696" y="11306"/>
                    <a:pt x="38695" y="13376"/>
                  </a:cubicBezTo>
                  <a:cubicBezTo>
                    <a:pt x="40163" y="16312"/>
                    <a:pt x="38962" y="19848"/>
                    <a:pt x="36027" y="21315"/>
                  </a:cubicBezTo>
                  <a:cubicBezTo>
                    <a:pt x="35197" y="21716"/>
                    <a:pt x="34315" y="21907"/>
                    <a:pt x="33445" y="21907"/>
                  </a:cubicBezTo>
                  <a:cubicBezTo>
                    <a:pt x="31274" y="21907"/>
                    <a:pt x="29178" y="20719"/>
                    <a:pt x="28154" y="18647"/>
                  </a:cubicBezTo>
                  <a:cubicBezTo>
                    <a:pt x="26720" y="15678"/>
                    <a:pt x="27921" y="12175"/>
                    <a:pt x="30823" y="10708"/>
                  </a:cubicBezTo>
                  <a:cubicBezTo>
                    <a:pt x="31664" y="10296"/>
                    <a:pt x="32555" y="10102"/>
                    <a:pt x="33431" y="10102"/>
                  </a:cubicBezTo>
                  <a:close/>
                  <a:moveTo>
                    <a:pt x="21783" y="17813"/>
                  </a:moveTo>
                  <a:cubicBezTo>
                    <a:pt x="23418" y="17813"/>
                    <a:pt x="24685" y="19147"/>
                    <a:pt x="24685" y="20715"/>
                  </a:cubicBezTo>
                  <a:cubicBezTo>
                    <a:pt x="24685" y="22349"/>
                    <a:pt x="23418" y="23650"/>
                    <a:pt x="21783" y="23650"/>
                  </a:cubicBezTo>
                  <a:cubicBezTo>
                    <a:pt x="20149" y="23650"/>
                    <a:pt x="18848" y="22349"/>
                    <a:pt x="18848" y="20715"/>
                  </a:cubicBezTo>
                  <a:cubicBezTo>
                    <a:pt x="18848" y="19114"/>
                    <a:pt x="20149" y="17813"/>
                    <a:pt x="21783" y="17813"/>
                  </a:cubicBezTo>
                  <a:close/>
                  <a:moveTo>
                    <a:pt x="10169" y="21975"/>
                  </a:moveTo>
                  <a:cubicBezTo>
                    <a:pt x="12321" y="21975"/>
                    <a:pt x="14379" y="23142"/>
                    <a:pt x="15412" y="25185"/>
                  </a:cubicBezTo>
                  <a:cubicBezTo>
                    <a:pt x="16913" y="28120"/>
                    <a:pt x="15745" y="31656"/>
                    <a:pt x="12810" y="33124"/>
                  </a:cubicBezTo>
                  <a:cubicBezTo>
                    <a:pt x="11968" y="33540"/>
                    <a:pt x="11069" y="33737"/>
                    <a:pt x="10183" y="33737"/>
                  </a:cubicBezTo>
                  <a:cubicBezTo>
                    <a:pt x="8016" y="33737"/>
                    <a:pt x="5922" y="32558"/>
                    <a:pt x="4904" y="30522"/>
                  </a:cubicBezTo>
                  <a:cubicBezTo>
                    <a:pt x="3437" y="27620"/>
                    <a:pt x="4604" y="24051"/>
                    <a:pt x="7473" y="22616"/>
                  </a:cubicBezTo>
                  <a:cubicBezTo>
                    <a:pt x="8342" y="22182"/>
                    <a:pt x="9264" y="21975"/>
                    <a:pt x="10169" y="21975"/>
                  </a:cubicBezTo>
                  <a:close/>
                  <a:moveTo>
                    <a:pt x="32962" y="23051"/>
                  </a:moveTo>
                  <a:cubicBezTo>
                    <a:pt x="34065" y="23051"/>
                    <a:pt x="35177" y="23362"/>
                    <a:pt x="36160" y="24017"/>
                  </a:cubicBezTo>
                  <a:cubicBezTo>
                    <a:pt x="38929" y="25819"/>
                    <a:pt x="39662" y="29421"/>
                    <a:pt x="37861" y="32190"/>
                  </a:cubicBezTo>
                  <a:cubicBezTo>
                    <a:pt x="36737" y="33908"/>
                    <a:pt x="34843" y="34858"/>
                    <a:pt x="32910" y="34858"/>
                  </a:cubicBezTo>
                  <a:cubicBezTo>
                    <a:pt x="31804" y="34858"/>
                    <a:pt x="30684" y="34547"/>
                    <a:pt x="29689" y="33891"/>
                  </a:cubicBezTo>
                  <a:cubicBezTo>
                    <a:pt x="26987" y="32123"/>
                    <a:pt x="26186" y="28454"/>
                    <a:pt x="27987" y="25718"/>
                  </a:cubicBezTo>
                  <a:cubicBezTo>
                    <a:pt x="29133" y="24000"/>
                    <a:pt x="31034" y="23051"/>
                    <a:pt x="32962" y="23051"/>
                  </a:cubicBezTo>
                  <a:close/>
                  <a:moveTo>
                    <a:pt x="21783" y="29054"/>
                  </a:moveTo>
                  <a:cubicBezTo>
                    <a:pt x="25019" y="29054"/>
                    <a:pt x="27654" y="31689"/>
                    <a:pt x="27654" y="34958"/>
                  </a:cubicBezTo>
                  <a:cubicBezTo>
                    <a:pt x="27687" y="38161"/>
                    <a:pt x="25019" y="40829"/>
                    <a:pt x="21783" y="40829"/>
                  </a:cubicBezTo>
                  <a:cubicBezTo>
                    <a:pt x="18514" y="40829"/>
                    <a:pt x="15912" y="38194"/>
                    <a:pt x="15912" y="34958"/>
                  </a:cubicBezTo>
                  <a:cubicBezTo>
                    <a:pt x="15912" y="31689"/>
                    <a:pt x="18514" y="29054"/>
                    <a:pt x="21783" y="29054"/>
                  </a:cubicBezTo>
                  <a:close/>
                  <a:moveTo>
                    <a:pt x="21783" y="0"/>
                  </a:moveTo>
                  <a:cubicBezTo>
                    <a:pt x="9774" y="0"/>
                    <a:pt x="1" y="9774"/>
                    <a:pt x="1" y="21782"/>
                  </a:cubicBezTo>
                  <a:cubicBezTo>
                    <a:pt x="1" y="33791"/>
                    <a:pt x="9741" y="43531"/>
                    <a:pt x="21783" y="43531"/>
                  </a:cubicBezTo>
                  <a:cubicBezTo>
                    <a:pt x="33825" y="43531"/>
                    <a:pt x="43532" y="33824"/>
                    <a:pt x="43532" y="21782"/>
                  </a:cubicBezTo>
                  <a:cubicBezTo>
                    <a:pt x="43532" y="9707"/>
                    <a:pt x="33792" y="0"/>
                    <a:pt x="21783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3" name="Google Shape;7313;p60">
              <a:extLst>
                <a:ext uri="{FF2B5EF4-FFF2-40B4-BE49-F238E27FC236}">
                  <a16:creationId xmlns:a16="http://schemas.microsoft.com/office/drawing/2014/main" id="{CD9B864A-4CE7-8BD4-E192-FD9B3C23245D}"/>
                </a:ext>
              </a:extLst>
            </p:cNvPr>
            <p:cNvSpPr/>
            <p:nvPr/>
          </p:nvSpPr>
          <p:spPr>
            <a:xfrm>
              <a:off x="4176654" y="1416522"/>
              <a:ext cx="870533" cy="869767"/>
            </a:xfrm>
            <a:custGeom>
              <a:avLst/>
              <a:gdLst/>
              <a:ahLst/>
              <a:cxnLst/>
              <a:rect l="l" t="t" r="r" b="b"/>
              <a:pathLst>
                <a:path w="37527" h="37494" extrusionOk="0">
                  <a:moveTo>
                    <a:pt x="15778" y="0"/>
                  </a:moveTo>
                  <a:cubicBezTo>
                    <a:pt x="9574" y="0"/>
                    <a:pt x="3970" y="2602"/>
                    <a:pt x="0" y="6772"/>
                  </a:cubicBezTo>
                  <a:cubicBezTo>
                    <a:pt x="3936" y="3036"/>
                    <a:pt x="9173" y="767"/>
                    <a:pt x="14977" y="767"/>
                  </a:cubicBezTo>
                  <a:cubicBezTo>
                    <a:pt x="26986" y="767"/>
                    <a:pt x="36760" y="10508"/>
                    <a:pt x="36760" y="22516"/>
                  </a:cubicBezTo>
                  <a:cubicBezTo>
                    <a:pt x="36760" y="28320"/>
                    <a:pt x="34458" y="33624"/>
                    <a:pt x="30755" y="37494"/>
                  </a:cubicBezTo>
                  <a:cubicBezTo>
                    <a:pt x="34925" y="33524"/>
                    <a:pt x="37494" y="27953"/>
                    <a:pt x="37494" y="21716"/>
                  </a:cubicBezTo>
                  <a:cubicBezTo>
                    <a:pt x="37527" y="9774"/>
                    <a:pt x="27787" y="0"/>
                    <a:pt x="157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4" name="Google Shape;7314;p60">
              <a:extLst>
                <a:ext uri="{FF2B5EF4-FFF2-40B4-BE49-F238E27FC236}">
                  <a16:creationId xmlns:a16="http://schemas.microsoft.com/office/drawing/2014/main" id="{4C26182E-DE93-9705-659B-B4F7E20DC1FE}"/>
                </a:ext>
              </a:extLst>
            </p:cNvPr>
            <p:cNvSpPr/>
            <p:nvPr/>
          </p:nvSpPr>
          <p:spPr>
            <a:xfrm>
              <a:off x="4368543" y="4083051"/>
              <a:ext cx="82050" cy="229052"/>
            </a:xfrm>
            <a:custGeom>
              <a:avLst/>
              <a:gdLst/>
              <a:ahLst/>
              <a:cxnLst/>
              <a:rect l="l" t="t" r="r" b="b"/>
              <a:pathLst>
                <a:path w="3537" h="9874" extrusionOk="0">
                  <a:moveTo>
                    <a:pt x="1" y="0"/>
                  </a:moveTo>
                  <a:lnTo>
                    <a:pt x="1" y="9874"/>
                  </a:lnTo>
                  <a:lnTo>
                    <a:pt x="3537" y="9874"/>
                  </a:lnTo>
                  <a:lnTo>
                    <a:pt x="353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5" name="Google Shape;7315;p60">
              <a:extLst>
                <a:ext uri="{FF2B5EF4-FFF2-40B4-BE49-F238E27FC236}">
                  <a16:creationId xmlns:a16="http://schemas.microsoft.com/office/drawing/2014/main" id="{BB01E8AE-43AA-7399-E797-CA36899EE1BD}"/>
                </a:ext>
              </a:extLst>
            </p:cNvPr>
            <p:cNvSpPr/>
            <p:nvPr/>
          </p:nvSpPr>
          <p:spPr>
            <a:xfrm>
              <a:off x="4296585" y="4312869"/>
              <a:ext cx="138535" cy="125359"/>
            </a:xfrm>
            <a:custGeom>
              <a:avLst/>
              <a:gdLst/>
              <a:ahLst/>
              <a:cxnLst/>
              <a:rect l="l" t="t" r="r" b="b"/>
              <a:pathLst>
                <a:path w="5972" h="5404" extrusionOk="0">
                  <a:moveTo>
                    <a:pt x="2269" y="0"/>
                  </a:moveTo>
                  <a:cubicBezTo>
                    <a:pt x="1802" y="167"/>
                    <a:pt x="1435" y="434"/>
                    <a:pt x="1101" y="834"/>
                  </a:cubicBezTo>
                  <a:cubicBezTo>
                    <a:pt x="534" y="1434"/>
                    <a:pt x="267" y="2335"/>
                    <a:pt x="134" y="3169"/>
                  </a:cubicBezTo>
                  <a:cubicBezTo>
                    <a:pt x="0" y="3903"/>
                    <a:pt x="0" y="4670"/>
                    <a:pt x="67" y="5404"/>
                  </a:cubicBezTo>
                  <a:lnTo>
                    <a:pt x="4137" y="5404"/>
                  </a:lnTo>
                  <a:cubicBezTo>
                    <a:pt x="4237" y="4670"/>
                    <a:pt x="4170" y="3903"/>
                    <a:pt x="4237" y="3202"/>
                  </a:cubicBezTo>
                  <a:cubicBezTo>
                    <a:pt x="4270" y="2435"/>
                    <a:pt x="4404" y="1601"/>
                    <a:pt x="4804" y="1001"/>
                  </a:cubicBezTo>
                  <a:cubicBezTo>
                    <a:pt x="5071" y="567"/>
                    <a:pt x="5504" y="167"/>
                    <a:pt x="59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6" name="Google Shape;7316;p60">
              <a:extLst>
                <a:ext uri="{FF2B5EF4-FFF2-40B4-BE49-F238E27FC236}">
                  <a16:creationId xmlns:a16="http://schemas.microsoft.com/office/drawing/2014/main" id="{1D554B15-8B31-0F3E-F0D3-4C14581B5DF5}"/>
                </a:ext>
              </a:extLst>
            </p:cNvPr>
            <p:cNvSpPr/>
            <p:nvPr/>
          </p:nvSpPr>
          <p:spPr>
            <a:xfrm>
              <a:off x="4443611" y="4312869"/>
              <a:ext cx="7748" cy="23"/>
            </a:xfrm>
            <a:custGeom>
              <a:avLst/>
              <a:gdLst/>
              <a:ahLst/>
              <a:cxnLst/>
              <a:rect l="l" t="t" r="r" b="b"/>
              <a:pathLst>
                <a:path w="334" h="1" extrusionOk="0">
                  <a:moveTo>
                    <a:pt x="33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2828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17" name="Google Shape;7317;p60">
            <a:extLst>
              <a:ext uri="{FF2B5EF4-FFF2-40B4-BE49-F238E27FC236}">
                <a16:creationId xmlns:a16="http://schemas.microsoft.com/office/drawing/2014/main" id="{1D6D40EB-668A-0077-05F1-6E2505FDEC12}"/>
              </a:ext>
            </a:extLst>
          </p:cNvPr>
          <p:cNvGrpSpPr/>
          <p:nvPr/>
        </p:nvGrpSpPr>
        <p:grpSpPr>
          <a:xfrm>
            <a:off x="2639346" y="3502951"/>
            <a:ext cx="3865309" cy="996007"/>
            <a:chOff x="2245230" y="3373463"/>
            <a:chExt cx="4663741" cy="1201746"/>
          </a:xfrm>
        </p:grpSpPr>
        <p:sp>
          <p:nvSpPr>
            <p:cNvPr id="7318" name="Google Shape;7318;p60">
              <a:extLst>
                <a:ext uri="{FF2B5EF4-FFF2-40B4-BE49-F238E27FC236}">
                  <a16:creationId xmlns:a16="http://schemas.microsoft.com/office/drawing/2014/main" id="{FDB208FD-08CA-4CDB-6468-ECE57613D340}"/>
                </a:ext>
              </a:extLst>
            </p:cNvPr>
            <p:cNvSpPr/>
            <p:nvPr/>
          </p:nvSpPr>
          <p:spPr>
            <a:xfrm>
              <a:off x="6685324" y="3560713"/>
              <a:ext cx="61914" cy="986636"/>
            </a:xfrm>
            <a:custGeom>
              <a:avLst/>
              <a:gdLst/>
              <a:ahLst/>
              <a:cxnLst/>
              <a:rect l="l" t="t" r="r" b="b"/>
              <a:pathLst>
                <a:path w="2669" h="42532" extrusionOk="0">
                  <a:moveTo>
                    <a:pt x="0" y="1"/>
                  </a:moveTo>
                  <a:lnTo>
                    <a:pt x="0" y="42531"/>
                  </a:lnTo>
                  <a:lnTo>
                    <a:pt x="2669" y="42531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9" name="Google Shape;7319;p60">
              <a:extLst>
                <a:ext uri="{FF2B5EF4-FFF2-40B4-BE49-F238E27FC236}">
                  <a16:creationId xmlns:a16="http://schemas.microsoft.com/office/drawing/2014/main" id="{D623FC59-F07B-4C53-281E-740217443497}"/>
                </a:ext>
              </a:extLst>
            </p:cNvPr>
            <p:cNvSpPr/>
            <p:nvPr/>
          </p:nvSpPr>
          <p:spPr>
            <a:xfrm>
              <a:off x="2384508" y="3539047"/>
              <a:ext cx="20159" cy="6217"/>
            </a:xfrm>
            <a:custGeom>
              <a:avLst/>
              <a:gdLst/>
              <a:ahLst/>
              <a:cxnLst/>
              <a:rect l="l" t="t" r="r" b="b"/>
              <a:pathLst>
                <a:path w="869" h="268" extrusionOk="0">
                  <a:moveTo>
                    <a:pt x="1" y="1"/>
                  </a:moveTo>
                  <a:lnTo>
                    <a:pt x="1" y="268"/>
                  </a:lnTo>
                  <a:lnTo>
                    <a:pt x="868" y="268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0" name="Google Shape;7320;p60">
              <a:extLst>
                <a:ext uri="{FF2B5EF4-FFF2-40B4-BE49-F238E27FC236}">
                  <a16:creationId xmlns:a16="http://schemas.microsoft.com/office/drawing/2014/main" id="{0FD939BD-CDEE-8539-F764-58CB0DC1C007}"/>
                </a:ext>
              </a:extLst>
            </p:cNvPr>
            <p:cNvSpPr/>
            <p:nvPr/>
          </p:nvSpPr>
          <p:spPr>
            <a:xfrm>
              <a:off x="2348923" y="3524363"/>
              <a:ext cx="38717" cy="38693"/>
            </a:xfrm>
            <a:custGeom>
              <a:avLst/>
              <a:gdLst/>
              <a:ahLst/>
              <a:cxnLst/>
              <a:rect l="l" t="t" r="r" b="b"/>
              <a:pathLst>
                <a:path w="1669" h="1668" extrusionOk="0">
                  <a:moveTo>
                    <a:pt x="834" y="0"/>
                  </a:moveTo>
                  <a:cubicBezTo>
                    <a:pt x="367" y="0"/>
                    <a:pt x="1" y="367"/>
                    <a:pt x="1" y="834"/>
                  </a:cubicBezTo>
                  <a:cubicBezTo>
                    <a:pt x="1" y="1301"/>
                    <a:pt x="367" y="1668"/>
                    <a:pt x="834" y="1668"/>
                  </a:cubicBezTo>
                  <a:cubicBezTo>
                    <a:pt x="1301" y="1668"/>
                    <a:pt x="1668" y="1301"/>
                    <a:pt x="1668" y="834"/>
                  </a:cubicBezTo>
                  <a:cubicBezTo>
                    <a:pt x="1668" y="367"/>
                    <a:pt x="1301" y="0"/>
                    <a:pt x="834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1" name="Google Shape;7321;p60">
              <a:extLst>
                <a:ext uri="{FF2B5EF4-FFF2-40B4-BE49-F238E27FC236}">
                  <a16:creationId xmlns:a16="http://schemas.microsoft.com/office/drawing/2014/main" id="{40D5A956-B01E-8709-D90C-E0EE22473BD4}"/>
                </a:ext>
              </a:extLst>
            </p:cNvPr>
            <p:cNvSpPr/>
            <p:nvPr/>
          </p:nvSpPr>
          <p:spPr>
            <a:xfrm>
              <a:off x="3806004" y="3539047"/>
              <a:ext cx="20901" cy="6217"/>
            </a:xfrm>
            <a:custGeom>
              <a:avLst/>
              <a:gdLst/>
              <a:ahLst/>
              <a:cxnLst/>
              <a:rect l="l" t="t" r="r" b="b"/>
              <a:pathLst>
                <a:path w="901" h="268" extrusionOk="0">
                  <a:moveTo>
                    <a:pt x="0" y="1"/>
                  </a:moveTo>
                  <a:lnTo>
                    <a:pt x="0" y="268"/>
                  </a:lnTo>
                  <a:lnTo>
                    <a:pt x="901" y="268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2" name="Google Shape;7322;p60">
              <a:extLst>
                <a:ext uri="{FF2B5EF4-FFF2-40B4-BE49-F238E27FC236}">
                  <a16:creationId xmlns:a16="http://schemas.microsoft.com/office/drawing/2014/main" id="{DA416C0A-9AC4-2BDB-C7EA-CAEC51641546}"/>
                </a:ext>
              </a:extLst>
            </p:cNvPr>
            <p:cNvSpPr/>
            <p:nvPr/>
          </p:nvSpPr>
          <p:spPr>
            <a:xfrm>
              <a:off x="2512975" y="3542921"/>
              <a:ext cx="1272151" cy="224436"/>
            </a:xfrm>
            <a:custGeom>
              <a:avLst/>
              <a:gdLst/>
              <a:ahLst/>
              <a:cxnLst/>
              <a:rect l="l" t="t" r="r" b="b"/>
              <a:pathLst>
                <a:path w="54840" h="9675" extrusionOk="0">
                  <a:moveTo>
                    <a:pt x="934" y="1"/>
                  </a:moveTo>
                  <a:lnTo>
                    <a:pt x="0" y="1368"/>
                  </a:lnTo>
                  <a:cubicBezTo>
                    <a:pt x="8073" y="6672"/>
                    <a:pt x="17813" y="9574"/>
                    <a:pt x="27453" y="9674"/>
                  </a:cubicBezTo>
                  <a:cubicBezTo>
                    <a:pt x="37093" y="9608"/>
                    <a:pt x="46800" y="6639"/>
                    <a:pt x="54839" y="1368"/>
                  </a:cubicBezTo>
                  <a:lnTo>
                    <a:pt x="53939" y="1"/>
                  </a:lnTo>
                  <a:cubicBezTo>
                    <a:pt x="46167" y="5071"/>
                    <a:pt x="36760" y="7906"/>
                    <a:pt x="27453" y="8006"/>
                  </a:cubicBezTo>
                  <a:cubicBezTo>
                    <a:pt x="18113" y="7940"/>
                    <a:pt x="8740" y="5071"/>
                    <a:pt x="9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3" name="Google Shape;7323;p60">
              <a:extLst>
                <a:ext uri="{FF2B5EF4-FFF2-40B4-BE49-F238E27FC236}">
                  <a16:creationId xmlns:a16="http://schemas.microsoft.com/office/drawing/2014/main" id="{038C5EE8-CE6C-AEE8-3A31-B493718B5AD6}"/>
                </a:ext>
              </a:extLst>
            </p:cNvPr>
            <p:cNvSpPr/>
            <p:nvPr/>
          </p:nvSpPr>
          <p:spPr>
            <a:xfrm>
              <a:off x="3770396" y="3529002"/>
              <a:ext cx="38717" cy="38717"/>
            </a:xfrm>
            <a:custGeom>
              <a:avLst/>
              <a:gdLst/>
              <a:ahLst/>
              <a:cxnLst/>
              <a:rect l="l" t="t" r="r" b="b"/>
              <a:pathLst>
                <a:path w="1669" h="1669" extrusionOk="0">
                  <a:moveTo>
                    <a:pt x="835" y="0"/>
                  </a:moveTo>
                  <a:cubicBezTo>
                    <a:pt x="368" y="0"/>
                    <a:pt x="1" y="367"/>
                    <a:pt x="1" y="834"/>
                  </a:cubicBezTo>
                  <a:cubicBezTo>
                    <a:pt x="1" y="1301"/>
                    <a:pt x="368" y="1668"/>
                    <a:pt x="835" y="1668"/>
                  </a:cubicBezTo>
                  <a:cubicBezTo>
                    <a:pt x="1302" y="1668"/>
                    <a:pt x="1668" y="1301"/>
                    <a:pt x="1668" y="834"/>
                  </a:cubicBezTo>
                  <a:cubicBezTo>
                    <a:pt x="1668" y="367"/>
                    <a:pt x="1302" y="0"/>
                    <a:pt x="835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4" name="Google Shape;7324;p60">
              <a:extLst>
                <a:ext uri="{FF2B5EF4-FFF2-40B4-BE49-F238E27FC236}">
                  <a16:creationId xmlns:a16="http://schemas.microsoft.com/office/drawing/2014/main" id="{34DFF386-773E-9C1C-FF4A-6A66CC16A780}"/>
                </a:ext>
              </a:extLst>
            </p:cNvPr>
            <p:cNvSpPr/>
            <p:nvPr/>
          </p:nvSpPr>
          <p:spPr>
            <a:xfrm>
              <a:off x="2474282" y="3539047"/>
              <a:ext cx="20135" cy="6217"/>
            </a:xfrm>
            <a:custGeom>
              <a:avLst/>
              <a:gdLst/>
              <a:ahLst/>
              <a:cxnLst/>
              <a:rect l="l" t="t" r="r" b="b"/>
              <a:pathLst>
                <a:path w="868" h="268" extrusionOk="0">
                  <a:moveTo>
                    <a:pt x="0" y="1"/>
                  </a:moveTo>
                  <a:lnTo>
                    <a:pt x="0" y="268"/>
                  </a:lnTo>
                  <a:lnTo>
                    <a:pt x="868" y="268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5" name="Google Shape;7325;p60">
              <a:extLst>
                <a:ext uri="{FF2B5EF4-FFF2-40B4-BE49-F238E27FC236}">
                  <a16:creationId xmlns:a16="http://schemas.microsoft.com/office/drawing/2014/main" id="{6A398ACF-15E7-1A6C-65C8-1DFBC36B321D}"/>
                </a:ext>
              </a:extLst>
            </p:cNvPr>
            <p:cNvSpPr/>
            <p:nvPr/>
          </p:nvSpPr>
          <p:spPr>
            <a:xfrm>
              <a:off x="2492075" y="3524363"/>
              <a:ext cx="38717" cy="38693"/>
            </a:xfrm>
            <a:custGeom>
              <a:avLst/>
              <a:gdLst/>
              <a:ahLst/>
              <a:cxnLst/>
              <a:rect l="l" t="t" r="r" b="b"/>
              <a:pathLst>
                <a:path w="1669" h="1668" extrusionOk="0">
                  <a:moveTo>
                    <a:pt x="835" y="0"/>
                  </a:moveTo>
                  <a:cubicBezTo>
                    <a:pt x="368" y="0"/>
                    <a:pt x="1" y="367"/>
                    <a:pt x="1" y="834"/>
                  </a:cubicBezTo>
                  <a:cubicBezTo>
                    <a:pt x="1" y="1301"/>
                    <a:pt x="368" y="1668"/>
                    <a:pt x="835" y="1668"/>
                  </a:cubicBezTo>
                  <a:cubicBezTo>
                    <a:pt x="1302" y="1668"/>
                    <a:pt x="1668" y="1301"/>
                    <a:pt x="1668" y="834"/>
                  </a:cubicBezTo>
                  <a:cubicBezTo>
                    <a:pt x="1668" y="367"/>
                    <a:pt x="1302" y="0"/>
                    <a:pt x="835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6" name="Google Shape;7326;p60">
              <a:extLst>
                <a:ext uri="{FF2B5EF4-FFF2-40B4-BE49-F238E27FC236}">
                  <a16:creationId xmlns:a16="http://schemas.microsoft.com/office/drawing/2014/main" id="{5905708C-9520-64EE-F4B5-CB143E5E7DD8}"/>
                </a:ext>
              </a:extLst>
            </p:cNvPr>
            <p:cNvSpPr/>
            <p:nvPr/>
          </p:nvSpPr>
          <p:spPr>
            <a:xfrm>
              <a:off x="6750324" y="3539047"/>
              <a:ext cx="20135" cy="6217"/>
            </a:xfrm>
            <a:custGeom>
              <a:avLst/>
              <a:gdLst/>
              <a:ahLst/>
              <a:cxnLst/>
              <a:rect l="l" t="t" r="r" b="b"/>
              <a:pathLst>
                <a:path w="868" h="268" extrusionOk="0">
                  <a:moveTo>
                    <a:pt x="0" y="1"/>
                  </a:moveTo>
                  <a:lnTo>
                    <a:pt x="0" y="268"/>
                  </a:lnTo>
                  <a:lnTo>
                    <a:pt x="867" y="268"/>
                  </a:lnTo>
                  <a:lnTo>
                    <a:pt x="867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7" name="Google Shape;7327;p60">
              <a:extLst>
                <a:ext uri="{FF2B5EF4-FFF2-40B4-BE49-F238E27FC236}">
                  <a16:creationId xmlns:a16="http://schemas.microsoft.com/office/drawing/2014/main" id="{823F9BFE-209E-BA0A-3517-7675F49A2330}"/>
                </a:ext>
              </a:extLst>
            </p:cNvPr>
            <p:cNvSpPr/>
            <p:nvPr/>
          </p:nvSpPr>
          <p:spPr>
            <a:xfrm>
              <a:off x="6767327" y="3524363"/>
              <a:ext cx="38717" cy="38693"/>
            </a:xfrm>
            <a:custGeom>
              <a:avLst/>
              <a:gdLst/>
              <a:ahLst/>
              <a:cxnLst/>
              <a:rect l="l" t="t" r="r" b="b"/>
              <a:pathLst>
                <a:path w="1669" h="1668" extrusionOk="0">
                  <a:moveTo>
                    <a:pt x="835" y="0"/>
                  </a:moveTo>
                  <a:cubicBezTo>
                    <a:pt x="368" y="0"/>
                    <a:pt x="1" y="367"/>
                    <a:pt x="1" y="834"/>
                  </a:cubicBezTo>
                  <a:cubicBezTo>
                    <a:pt x="1" y="1301"/>
                    <a:pt x="368" y="1668"/>
                    <a:pt x="835" y="1668"/>
                  </a:cubicBezTo>
                  <a:cubicBezTo>
                    <a:pt x="1302" y="1668"/>
                    <a:pt x="1669" y="1301"/>
                    <a:pt x="1669" y="834"/>
                  </a:cubicBezTo>
                  <a:cubicBezTo>
                    <a:pt x="1669" y="367"/>
                    <a:pt x="1302" y="0"/>
                    <a:pt x="835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8" name="Google Shape;7328;p60">
              <a:extLst>
                <a:ext uri="{FF2B5EF4-FFF2-40B4-BE49-F238E27FC236}">
                  <a16:creationId xmlns:a16="http://schemas.microsoft.com/office/drawing/2014/main" id="{204E1BAA-F391-5D9D-EACF-853A86368593}"/>
                </a:ext>
              </a:extLst>
            </p:cNvPr>
            <p:cNvSpPr/>
            <p:nvPr/>
          </p:nvSpPr>
          <p:spPr>
            <a:xfrm>
              <a:off x="5328062" y="3539047"/>
              <a:ext cx="20924" cy="6217"/>
            </a:xfrm>
            <a:custGeom>
              <a:avLst/>
              <a:gdLst/>
              <a:ahLst/>
              <a:cxnLst/>
              <a:rect l="l" t="t" r="r" b="b"/>
              <a:pathLst>
                <a:path w="902" h="268" extrusionOk="0">
                  <a:moveTo>
                    <a:pt x="1" y="1"/>
                  </a:moveTo>
                  <a:lnTo>
                    <a:pt x="1" y="268"/>
                  </a:lnTo>
                  <a:lnTo>
                    <a:pt x="901" y="268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9" name="Google Shape;7329;p60">
              <a:extLst>
                <a:ext uri="{FF2B5EF4-FFF2-40B4-BE49-F238E27FC236}">
                  <a16:creationId xmlns:a16="http://schemas.microsoft.com/office/drawing/2014/main" id="{060AF67D-23FB-D020-6D08-FFFBD86DBD35}"/>
                </a:ext>
              </a:extLst>
            </p:cNvPr>
            <p:cNvSpPr/>
            <p:nvPr/>
          </p:nvSpPr>
          <p:spPr>
            <a:xfrm>
              <a:off x="5368309" y="3542921"/>
              <a:ext cx="1272151" cy="224436"/>
            </a:xfrm>
            <a:custGeom>
              <a:avLst/>
              <a:gdLst/>
              <a:ahLst/>
              <a:cxnLst/>
              <a:rect l="l" t="t" r="r" b="b"/>
              <a:pathLst>
                <a:path w="54840" h="9675" extrusionOk="0">
                  <a:moveTo>
                    <a:pt x="934" y="1"/>
                  </a:moveTo>
                  <a:lnTo>
                    <a:pt x="0" y="1368"/>
                  </a:lnTo>
                  <a:cubicBezTo>
                    <a:pt x="8073" y="6672"/>
                    <a:pt x="17813" y="9574"/>
                    <a:pt x="27453" y="9674"/>
                  </a:cubicBezTo>
                  <a:cubicBezTo>
                    <a:pt x="37093" y="9608"/>
                    <a:pt x="46834" y="6639"/>
                    <a:pt x="54839" y="1368"/>
                  </a:cubicBezTo>
                  <a:lnTo>
                    <a:pt x="53939" y="1"/>
                  </a:lnTo>
                  <a:cubicBezTo>
                    <a:pt x="46166" y="5071"/>
                    <a:pt x="36760" y="7906"/>
                    <a:pt x="27453" y="8006"/>
                  </a:cubicBezTo>
                  <a:cubicBezTo>
                    <a:pt x="18113" y="7940"/>
                    <a:pt x="8706" y="5071"/>
                    <a:pt x="9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0" name="Google Shape;7330;p60">
              <a:extLst>
                <a:ext uri="{FF2B5EF4-FFF2-40B4-BE49-F238E27FC236}">
                  <a16:creationId xmlns:a16="http://schemas.microsoft.com/office/drawing/2014/main" id="{F58190E1-EE75-C4E9-CE74-00C983A91382}"/>
                </a:ext>
              </a:extLst>
            </p:cNvPr>
            <p:cNvSpPr/>
            <p:nvPr/>
          </p:nvSpPr>
          <p:spPr>
            <a:xfrm>
              <a:off x="5345089" y="3529002"/>
              <a:ext cx="38717" cy="38717"/>
            </a:xfrm>
            <a:custGeom>
              <a:avLst/>
              <a:gdLst/>
              <a:ahLst/>
              <a:cxnLst/>
              <a:rect l="l" t="t" r="r" b="b"/>
              <a:pathLst>
                <a:path w="1669" h="1669" extrusionOk="0">
                  <a:moveTo>
                    <a:pt x="834" y="0"/>
                  </a:moveTo>
                  <a:cubicBezTo>
                    <a:pt x="367" y="0"/>
                    <a:pt x="0" y="367"/>
                    <a:pt x="0" y="834"/>
                  </a:cubicBezTo>
                  <a:cubicBezTo>
                    <a:pt x="0" y="1301"/>
                    <a:pt x="367" y="1668"/>
                    <a:pt x="834" y="1668"/>
                  </a:cubicBezTo>
                  <a:cubicBezTo>
                    <a:pt x="1301" y="1668"/>
                    <a:pt x="1668" y="1301"/>
                    <a:pt x="1668" y="834"/>
                  </a:cubicBezTo>
                  <a:cubicBezTo>
                    <a:pt x="1668" y="367"/>
                    <a:pt x="1301" y="0"/>
                    <a:pt x="834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1" name="Google Shape;7331;p60">
              <a:extLst>
                <a:ext uri="{FF2B5EF4-FFF2-40B4-BE49-F238E27FC236}">
                  <a16:creationId xmlns:a16="http://schemas.microsoft.com/office/drawing/2014/main" id="{4F54D21C-A85A-6714-D532-2DE5E0F9A088}"/>
                </a:ext>
              </a:extLst>
            </p:cNvPr>
            <p:cNvSpPr/>
            <p:nvPr/>
          </p:nvSpPr>
          <p:spPr>
            <a:xfrm>
              <a:off x="6659784" y="3539047"/>
              <a:ext cx="20135" cy="6217"/>
            </a:xfrm>
            <a:custGeom>
              <a:avLst/>
              <a:gdLst/>
              <a:ahLst/>
              <a:cxnLst/>
              <a:rect l="l" t="t" r="r" b="b"/>
              <a:pathLst>
                <a:path w="868" h="268" extrusionOk="0">
                  <a:moveTo>
                    <a:pt x="0" y="1"/>
                  </a:moveTo>
                  <a:lnTo>
                    <a:pt x="0" y="268"/>
                  </a:lnTo>
                  <a:lnTo>
                    <a:pt x="868" y="268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2" name="Google Shape;7332;p60">
              <a:extLst>
                <a:ext uri="{FF2B5EF4-FFF2-40B4-BE49-F238E27FC236}">
                  <a16:creationId xmlns:a16="http://schemas.microsoft.com/office/drawing/2014/main" id="{240BDC75-F687-FB89-2F29-3CA670CEDC82}"/>
                </a:ext>
              </a:extLst>
            </p:cNvPr>
            <p:cNvSpPr/>
            <p:nvPr/>
          </p:nvSpPr>
          <p:spPr>
            <a:xfrm>
              <a:off x="6624176" y="3524363"/>
              <a:ext cx="38717" cy="38693"/>
            </a:xfrm>
            <a:custGeom>
              <a:avLst/>
              <a:gdLst/>
              <a:ahLst/>
              <a:cxnLst/>
              <a:rect l="l" t="t" r="r" b="b"/>
              <a:pathLst>
                <a:path w="1669" h="1668" extrusionOk="0">
                  <a:moveTo>
                    <a:pt x="835" y="0"/>
                  </a:moveTo>
                  <a:cubicBezTo>
                    <a:pt x="368" y="0"/>
                    <a:pt x="1" y="367"/>
                    <a:pt x="1" y="834"/>
                  </a:cubicBezTo>
                  <a:cubicBezTo>
                    <a:pt x="1" y="1301"/>
                    <a:pt x="368" y="1668"/>
                    <a:pt x="835" y="1668"/>
                  </a:cubicBezTo>
                  <a:cubicBezTo>
                    <a:pt x="1302" y="1668"/>
                    <a:pt x="1669" y="1301"/>
                    <a:pt x="1669" y="834"/>
                  </a:cubicBezTo>
                  <a:cubicBezTo>
                    <a:pt x="1669" y="367"/>
                    <a:pt x="1302" y="0"/>
                    <a:pt x="835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3" name="Google Shape;7333;p60">
              <a:extLst>
                <a:ext uri="{FF2B5EF4-FFF2-40B4-BE49-F238E27FC236}">
                  <a16:creationId xmlns:a16="http://schemas.microsoft.com/office/drawing/2014/main" id="{A51A20E1-85AA-B82A-E458-7665EFB5B89E}"/>
                </a:ext>
              </a:extLst>
            </p:cNvPr>
            <p:cNvSpPr/>
            <p:nvPr/>
          </p:nvSpPr>
          <p:spPr>
            <a:xfrm>
              <a:off x="5230563" y="3539047"/>
              <a:ext cx="20135" cy="6217"/>
            </a:xfrm>
            <a:custGeom>
              <a:avLst/>
              <a:gdLst/>
              <a:ahLst/>
              <a:cxnLst/>
              <a:rect l="l" t="t" r="r" b="b"/>
              <a:pathLst>
                <a:path w="868" h="268" extrusionOk="0">
                  <a:moveTo>
                    <a:pt x="1" y="1"/>
                  </a:moveTo>
                  <a:lnTo>
                    <a:pt x="1" y="268"/>
                  </a:lnTo>
                  <a:lnTo>
                    <a:pt x="868" y="268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4" name="Google Shape;7334;p60">
              <a:extLst>
                <a:ext uri="{FF2B5EF4-FFF2-40B4-BE49-F238E27FC236}">
                  <a16:creationId xmlns:a16="http://schemas.microsoft.com/office/drawing/2014/main" id="{83749190-182A-DD04-B3B7-63DDF2725EAF}"/>
                </a:ext>
              </a:extLst>
            </p:cNvPr>
            <p:cNvSpPr/>
            <p:nvPr/>
          </p:nvSpPr>
          <p:spPr>
            <a:xfrm>
              <a:off x="3936768" y="3542921"/>
              <a:ext cx="1272151" cy="224436"/>
            </a:xfrm>
            <a:custGeom>
              <a:avLst/>
              <a:gdLst/>
              <a:ahLst/>
              <a:cxnLst/>
              <a:rect l="l" t="t" r="r" b="b"/>
              <a:pathLst>
                <a:path w="54840" h="9675" extrusionOk="0">
                  <a:moveTo>
                    <a:pt x="934" y="1"/>
                  </a:moveTo>
                  <a:lnTo>
                    <a:pt x="0" y="1368"/>
                  </a:lnTo>
                  <a:cubicBezTo>
                    <a:pt x="8073" y="6672"/>
                    <a:pt x="17813" y="9574"/>
                    <a:pt x="27453" y="9674"/>
                  </a:cubicBezTo>
                  <a:cubicBezTo>
                    <a:pt x="37094" y="9608"/>
                    <a:pt x="46834" y="6639"/>
                    <a:pt x="54840" y="1368"/>
                  </a:cubicBezTo>
                  <a:lnTo>
                    <a:pt x="53906" y="1"/>
                  </a:lnTo>
                  <a:cubicBezTo>
                    <a:pt x="46167" y="5071"/>
                    <a:pt x="36727" y="7906"/>
                    <a:pt x="27453" y="8006"/>
                  </a:cubicBezTo>
                  <a:cubicBezTo>
                    <a:pt x="18113" y="7940"/>
                    <a:pt x="8707" y="5071"/>
                    <a:pt x="9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5" name="Google Shape;7335;p60">
              <a:extLst>
                <a:ext uri="{FF2B5EF4-FFF2-40B4-BE49-F238E27FC236}">
                  <a16:creationId xmlns:a16="http://schemas.microsoft.com/office/drawing/2014/main" id="{82AB432D-79C0-2346-BFCF-C173C90DC26E}"/>
                </a:ext>
              </a:extLst>
            </p:cNvPr>
            <p:cNvSpPr/>
            <p:nvPr/>
          </p:nvSpPr>
          <p:spPr>
            <a:xfrm>
              <a:off x="5194189" y="3529002"/>
              <a:ext cx="38717" cy="38717"/>
            </a:xfrm>
            <a:custGeom>
              <a:avLst/>
              <a:gdLst/>
              <a:ahLst/>
              <a:cxnLst/>
              <a:rect l="l" t="t" r="r" b="b"/>
              <a:pathLst>
                <a:path w="1669" h="1669" extrusionOk="0">
                  <a:moveTo>
                    <a:pt x="835" y="0"/>
                  </a:moveTo>
                  <a:cubicBezTo>
                    <a:pt x="368" y="0"/>
                    <a:pt x="1" y="367"/>
                    <a:pt x="1" y="834"/>
                  </a:cubicBezTo>
                  <a:cubicBezTo>
                    <a:pt x="1" y="1301"/>
                    <a:pt x="368" y="1668"/>
                    <a:pt x="835" y="1668"/>
                  </a:cubicBezTo>
                  <a:cubicBezTo>
                    <a:pt x="1302" y="1668"/>
                    <a:pt x="1669" y="1301"/>
                    <a:pt x="1669" y="834"/>
                  </a:cubicBezTo>
                  <a:cubicBezTo>
                    <a:pt x="1669" y="367"/>
                    <a:pt x="1302" y="0"/>
                    <a:pt x="835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6" name="Google Shape;7336;p60">
              <a:extLst>
                <a:ext uri="{FF2B5EF4-FFF2-40B4-BE49-F238E27FC236}">
                  <a16:creationId xmlns:a16="http://schemas.microsoft.com/office/drawing/2014/main" id="{10D0A729-249F-EF16-EE47-3AC1A7E5F07D}"/>
                </a:ext>
              </a:extLst>
            </p:cNvPr>
            <p:cNvSpPr/>
            <p:nvPr/>
          </p:nvSpPr>
          <p:spPr>
            <a:xfrm>
              <a:off x="3898075" y="3539047"/>
              <a:ext cx="20924" cy="6217"/>
            </a:xfrm>
            <a:custGeom>
              <a:avLst/>
              <a:gdLst/>
              <a:ahLst/>
              <a:cxnLst/>
              <a:rect l="l" t="t" r="r" b="b"/>
              <a:pathLst>
                <a:path w="902" h="268" extrusionOk="0">
                  <a:moveTo>
                    <a:pt x="1" y="1"/>
                  </a:moveTo>
                  <a:lnTo>
                    <a:pt x="1" y="268"/>
                  </a:lnTo>
                  <a:lnTo>
                    <a:pt x="901" y="268"/>
                  </a:lnTo>
                  <a:lnTo>
                    <a:pt x="901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7" name="Google Shape;7337;p60">
              <a:extLst>
                <a:ext uri="{FF2B5EF4-FFF2-40B4-BE49-F238E27FC236}">
                  <a16:creationId xmlns:a16="http://schemas.microsoft.com/office/drawing/2014/main" id="{72096D60-41DF-083F-3178-9ADC5A70AF2B}"/>
                </a:ext>
              </a:extLst>
            </p:cNvPr>
            <p:cNvSpPr/>
            <p:nvPr/>
          </p:nvSpPr>
          <p:spPr>
            <a:xfrm>
              <a:off x="3915867" y="3524363"/>
              <a:ext cx="38717" cy="38693"/>
            </a:xfrm>
            <a:custGeom>
              <a:avLst/>
              <a:gdLst/>
              <a:ahLst/>
              <a:cxnLst/>
              <a:rect l="l" t="t" r="r" b="b"/>
              <a:pathLst>
                <a:path w="1669" h="1668" extrusionOk="0">
                  <a:moveTo>
                    <a:pt x="835" y="0"/>
                  </a:moveTo>
                  <a:cubicBezTo>
                    <a:pt x="368" y="0"/>
                    <a:pt x="1" y="367"/>
                    <a:pt x="1" y="834"/>
                  </a:cubicBezTo>
                  <a:cubicBezTo>
                    <a:pt x="1" y="1301"/>
                    <a:pt x="368" y="1668"/>
                    <a:pt x="835" y="1668"/>
                  </a:cubicBezTo>
                  <a:cubicBezTo>
                    <a:pt x="1302" y="1668"/>
                    <a:pt x="1669" y="1301"/>
                    <a:pt x="1669" y="834"/>
                  </a:cubicBezTo>
                  <a:cubicBezTo>
                    <a:pt x="1669" y="367"/>
                    <a:pt x="1302" y="0"/>
                    <a:pt x="835" y="0"/>
                  </a:cubicBez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8" name="Google Shape;7338;p60">
              <a:extLst>
                <a:ext uri="{FF2B5EF4-FFF2-40B4-BE49-F238E27FC236}">
                  <a16:creationId xmlns:a16="http://schemas.microsoft.com/office/drawing/2014/main" id="{6E39587C-9ED3-11CF-44D4-BBC54BC64B88}"/>
                </a:ext>
              </a:extLst>
            </p:cNvPr>
            <p:cNvSpPr/>
            <p:nvPr/>
          </p:nvSpPr>
          <p:spPr>
            <a:xfrm>
              <a:off x="2407728" y="3560713"/>
              <a:ext cx="61937" cy="986636"/>
            </a:xfrm>
            <a:custGeom>
              <a:avLst/>
              <a:gdLst/>
              <a:ahLst/>
              <a:cxnLst/>
              <a:rect l="l" t="t" r="r" b="b"/>
              <a:pathLst>
                <a:path w="2670" h="42532" extrusionOk="0">
                  <a:moveTo>
                    <a:pt x="1" y="1"/>
                  </a:moveTo>
                  <a:lnTo>
                    <a:pt x="1" y="42531"/>
                  </a:lnTo>
                  <a:lnTo>
                    <a:pt x="2669" y="42531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9" name="Google Shape;7339;p60">
              <a:extLst>
                <a:ext uri="{FF2B5EF4-FFF2-40B4-BE49-F238E27FC236}">
                  <a16:creationId xmlns:a16="http://schemas.microsoft.com/office/drawing/2014/main" id="{97C085B7-FB80-62ED-A008-55645634121F}"/>
                </a:ext>
              </a:extLst>
            </p:cNvPr>
            <p:cNvSpPr/>
            <p:nvPr/>
          </p:nvSpPr>
          <p:spPr>
            <a:xfrm>
              <a:off x="2418562" y="3561502"/>
              <a:ext cx="20135" cy="985059"/>
            </a:xfrm>
            <a:custGeom>
              <a:avLst/>
              <a:gdLst/>
              <a:ahLst/>
              <a:cxnLst/>
              <a:rect l="l" t="t" r="r" b="b"/>
              <a:pathLst>
                <a:path w="868" h="42464" extrusionOk="0">
                  <a:moveTo>
                    <a:pt x="1" y="0"/>
                  </a:moveTo>
                  <a:lnTo>
                    <a:pt x="1" y="42464"/>
                  </a:lnTo>
                  <a:lnTo>
                    <a:pt x="868" y="4246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0" name="Google Shape;7340;p60">
              <a:extLst>
                <a:ext uri="{FF2B5EF4-FFF2-40B4-BE49-F238E27FC236}">
                  <a16:creationId xmlns:a16="http://schemas.microsoft.com/office/drawing/2014/main" id="{ECEC3A35-D38D-2732-2480-1B158C66E53F}"/>
                </a:ext>
              </a:extLst>
            </p:cNvPr>
            <p:cNvSpPr/>
            <p:nvPr/>
          </p:nvSpPr>
          <p:spPr>
            <a:xfrm>
              <a:off x="2397684" y="3514295"/>
              <a:ext cx="79707" cy="46441"/>
            </a:xfrm>
            <a:custGeom>
              <a:avLst/>
              <a:gdLst/>
              <a:ahLst/>
              <a:cxnLst/>
              <a:rect l="l" t="t" r="r" b="b"/>
              <a:pathLst>
                <a:path w="3436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3436" y="2002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1" name="Google Shape;7341;p60">
              <a:extLst>
                <a:ext uri="{FF2B5EF4-FFF2-40B4-BE49-F238E27FC236}">
                  <a16:creationId xmlns:a16="http://schemas.microsoft.com/office/drawing/2014/main" id="{8515C48B-26E3-60E0-53EB-BF76D880DD73}"/>
                </a:ext>
              </a:extLst>
            </p:cNvPr>
            <p:cNvSpPr/>
            <p:nvPr/>
          </p:nvSpPr>
          <p:spPr>
            <a:xfrm>
              <a:off x="2381422" y="3502696"/>
              <a:ext cx="109910" cy="11622"/>
            </a:xfrm>
            <a:custGeom>
              <a:avLst/>
              <a:gdLst/>
              <a:ahLst/>
              <a:cxnLst/>
              <a:rect l="l" t="t" r="r" b="b"/>
              <a:pathLst>
                <a:path w="4738" h="501" extrusionOk="0">
                  <a:moveTo>
                    <a:pt x="1" y="0"/>
                  </a:moveTo>
                  <a:lnTo>
                    <a:pt x="1" y="500"/>
                  </a:lnTo>
                  <a:lnTo>
                    <a:pt x="4737" y="500"/>
                  </a:lnTo>
                  <a:lnTo>
                    <a:pt x="4737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2" name="Google Shape;7342;p60">
              <a:extLst>
                <a:ext uri="{FF2B5EF4-FFF2-40B4-BE49-F238E27FC236}">
                  <a16:creationId xmlns:a16="http://schemas.microsoft.com/office/drawing/2014/main" id="{D275FC45-B4D3-4407-9752-23B9A9B77A2B}"/>
                </a:ext>
              </a:extLst>
            </p:cNvPr>
            <p:cNvSpPr/>
            <p:nvPr/>
          </p:nvSpPr>
          <p:spPr>
            <a:xfrm>
              <a:off x="2370589" y="3373463"/>
              <a:ext cx="131576" cy="131576"/>
            </a:xfrm>
            <a:custGeom>
              <a:avLst/>
              <a:gdLst/>
              <a:ahLst/>
              <a:cxnLst/>
              <a:rect l="l" t="t" r="r" b="b"/>
              <a:pathLst>
                <a:path w="5672" h="5672" extrusionOk="0">
                  <a:moveTo>
                    <a:pt x="2836" y="0"/>
                  </a:moveTo>
                  <a:cubicBezTo>
                    <a:pt x="1301" y="0"/>
                    <a:pt x="1" y="1268"/>
                    <a:pt x="1" y="2836"/>
                  </a:cubicBezTo>
                  <a:cubicBezTo>
                    <a:pt x="1" y="4404"/>
                    <a:pt x="1301" y="5671"/>
                    <a:pt x="2836" y="5671"/>
                  </a:cubicBezTo>
                  <a:cubicBezTo>
                    <a:pt x="4404" y="5671"/>
                    <a:pt x="5671" y="4404"/>
                    <a:pt x="5671" y="2836"/>
                  </a:cubicBezTo>
                  <a:cubicBezTo>
                    <a:pt x="5671" y="1268"/>
                    <a:pt x="4404" y="0"/>
                    <a:pt x="28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3" name="Google Shape;7343;p60">
              <a:extLst>
                <a:ext uri="{FF2B5EF4-FFF2-40B4-BE49-F238E27FC236}">
                  <a16:creationId xmlns:a16="http://schemas.microsoft.com/office/drawing/2014/main" id="{81BFF0B8-8436-A999-4DA9-0E9C0BB74640}"/>
                </a:ext>
              </a:extLst>
            </p:cNvPr>
            <p:cNvSpPr/>
            <p:nvPr/>
          </p:nvSpPr>
          <p:spPr>
            <a:xfrm>
              <a:off x="2375229" y="3380538"/>
              <a:ext cx="49550" cy="48645"/>
            </a:xfrm>
            <a:custGeom>
              <a:avLst/>
              <a:gdLst/>
              <a:ahLst/>
              <a:cxnLst/>
              <a:rect l="l" t="t" r="r" b="b"/>
              <a:pathLst>
                <a:path w="2136" h="2097" extrusionOk="0">
                  <a:moveTo>
                    <a:pt x="1713" y="0"/>
                  </a:moveTo>
                  <a:cubicBezTo>
                    <a:pt x="1433" y="0"/>
                    <a:pt x="1002" y="276"/>
                    <a:pt x="634" y="696"/>
                  </a:cubicBezTo>
                  <a:cubicBezTo>
                    <a:pt x="201" y="1263"/>
                    <a:pt x="1" y="1864"/>
                    <a:pt x="234" y="2030"/>
                  </a:cubicBezTo>
                  <a:cubicBezTo>
                    <a:pt x="286" y="2075"/>
                    <a:pt x="355" y="2097"/>
                    <a:pt x="435" y="2097"/>
                  </a:cubicBezTo>
                  <a:cubicBezTo>
                    <a:pt x="714" y="2097"/>
                    <a:pt x="1132" y="1837"/>
                    <a:pt x="1468" y="1397"/>
                  </a:cubicBezTo>
                  <a:cubicBezTo>
                    <a:pt x="1935" y="863"/>
                    <a:pt x="2136" y="263"/>
                    <a:pt x="1902" y="62"/>
                  </a:cubicBezTo>
                  <a:cubicBezTo>
                    <a:pt x="1853" y="20"/>
                    <a:pt x="1788" y="0"/>
                    <a:pt x="1713" y="0"/>
                  </a:cubicBez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4" name="Google Shape;7344;p60">
              <a:extLst>
                <a:ext uri="{FF2B5EF4-FFF2-40B4-BE49-F238E27FC236}">
                  <a16:creationId xmlns:a16="http://schemas.microsoft.com/office/drawing/2014/main" id="{BFEFCE52-C417-B4CE-99D4-1006A230FDA3}"/>
                </a:ext>
              </a:extLst>
            </p:cNvPr>
            <p:cNvSpPr/>
            <p:nvPr/>
          </p:nvSpPr>
          <p:spPr>
            <a:xfrm>
              <a:off x="2407728" y="3514295"/>
              <a:ext cx="19370" cy="46441"/>
            </a:xfrm>
            <a:custGeom>
              <a:avLst/>
              <a:gdLst/>
              <a:ahLst/>
              <a:cxnLst/>
              <a:rect l="l" t="t" r="r" b="b"/>
              <a:pathLst>
                <a:path w="835" h="2002" extrusionOk="0">
                  <a:moveTo>
                    <a:pt x="1" y="0"/>
                  </a:moveTo>
                  <a:lnTo>
                    <a:pt x="1" y="2002"/>
                  </a:lnTo>
                  <a:lnTo>
                    <a:pt x="835" y="2002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5" name="Google Shape;7345;p60">
              <a:extLst>
                <a:ext uri="{FF2B5EF4-FFF2-40B4-BE49-F238E27FC236}">
                  <a16:creationId xmlns:a16="http://schemas.microsoft.com/office/drawing/2014/main" id="{08522A03-7F88-D033-519B-B2052B0C00AD}"/>
                </a:ext>
              </a:extLst>
            </p:cNvPr>
            <p:cNvSpPr/>
            <p:nvPr/>
          </p:nvSpPr>
          <p:spPr>
            <a:xfrm>
              <a:off x="2391490" y="4476899"/>
              <a:ext cx="94414" cy="70451"/>
            </a:xfrm>
            <a:custGeom>
              <a:avLst/>
              <a:gdLst/>
              <a:ahLst/>
              <a:cxnLst/>
              <a:rect l="l" t="t" r="r" b="b"/>
              <a:pathLst>
                <a:path w="4070" h="3037" extrusionOk="0">
                  <a:moveTo>
                    <a:pt x="0" y="1"/>
                  </a:moveTo>
                  <a:lnTo>
                    <a:pt x="0" y="3036"/>
                  </a:lnTo>
                  <a:lnTo>
                    <a:pt x="4070" y="3036"/>
                  </a:lnTo>
                  <a:lnTo>
                    <a:pt x="40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6" name="Google Shape;7346;p60">
              <a:extLst>
                <a:ext uri="{FF2B5EF4-FFF2-40B4-BE49-F238E27FC236}">
                  <a16:creationId xmlns:a16="http://schemas.microsoft.com/office/drawing/2014/main" id="{FBC6FEBE-6A8C-5352-9484-366517D4DDB3}"/>
                </a:ext>
              </a:extLst>
            </p:cNvPr>
            <p:cNvSpPr/>
            <p:nvPr/>
          </p:nvSpPr>
          <p:spPr>
            <a:xfrm>
              <a:off x="2245230" y="4547326"/>
              <a:ext cx="386146" cy="27883"/>
            </a:xfrm>
            <a:custGeom>
              <a:avLst/>
              <a:gdLst/>
              <a:ahLst/>
              <a:cxnLst/>
              <a:rect l="l" t="t" r="r" b="b"/>
              <a:pathLst>
                <a:path w="16646" h="1202" extrusionOk="0">
                  <a:moveTo>
                    <a:pt x="1" y="0"/>
                  </a:moveTo>
                  <a:lnTo>
                    <a:pt x="1" y="1201"/>
                  </a:lnTo>
                  <a:lnTo>
                    <a:pt x="16646" y="1201"/>
                  </a:lnTo>
                  <a:lnTo>
                    <a:pt x="16646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7" name="Google Shape;7347;p60">
              <a:extLst>
                <a:ext uri="{FF2B5EF4-FFF2-40B4-BE49-F238E27FC236}">
                  <a16:creationId xmlns:a16="http://schemas.microsoft.com/office/drawing/2014/main" id="{7862AF5A-E211-EDCF-62DE-B12BA2D785F0}"/>
                </a:ext>
              </a:extLst>
            </p:cNvPr>
            <p:cNvSpPr/>
            <p:nvPr/>
          </p:nvSpPr>
          <p:spPr>
            <a:xfrm>
              <a:off x="3829990" y="3560713"/>
              <a:ext cx="61914" cy="986636"/>
            </a:xfrm>
            <a:custGeom>
              <a:avLst/>
              <a:gdLst/>
              <a:ahLst/>
              <a:cxnLst/>
              <a:rect l="l" t="t" r="r" b="b"/>
              <a:pathLst>
                <a:path w="2669" h="42532" extrusionOk="0">
                  <a:moveTo>
                    <a:pt x="0" y="1"/>
                  </a:moveTo>
                  <a:lnTo>
                    <a:pt x="0" y="42531"/>
                  </a:lnTo>
                  <a:lnTo>
                    <a:pt x="2669" y="42531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8" name="Google Shape;7348;p60">
              <a:extLst>
                <a:ext uri="{FF2B5EF4-FFF2-40B4-BE49-F238E27FC236}">
                  <a16:creationId xmlns:a16="http://schemas.microsoft.com/office/drawing/2014/main" id="{BFA70C41-A511-1858-47A7-26F9F043D2DA}"/>
                </a:ext>
              </a:extLst>
            </p:cNvPr>
            <p:cNvSpPr/>
            <p:nvPr/>
          </p:nvSpPr>
          <p:spPr>
            <a:xfrm>
              <a:off x="3840035" y="3561502"/>
              <a:ext cx="20159" cy="985059"/>
            </a:xfrm>
            <a:custGeom>
              <a:avLst/>
              <a:gdLst/>
              <a:ahLst/>
              <a:cxnLst/>
              <a:rect l="l" t="t" r="r" b="b"/>
              <a:pathLst>
                <a:path w="869" h="42464" extrusionOk="0">
                  <a:moveTo>
                    <a:pt x="1" y="0"/>
                  </a:moveTo>
                  <a:lnTo>
                    <a:pt x="1" y="42464"/>
                  </a:lnTo>
                  <a:lnTo>
                    <a:pt x="868" y="4246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9" name="Google Shape;7349;p60">
              <a:extLst>
                <a:ext uri="{FF2B5EF4-FFF2-40B4-BE49-F238E27FC236}">
                  <a16:creationId xmlns:a16="http://schemas.microsoft.com/office/drawing/2014/main" id="{EAEE6C71-BFB0-74E7-7E5E-62BF5638AB72}"/>
                </a:ext>
              </a:extLst>
            </p:cNvPr>
            <p:cNvSpPr/>
            <p:nvPr/>
          </p:nvSpPr>
          <p:spPr>
            <a:xfrm>
              <a:off x="3819923" y="3514295"/>
              <a:ext cx="79730" cy="46441"/>
            </a:xfrm>
            <a:custGeom>
              <a:avLst/>
              <a:gdLst/>
              <a:ahLst/>
              <a:cxnLst/>
              <a:rect l="l" t="t" r="r" b="b"/>
              <a:pathLst>
                <a:path w="3437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3436" y="2002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0" name="Google Shape;7350;p60">
              <a:extLst>
                <a:ext uri="{FF2B5EF4-FFF2-40B4-BE49-F238E27FC236}">
                  <a16:creationId xmlns:a16="http://schemas.microsoft.com/office/drawing/2014/main" id="{23FFD2B4-4B40-4DB5-8DF9-4DF52DD31DEA}"/>
                </a:ext>
              </a:extLst>
            </p:cNvPr>
            <p:cNvSpPr/>
            <p:nvPr/>
          </p:nvSpPr>
          <p:spPr>
            <a:xfrm>
              <a:off x="3803661" y="3502696"/>
              <a:ext cx="109144" cy="11622"/>
            </a:xfrm>
            <a:custGeom>
              <a:avLst/>
              <a:gdLst/>
              <a:ahLst/>
              <a:cxnLst/>
              <a:rect l="l" t="t" r="r" b="b"/>
              <a:pathLst>
                <a:path w="4705" h="501" extrusionOk="0">
                  <a:moveTo>
                    <a:pt x="1" y="0"/>
                  </a:moveTo>
                  <a:lnTo>
                    <a:pt x="1" y="500"/>
                  </a:lnTo>
                  <a:lnTo>
                    <a:pt x="4704" y="500"/>
                  </a:lnTo>
                  <a:lnTo>
                    <a:pt x="4704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1" name="Google Shape;7351;p60">
              <a:extLst>
                <a:ext uri="{FF2B5EF4-FFF2-40B4-BE49-F238E27FC236}">
                  <a16:creationId xmlns:a16="http://schemas.microsoft.com/office/drawing/2014/main" id="{59D9B69B-86A3-173B-6AEF-08522FC9758B}"/>
                </a:ext>
              </a:extLst>
            </p:cNvPr>
            <p:cNvSpPr/>
            <p:nvPr/>
          </p:nvSpPr>
          <p:spPr>
            <a:xfrm>
              <a:off x="3792828" y="3373463"/>
              <a:ext cx="131576" cy="131576"/>
            </a:xfrm>
            <a:custGeom>
              <a:avLst/>
              <a:gdLst/>
              <a:ahLst/>
              <a:cxnLst/>
              <a:rect l="l" t="t" r="r" b="b"/>
              <a:pathLst>
                <a:path w="5672" h="5672" extrusionOk="0">
                  <a:moveTo>
                    <a:pt x="2836" y="0"/>
                  </a:moveTo>
                  <a:cubicBezTo>
                    <a:pt x="1269" y="0"/>
                    <a:pt x="1" y="1268"/>
                    <a:pt x="1" y="2836"/>
                  </a:cubicBezTo>
                  <a:cubicBezTo>
                    <a:pt x="1" y="4404"/>
                    <a:pt x="1269" y="5671"/>
                    <a:pt x="2836" y="5671"/>
                  </a:cubicBezTo>
                  <a:cubicBezTo>
                    <a:pt x="4404" y="5671"/>
                    <a:pt x="5672" y="4404"/>
                    <a:pt x="5672" y="2836"/>
                  </a:cubicBezTo>
                  <a:cubicBezTo>
                    <a:pt x="5672" y="1268"/>
                    <a:pt x="4404" y="0"/>
                    <a:pt x="28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2" name="Google Shape;7352;p60">
              <a:extLst>
                <a:ext uri="{FF2B5EF4-FFF2-40B4-BE49-F238E27FC236}">
                  <a16:creationId xmlns:a16="http://schemas.microsoft.com/office/drawing/2014/main" id="{FF16DDB7-B1AF-CECD-AF0B-7AE6E6FA3AAE}"/>
                </a:ext>
              </a:extLst>
            </p:cNvPr>
            <p:cNvSpPr/>
            <p:nvPr/>
          </p:nvSpPr>
          <p:spPr>
            <a:xfrm>
              <a:off x="3797491" y="3380538"/>
              <a:ext cx="48761" cy="48645"/>
            </a:xfrm>
            <a:custGeom>
              <a:avLst/>
              <a:gdLst/>
              <a:ahLst/>
              <a:cxnLst/>
              <a:rect l="l" t="t" r="r" b="b"/>
              <a:pathLst>
                <a:path w="2102" h="2097" extrusionOk="0">
                  <a:moveTo>
                    <a:pt x="1683" y="0"/>
                  </a:moveTo>
                  <a:cubicBezTo>
                    <a:pt x="1411" y="0"/>
                    <a:pt x="1002" y="276"/>
                    <a:pt x="634" y="696"/>
                  </a:cubicBezTo>
                  <a:cubicBezTo>
                    <a:pt x="167" y="1263"/>
                    <a:pt x="0" y="1864"/>
                    <a:pt x="200" y="2030"/>
                  </a:cubicBezTo>
                  <a:cubicBezTo>
                    <a:pt x="252" y="2075"/>
                    <a:pt x="321" y="2097"/>
                    <a:pt x="402" y="2097"/>
                  </a:cubicBezTo>
                  <a:cubicBezTo>
                    <a:pt x="682" y="2097"/>
                    <a:pt x="1105" y="1837"/>
                    <a:pt x="1468" y="1397"/>
                  </a:cubicBezTo>
                  <a:cubicBezTo>
                    <a:pt x="1935" y="863"/>
                    <a:pt x="2102" y="263"/>
                    <a:pt x="1868" y="62"/>
                  </a:cubicBezTo>
                  <a:cubicBezTo>
                    <a:pt x="1819" y="20"/>
                    <a:pt x="1756" y="0"/>
                    <a:pt x="1683" y="0"/>
                  </a:cubicBez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3" name="Google Shape;7353;p60">
              <a:extLst>
                <a:ext uri="{FF2B5EF4-FFF2-40B4-BE49-F238E27FC236}">
                  <a16:creationId xmlns:a16="http://schemas.microsoft.com/office/drawing/2014/main" id="{08017A9D-BE0F-5EF5-E21E-72E466152E39}"/>
                </a:ext>
              </a:extLst>
            </p:cNvPr>
            <p:cNvSpPr/>
            <p:nvPr/>
          </p:nvSpPr>
          <p:spPr>
            <a:xfrm>
              <a:off x="3829990" y="3514295"/>
              <a:ext cx="19370" cy="46441"/>
            </a:xfrm>
            <a:custGeom>
              <a:avLst/>
              <a:gdLst/>
              <a:ahLst/>
              <a:cxnLst/>
              <a:rect l="l" t="t" r="r" b="b"/>
              <a:pathLst>
                <a:path w="835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834" y="2002"/>
                  </a:lnTo>
                  <a:lnTo>
                    <a:pt x="834" y="0"/>
                  </a:ln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4" name="Google Shape;7354;p60">
              <a:extLst>
                <a:ext uri="{FF2B5EF4-FFF2-40B4-BE49-F238E27FC236}">
                  <a16:creationId xmlns:a16="http://schemas.microsoft.com/office/drawing/2014/main" id="{FC364551-669D-D960-A84E-B97740F2D794}"/>
                </a:ext>
              </a:extLst>
            </p:cNvPr>
            <p:cNvSpPr/>
            <p:nvPr/>
          </p:nvSpPr>
          <p:spPr>
            <a:xfrm>
              <a:off x="3812963" y="4476899"/>
              <a:ext cx="95203" cy="70451"/>
            </a:xfrm>
            <a:custGeom>
              <a:avLst/>
              <a:gdLst/>
              <a:ahLst/>
              <a:cxnLst/>
              <a:rect l="l" t="t" r="r" b="b"/>
              <a:pathLst>
                <a:path w="4104" h="3037" extrusionOk="0">
                  <a:moveTo>
                    <a:pt x="0" y="1"/>
                  </a:moveTo>
                  <a:lnTo>
                    <a:pt x="0" y="3036"/>
                  </a:lnTo>
                  <a:lnTo>
                    <a:pt x="4103" y="3036"/>
                  </a:lnTo>
                  <a:lnTo>
                    <a:pt x="410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5" name="Google Shape;7355;p60">
              <a:extLst>
                <a:ext uri="{FF2B5EF4-FFF2-40B4-BE49-F238E27FC236}">
                  <a16:creationId xmlns:a16="http://schemas.microsoft.com/office/drawing/2014/main" id="{D0F2D466-F4C8-82F5-AD04-2ABD67020FB1}"/>
                </a:ext>
              </a:extLst>
            </p:cNvPr>
            <p:cNvSpPr/>
            <p:nvPr/>
          </p:nvSpPr>
          <p:spPr>
            <a:xfrm>
              <a:off x="3667492" y="4547326"/>
              <a:ext cx="385357" cy="27883"/>
            </a:xfrm>
            <a:custGeom>
              <a:avLst/>
              <a:gdLst/>
              <a:ahLst/>
              <a:cxnLst/>
              <a:rect l="l" t="t" r="r" b="b"/>
              <a:pathLst>
                <a:path w="16612" h="1202" extrusionOk="0">
                  <a:moveTo>
                    <a:pt x="0" y="0"/>
                  </a:moveTo>
                  <a:lnTo>
                    <a:pt x="0" y="1201"/>
                  </a:lnTo>
                  <a:lnTo>
                    <a:pt x="16612" y="1201"/>
                  </a:lnTo>
                  <a:lnTo>
                    <a:pt x="16612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6" name="Google Shape;7356;p60">
              <a:extLst>
                <a:ext uri="{FF2B5EF4-FFF2-40B4-BE49-F238E27FC236}">
                  <a16:creationId xmlns:a16="http://schemas.microsoft.com/office/drawing/2014/main" id="{E4FCFC31-B2C3-E3C1-3693-886EDE9AE450}"/>
                </a:ext>
              </a:extLst>
            </p:cNvPr>
            <p:cNvSpPr/>
            <p:nvPr/>
          </p:nvSpPr>
          <p:spPr>
            <a:xfrm>
              <a:off x="5259188" y="3560713"/>
              <a:ext cx="61937" cy="986636"/>
            </a:xfrm>
            <a:custGeom>
              <a:avLst/>
              <a:gdLst/>
              <a:ahLst/>
              <a:cxnLst/>
              <a:rect l="l" t="t" r="r" b="b"/>
              <a:pathLst>
                <a:path w="2670" h="42532" extrusionOk="0">
                  <a:moveTo>
                    <a:pt x="1" y="1"/>
                  </a:moveTo>
                  <a:lnTo>
                    <a:pt x="1" y="42531"/>
                  </a:lnTo>
                  <a:lnTo>
                    <a:pt x="2669" y="42531"/>
                  </a:lnTo>
                  <a:lnTo>
                    <a:pt x="26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7" name="Google Shape;7357;p60">
              <a:extLst>
                <a:ext uri="{FF2B5EF4-FFF2-40B4-BE49-F238E27FC236}">
                  <a16:creationId xmlns:a16="http://schemas.microsoft.com/office/drawing/2014/main" id="{45C98351-4A60-090D-9184-B4EEE7B88036}"/>
                </a:ext>
              </a:extLst>
            </p:cNvPr>
            <p:cNvSpPr/>
            <p:nvPr/>
          </p:nvSpPr>
          <p:spPr>
            <a:xfrm>
              <a:off x="5270810" y="3561502"/>
              <a:ext cx="20135" cy="985059"/>
            </a:xfrm>
            <a:custGeom>
              <a:avLst/>
              <a:gdLst/>
              <a:ahLst/>
              <a:cxnLst/>
              <a:rect l="l" t="t" r="r" b="b"/>
              <a:pathLst>
                <a:path w="868" h="42464" extrusionOk="0">
                  <a:moveTo>
                    <a:pt x="0" y="0"/>
                  </a:moveTo>
                  <a:lnTo>
                    <a:pt x="0" y="42464"/>
                  </a:lnTo>
                  <a:lnTo>
                    <a:pt x="867" y="42464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8" name="Google Shape;7358;p60">
              <a:extLst>
                <a:ext uri="{FF2B5EF4-FFF2-40B4-BE49-F238E27FC236}">
                  <a16:creationId xmlns:a16="http://schemas.microsoft.com/office/drawing/2014/main" id="{599E1CFA-41A4-AD22-3124-BFAFE5A7FE1E}"/>
                </a:ext>
              </a:extLst>
            </p:cNvPr>
            <p:cNvSpPr/>
            <p:nvPr/>
          </p:nvSpPr>
          <p:spPr>
            <a:xfrm>
              <a:off x="5250675" y="3514295"/>
              <a:ext cx="78964" cy="46441"/>
            </a:xfrm>
            <a:custGeom>
              <a:avLst/>
              <a:gdLst/>
              <a:ahLst/>
              <a:cxnLst/>
              <a:rect l="l" t="t" r="r" b="b"/>
              <a:pathLst>
                <a:path w="3404" h="2002" extrusionOk="0">
                  <a:moveTo>
                    <a:pt x="1" y="0"/>
                  </a:moveTo>
                  <a:lnTo>
                    <a:pt x="1" y="2002"/>
                  </a:lnTo>
                  <a:lnTo>
                    <a:pt x="3403" y="2002"/>
                  </a:lnTo>
                  <a:lnTo>
                    <a:pt x="3403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9" name="Google Shape;7359;p60">
              <a:extLst>
                <a:ext uri="{FF2B5EF4-FFF2-40B4-BE49-F238E27FC236}">
                  <a16:creationId xmlns:a16="http://schemas.microsoft.com/office/drawing/2014/main" id="{0362E09C-FB65-6EE3-736E-E0BA61336041}"/>
                </a:ext>
              </a:extLst>
            </p:cNvPr>
            <p:cNvSpPr/>
            <p:nvPr/>
          </p:nvSpPr>
          <p:spPr>
            <a:xfrm>
              <a:off x="5234437" y="3502696"/>
              <a:ext cx="109121" cy="11622"/>
            </a:xfrm>
            <a:custGeom>
              <a:avLst/>
              <a:gdLst/>
              <a:ahLst/>
              <a:cxnLst/>
              <a:rect l="l" t="t" r="r" b="b"/>
              <a:pathLst>
                <a:path w="4704" h="501" extrusionOk="0">
                  <a:moveTo>
                    <a:pt x="0" y="0"/>
                  </a:moveTo>
                  <a:lnTo>
                    <a:pt x="0" y="500"/>
                  </a:lnTo>
                  <a:lnTo>
                    <a:pt x="4704" y="500"/>
                  </a:lnTo>
                  <a:lnTo>
                    <a:pt x="4704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0" name="Google Shape;7360;p60">
              <a:extLst>
                <a:ext uri="{FF2B5EF4-FFF2-40B4-BE49-F238E27FC236}">
                  <a16:creationId xmlns:a16="http://schemas.microsoft.com/office/drawing/2014/main" id="{7EC0A851-61CC-08BE-4E00-DC0503ECB155}"/>
                </a:ext>
              </a:extLst>
            </p:cNvPr>
            <p:cNvSpPr/>
            <p:nvPr/>
          </p:nvSpPr>
          <p:spPr>
            <a:xfrm>
              <a:off x="5222815" y="3373463"/>
              <a:ext cx="131576" cy="131576"/>
            </a:xfrm>
            <a:custGeom>
              <a:avLst/>
              <a:gdLst/>
              <a:ahLst/>
              <a:cxnLst/>
              <a:rect l="l" t="t" r="r" b="b"/>
              <a:pathLst>
                <a:path w="5672" h="5672" extrusionOk="0">
                  <a:moveTo>
                    <a:pt x="2836" y="0"/>
                  </a:moveTo>
                  <a:cubicBezTo>
                    <a:pt x="1269" y="0"/>
                    <a:pt x="1" y="1268"/>
                    <a:pt x="1" y="2836"/>
                  </a:cubicBezTo>
                  <a:cubicBezTo>
                    <a:pt x="1" y="4404"/>
                    <a:pt x="1269" y="5671"/>
                    <a:pt x="2836" y="5671"/>
                  </a:cubicBezTo>
                  <a:cubicBezTo>
                    <a:pt x="4371" y="5671"/>
                    <a:pt x="5672" y="4404"/>
                    <a:pt x="5672" y="2836"/>
                  </a:cubicBezTo>
                  <a:cubicBezTo>
                    <a:pt x="5672" y="1268"/>
                    <a:pt x="4371" y="0"/>
                    <a:pt x="28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1" name="Google Shape;7361;p60">
              <a:extLst>
                <a:ext uri="{FF2B5EF4-FFF2-40B4-BE49-F238E27FC236}">
                  <a16:creationId xmlns:a16="http://schemas.microsoft.com/office/drawing/2014/main" id="{E7F4E65F-C507-7524-F7A8-34C92C5AA073}"/>
                </a:ext>
              </a:extLst>
            </p:cNvPr>
            <p:cNvSpPr/>
            <p:nvPr/>
          </p:nvSpPr>
          <p:spPr>
            <a:xfrm>
              <a:off x="5226689" y="3380840"/>
              <a:ext cx="49550" cy="49040"/>
            </a:xfrm>
            <a:custGeom>
              <a:avLst/>
              <a:gdLst/>
              <a:ahLst/>
              <a:cxnLst/>
              <a:rect l="l" t="t" r="r" b="b"/>
              <a:pathLst>
                <a:path w="2136" h="2114" extrusionOk="0">
                  <a:moveTo>
                    <a:pt x="1727" y="0"/>
                  </a:moveTo>
                  <a:cubicBezTo>
                    <a:pt x="1449" y="0"/>
                    <a:pt x="1016" y="262"/>
                    <a:pt x="668" y="717"/>
                  </a:cubicBezTo>
                  <a:cubicBezTo>
                    <a:pt x="201" y="1250"/>
                    <a:pt x="1" y="1851"/>
                    <a:pt x="234" y="2051"/>
                  </a:cubicBezTo>
                  <a:cubicBezTo>
                    <a:pt x="284" y="2093"/>
                    <a:pt x="348" y="2113"/>
                    <a:pt x="423" y="2113"/>
                  </a:cubicBezTo>
                  <a:cubicBezTo>
                    <a:pt x="702" y="2113"/>
                    <a:pt x="1127" y="1838"/>
                    <a:pt x="1468" y="1417"/>
                  </a:cubicBezTo>
                  <a:cubicBezTo>
                    <a:pt x="1935" y="850"/>
                    <a:pt x="2136" y="250"/>
                    <a:pt x="1902" y="49"/>
                  </a:cubicBezTo>
                  <a:cubicBezTo>
                    <a:pt x="1856" y="16"/>
                    <a:pt x="1796" y="0"/>
                    <a:pt x="1727" y="0"/>
                  </a:cubicBez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2" name="Google Shape;7362;p60">
              <a:extLst>
                <a:ext uri="{FF2B5EF4-FFF2-40B4-BE49-F238E27FC236}">
                  <a16:creationId xmlns:a16="http://schemas.microsoft.com/office/drawing/2014/main" id="{BA96B26B-EDE4-FC21-F139-8A701DB76F06}"/>
                </a:ext>
              </a:extLst>
            </p:cNvPr>
            <p:cNvSpPr/>
            <p:nvPr/>
          </p:nvSpPr>
          <p:spPr>
            <a:xfrm>
              <a:off x="5259188" y="3514295"/>
              <a:ext cx="19370" cy="46441"/>
            </a:xfrm>
            <a:custGeom>
              <a:avLst/>
              <a:gdLst/>
              <a:ahLst/>
              <a:cxnLst/>
              <a:rect l="l" t="t" r="r" b="b"/>
              <a:pathLst>
                <a:path w="835" h="2002" extrusionOk="0">
                  <a:moveTo>
                    <a:pt x="1" y="0"/>
                  </a:moveTo>
                  <a:lnTo>
                    <a:pt x="1" y="2002"/>
                  </a:lnTo>
                  <a:lnTo>
                    <a:pt x="835" y="2002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3" name="Google Shape;7363;p60">
              <a:extLst>
                <a:ext uri="{FF2B5EF4-FFF2-40B4-BE49-F238E27FC236}">
                  <a16:creationId xmlns:a16="http://schemas.microsoft.com/office/drawing/2014/main" id="{9F284306-916E-D885-3D75-71C18DF98DBC}"/>
                </a:ext>
              </a:extLst>
            </p:cNvPr>
            <p:cNvSpPr/>
            <p:nvPr/>
          </p:nvSpPr>
          <p:spPr>
            <a:xfrm>
              <a:off x="5242950" y="4476899"/>
              <a:ext cx="94414" cy="70451"/>
            </a:xfrm>
            <a:custGeom>
              <a:avLst/>
              <a:gdLst/>
              <a:ahLst/>
              <a:cxnLst/>
              <a:rect l="l" t="t" r="r" b="b"/>
              <a:pathLst>
                <a:path w="4070" h="3037" extrusionOk="0">
                  <a:moveTo>
                    <a:pt x="0" y="1"/>
                  </a:moveTo>
                  <a:lnTo>
                    <a:pt x="0" y="3036"/>
                  </a:lnTo>
                  <a:lnTo>
                    <a:pt x="4070" y="3036"/>
                  </a:lnTo>
                  <a:lnTo>
                    <a:pt x="40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4" name="Google Shape;7364;p60">
              <a:extLst>
                <a:ext uri="{FF2B5EF4-FFF2-40B4-BE49-F238E27FC236}">
                  <a16:creationId xmlns:a16="http://schemas.microsoft.com/office/drawing/2014/main" id="{F97990E4-FC37-D939-6AAD-2BA50B12E5FA}"/>
                </a:ext>
              </a:extLst>
            </p:cNvPr>
            <p:cNvSpPr/>
            <p:nvPr/>
          </p:nvSpPr>
          <p:spPr>
            <a:xfrm>
              <a:off x="5097479" y="4547326"/>
              <a:ext cx="386146" cy="27883"/>
            </a:xfrm>
            <a:custGeom>
              <a:avLst/>
              <a:gdLst/>
              <a:ahLst/>
              <a:cxnLst/>
              <a:rect l="l" t="t" r="r" b="b"/>
              <a:pathLst>
                <a:path w="16646" h="1202" extrusionOk="0">
                  <a:moveTo>
                    <a:pt x="0" y="0"/>
                  </a:moveTo>
                  <a:lnTo>
                    <a:pt x="0" y="1201"/>
                  </a:lnTo>
                  <a:lnTo>
                    <a:pt x="16645" y="1201"/>
                  </a:lnTo>
                  <a:lnTo>
                    <a:pt x="16645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5" name="Google Shape;7365;p60">
              <a:extLst>
                <a:ext uri="{FF2B5EF4-FFF2-40B4-BE49-F238E27FC236}">
                  <a16:creationId xmlns:a16="http://schemas.microsoft.com/office/drawing/2014/main" id="{0B8EB30A-0958-B023-C627-66D365C577B8}"/>
                </a:ext>
              </a:extLst>
            </p:cNvPr>
            <p:cNvSpPr/>
            <p:nvPr/>
          </p:nvSpPr>
          <p:spPr>
            <a:xfrm>
              <a:off x="6715481" y="3560713"/>
              <a:ext cx="20159" cy="985082"/>
            </a:xfrm>
            <a:custGeom>
              <a:avLst/>
              <a:gdLst/>
              <a:ahLst/>
              <a:cxnLst/>
              <a:rect l="l" t="t" r="r" b="b"/>
              <a:pathLst>
                <a:path w="869" h="42465" extrusionOk="0">
                  <a:moveTo>
                    <a:pt x="1" y="1"/>
                  </a:moveTo>
                  <a:lnTo>
                    <a:pt x="1" y="42465"/>
                  </a:lnTo>
                  <a:lnTo>
                    <a:pt x="868" y="42465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6" name="Google Shape;7366;p60">
              <a:extLst>
                <a:ext uri="{FF2B5EF4-FFF2-40B4-BE49-F238E27FC236}">
                  <a16:creationId xmlns:a16="http://schemas.microsoft.com/office/drawing/2014/main" id="{ED468A18-FB9C-2EC4-3A12-8BF2CF6CF567}"/>
                </a:ext>
              </a:extLst>
            </p:cNvPr>
            <p:cNvSpPr/>
            <p:nvPr/>
          </p:nvSpPr>
          <p:spPr>
            <a:xfrm>
              <a:off x="6676811" y="3514295"/>
              <a:ext cx="78941" cy="46441"/>
            </a:xfrm>
            <a:custGeom>
              <a:avLst/>
              <a:gdLst/>
              <a:ahLst/>
              <a:cxnLst/>
              <a:rect l="l" t="t" r="r" b="b"/>
              <a:pathLst>
                <a:path w="3403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3403" y="2002"/>
                  </a:lnTo>
                  <a:lnTo>
                    <a:pt x="3403" y="0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7" name="Google Shape;7367;p60">
              <a:extLst>
                <a:ext uri="{FF2B5EF4-FFF2-40B4-BE49-F238E27FC236}">
                  <a16:creationId xmlns:a16="http://schemas.microsoft.com/office/drawing/2014/main" id="{4D5E6F70-EEB3-8A47-EFBD-CF04E5558EAB}"/>
                </a:ext>
              </a:extLst>
            </p:cNvPr>
            <p:cNvSpPr/>
            <p:nvPr/>
          </p:nvSpPr>
          <p:spPr>
            <a:xfrm>
              <a:off x="6662869" y="3501908"/>
              <a:ext cx="109910" cy="11645"/>
            </a:xfrm>
            <a:custGeom>
              <a:avLst/>
              <a:gdLst/>
              <a:ahLst/>
              <a:cxnLst/>
              <a:rect l="l" t="t" r="r" b="b"/>
              <a:pathLst>
                <a:path w="4738" h="502" extrusionOk="0">
                  <a:moveTo>
                    <a:pt x="1" y="1"/>
                  </a:moveTo>
                  <a:lnTo>
                    <a:pt x="1" y="501"/>
                  </a:lnTo>
                  <a:lnTo>
                    <a:pt x="4737" y="501"/>
                  </a:lnTo>
                  <a:lnTo>
                    <a:pt x="4737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8" name="Google Shape;7368;p60">
              <a:extLst>
                <a:ext uri="{FF2B5EF4-FFF2-40B4-BE49-F238E27FC236}">
                  <a16:creationId xmlns:a16="http://schemas.microsoft.com/office/drawing/2014/main" id="{7075BA6F-6CC6-FAD8-2804-511147786013}"/>
                </a:ext>
              </a:extLst>
            </p:cNvPr>
            <p:cNvSpPr/>
            <p:nvPr/>
          </p:nvSpPr>
          <p:spPr>
            <a:xfrm>
              <a:off x="6652036" y="3373463"/>
              <a:ext cx="131576" cy="131576"/>
            </a:xfrm>
            <a:custGeom>
              <a:avLst/>
              <a:gdLst/>
              <a:ahLst/>
              <a:cxnLst/>
              <a:rect l="l" t="t" r="r" b="b"/>
              <a:pathLst>
                <a:path w="5672" h="5672" extrusionOk="0">
                  <a:moveTo>
                    <a:pt x="2836" y="0"/>
                  </a:moveTo>
                  <a:cubicBezTo>
                    <a:pt x="1268" y="0"/>
                    <a:pt x="1" y="1268"/>
                    <a:pt x="1" y="2836"/>
                  </a:cubicBezTo>
                  <a:cubicBezTo>
                    <a:pt x="1" y="4404"/>
                    <a:pt x="1268" y="5671"/>
                    <a:pt x="2836" y="5671"/>
                  </a:cubicBezTo>
                  <a:cubicBezTo>
                    <a:pt x="4404" y="5671"/>
                    <a:pt x="5671" y="4404"/>
                    <a:pt x="5671" y="2836"/>
                  </a:cubicBezTo>
                  <a:cubicBezTo>
                    <a:pt x="5671" y="1268"/>
                    <a:pt x="4404" y="0"/>
                    <a:pt x="28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9" name="Google Shape;7369;p60">
              <a:extLst>
                <a:ext uri="{FF2B5EF4-FFF2-40B4-BE49-F238E27FC236}">
                  <a16:creationId xmlns:a16="http://schemas.microsoft.com/office/drawing/2014/main" id="{5F1B1123-13FD-B22E-67B8-6871928C7F4D}"/>
                </a:ext>
              </a:extLst>
            </p:cNvPr>
            <p:cNvSpPr/>
            <p:nvPr/>
          </p:nvSpPr>
          <p:spPr>
            <a:xfrm>
              <a:off x="6730188" y="3380840"/>
              <a:ext cx="48784" cy="49040"/>
            </a:xfrm>
            <a:custGeom>
              <a:avLst/>
              <a:gdLst/>
              <a:ahLst/>
              <a:cxnLst/>
              <a:rect l="l" t="t" r="r" b="b"/>
              <a:pathLst>
                <a:path w="2103" h="2114" extrusionOk="0">
                  <a:moveTo>
                    <a:pt x="376" y="0"/>
                  </a:moveTo>
                  <a:cubicBezTo>
                    <a:pt x="307" y="0"/>
                    <a:pt x="247" y="16"/>
                    <a:pt x="201" y="49"/>
                  </a:cubicBezTo>
                  <a:cubicBezTo>
                    <a:pt x="1" y="250"/>
                    <a:pt x="168" y="850"/>
                    <a:pt x="635" y="1417"/>
                  </a:cubicBezTo>
                  <a:cubicBezTo>
                    <a:pt x="1003" y="1838"/>
                    <a:pt x="1412" y="2113"/>
                    <a:pt x="1683" y="2113"/>
                  </a:cubicBezTo>
                  <a:cubicBezTo>
                    <a:pt x="1756" y="2113"/>
                    <a:pt x="1819" y="2093"/>
                    <a:pt x="1869" y="2051"/>
                  </a:cubicBezTo>
                  <a:cubicBezTo>
                    <a:pt x="2102" y="1851"/>
                    <a:pt x="1935" y="1250"/>
                    <a:pt x="1468" y="717"/>
                  </a:cubicBezTo>
                  <a:cubicBezTo>
                    <a:pt x="1094" y="262"/>
                    <a:pt x="655" y="0"/>
                    <a:pt x="376" y="0"/>
                  </a:cubicBez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0" name="Google Shape;7370;p60">
              <a:extLst>
                <a:ext uri="{FF2B5EF4-FFF2-40B4-BE49-F238E27FC236}">
                  <a16:creationId xmlns:a16="http://schemas.microsoft.com/office/drawing/2014/main" id="{607FA8D7-A92B-A3C7-0321-6B3A81A7A0F7}"/>
                </a:ext>
              </a:extLst>
            </p:cNvPr>
            <p:cNvSpPr/>
            <p:nvPr/>
          </p:nvSpPr>
          <p:spPr>
            <a:xfrm>
              <a:off x="6727103" y="3514295"/>
              <a:ext cx="19370" cy="46441"/>
            </a:xfrm>
            <a:custGeom>
              <a:avLst/>
              <a:gdLst/>
              <a:ahLst/>
              <a:cxnLst/>
              <a:rect l="l" t="t" r="r" b="b"/>
              <a:pathLst>
                <a:path w="835" h="2002" extrusionOk="0">
                  <a:moveTo>
                    <a:pt x="0" y="0"/>
                  </a:moveTo>
                  <a:lnTo>
                    <a:pt x="0" y="2002"/>
                  </a:lnTo>
                  <a:lnTo>
                    <a:pt x="834" y="2002"/>
                  </a:lnTo>
                  <a:lnTo>
                    <a:pt x="834" y="0"/>
                  </a:lnTo>
                  <a:close/>
                </a:path>
              </a:pathLst>
            </a:custGeom>
            <a:solidFill>
              <a:srgbClr val="FFDF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1" name="Google Shape;7371;p60">
              <a:extLst>
                <a:ext uri="{FF2B5EF4-FFF2-40B4-BE49-F238E27FC236}">
                  <a16:creationId xmlns:a16="http://schemas.microsoft.com/office/drawing/2014/main" id="{263D55B9-E86C-07CD-EE38-1121DF79EAD4}"/>
                </a:ext>
              </a:extLst>
            </p:cNvPr>
            <p:cNvSpPr/>
            <p:nvPr/>
          </p:nvSpPr>
          <p:spPr>
            <a:xfrm>
              <a:off x="6669063" y="4476899"/>
              <a:ext cx="94437" cy="71216"/>
            </a:xfrm>
            <a:custGeom>
              <a:avLst/>
              <a:gdLst/>
              <a:ahLst/>
              <a:cxnLst/>
              <a:rect l="l" t="t" r="r" b="b"/>
              <a:pathLst>
                <a:path w="4071" h="3070" extrusionOk="0">
                  <a:moveTo>
                    <a:pt x="1" y="1"/>
                  </a:moveTo>
                  <a:lnTo>
                    <a:pt x="1" y="3070"/>
                  </a:lnTo>
                  <a:lnTo>
                    <a:pt x="4070" y="3070"/>
                  </a:lnTo>
                  <a:lnTo>
                    <a:pt x="4070" y="1"/>
                  </a:lnTo>
                  <a:close/>
                </a:path>
              </a:pathLst>
            </a:custGeom>
            <a:solidFill>
              <a:srgbClr val="FFB2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2" name="Google Shape;7372;p60">
              <a:extLst>
                <a:ext uri="{FF2B5EF4-FFF2-40B4-BE49-F238E27FC236}">
                  <a16:creationId xmlns:a16="http://schemas.microsoft.com/office/drawing/2014/main" id="{7158B79E-0799-B5AE-2B3F-1D3D662B9729}"/>
                </a:ext>
              </a:extLst>
            </p:cNvPr>
            <p:cNvSpPr/>
            <p:nvPr/>
          </p:nvSpPr>
          <p:spPr>
            <a:xfrm>
              <a:off x="6522826" y="4546561"/>
              <a:ext cx="386146" cy="27860"/>
            </a:xfrm>
            <a:custGeom>
              <a:avLst/>
              <a:gdLst/>
              <a:ahLst/>
              <a:cxnLst/>
              <a:rect l="l" t="t" r="r" b="b"/>
              <a:pathLst>
                <a:path w="16646" h="1201" extrusionOk="0">
                  <a:moveTo>
                    <a:pt x="0" y="0"/>
                  </a:moveTo>
                  <a:lnTo>
                    <a:pt x="0" y="1201"/>
                  </a:lnTo>
                  <a:lnTo>
                    <a:pt x="16645" y="1201"/>
                  </a:lnTo>
                  <a:lnTo>
                    <a:pt x="166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8C392828-A658-B835-E523-62EA9EC695FD}"/>
              </a:ext>
            </a:extLst>
          </p:cNvPr>
          <p:cNvSpPr txBox="1"/>
          <p:nvPr/>
        </p:nvSpPr>
        <p:spPr>
          <a:xfrm>
            <a:off x="666135" y="1824624"/>
            <a:ext cx="37689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0" dirty="0">
                <a:solidFill>
                  <a:schemeClr val="tx1"/>
                </a:solidFill>
                <a:latin typeface="Aptos Black" panose="020F0502020204030204" pitchFamily="34" charset="0"/>
              </a:rPr>
              <a:t>Thank</a:t>
            </a:r>
            <a:endParaRPr lang="zh-TW" altLang="en-US" sz="8000" dirty="0">
              <a:solidFill>
                <a:schemeClr val="tx1"/>
              </a:solidFill>
              <a:latin typeface="Aptos Black" panose="020F050202020403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F9373BC-B0E2-37F8-71EA-88CC763F4CCF}"/>
              </a:ext>
            </a:extLst>
          </p:cNvPr>
          <p:cNvSpPr txBox="1"/>
          <p:nvPr/>
        </p:nvSpPr>
        <p:spPr>
          <a:xfrm>
            <a:off x="5495092" y="1857373"/>
            <a:ext cx="24317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0" dirty="0">
                <a:solidFill>
                  <a:schemeClr val="tx1"/>
                </a:solidFill>
                <a:latin typeface="Aptos Black" panose="020F0502020204030204" pitchFamily="34" charset="0"/>
              </a:rPr>
              <a:t>You</a:t>
            </a:r>
            <a:endParaRPr lang="zh-TW" altLang="en-US" sz="8000" dirty="0">
              <a:solidFill>
                <a:schemeClr val="tx1"/>
              </a:solidFill>
              <a:latin typeface="Aptos Black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909337"/>
      </p:ext>
    </p:extLst>
  </p:cSld>
  <p:clrMapOvr>
    <a:masterClrMapping/>
  </p:clrMapOvr>
</p:sld>
</file>

<file path=ppt/theme/theme1.xml><?xml version="1.0" encoding="utf-8"?>
<a:theme xmlns:a="http://schemas.openxmlformats.org/drawingml/2006/main" name="Movie Awards Ceremony by Slidesgo">
  <a:themeElements>
    <a:clrScheme name="Simple Light">
      <a:dk1>
        <a:srgbClr val="FFFFFF"/>
      </a:dk1>
      <a:lt1>
        <a:srgbClr val="000D20"/>
      </a:lt1>
      <a:dk2>
        <a:srgbClr val="B7233F"/>
      </a:dk2>
      <a:lt2>
        <a:srgbClr val="80192C"/>
      </a:lt2>
      <a:accent1>
        <a:srgbClr val="FFE290"/>
      </a:accent1>
      <a:accent2>
        <a:srgbClr val="FFB243"/>
      </a:accent2>
      <a:accent3>
        <a:srgbClr val="2A2A53"/>
      </a:accent3>
      <a:accent4>
        <a:srgbClr val="869FB1"/>
      </a:accent4>
      <a:accent5>
        <a:srgbClr val="D9D7D3"/>
      </a:accent5>
      <a:accent6>
        <a:srgbClr val="6F1C4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PresentationFormat>如螢幕大小 (16:9)</PresentationFormat>
  <Paragraphs>109</Paragraphs>
  <Slides>22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30" baseType="lpstr">
      <vt:lpstr>Actor</vt:lpstr>
      <vt:lpstr>Aptos Black</vt:lpstr>
      <vt:lpstr>Arial</vt:lpstr>
      <vt:lpstr>Estrangelo Edessa</vt:lpstr>
      <vt:lpstr>Poppins</vt:lpstr>
      <vt:lpstr>Limelight</vt:lpstr>
      <vt:lpstr>Cambria Math</vt:lpstr>
      <vt:lpstr>Movie Awards Ceremony by Slidesgo</vt:lpstr>
      <vt:lpstr>The Hit Movie Formula: Data, Story, and Audience Appeal</vt:lpstr>
      <vt:lpstr>Table of contents</vt:lpstr>
      <vt:lpstr>The Story Begins!</vt:lpstr>
      <vt:lpstr>PowerPoint 簡報</vt:lpstr>
      <vt:lpstr>PowerPoint 簡報</vt:lpstr>
      <vt:lpstr>What are the awards?</vt:lpstr>
      <vt:lpstr>Data Analysis</vt:lpstr>
      <vt:lpstr>Data Sources</vt:lpstr>
      <vt:lpstr>Netflix Dataset</vt:lpstr>
      <vt:lpstr>Analysis pipeline</vt:lpstr>
      <vt:lpstr>Merging the Three Datasets</vt:lpstr>
      <vt:lpstr>Match Coverage</vt:lpstr>
      <vt:lpstr>Define “Hit” Series</vt:lpstr>
      <vt:lpstr>Validating the Hit Definition</vt:lpstr>
      <vt:lpstr>Binge Velocity</vt:lpstr>
      <vt:lpstr>Bayesian Adjusted Rating</vt:lpstr>
      <vt:lpstr>Cross-Platform Rating Gap</vt:lpstr>
      <vt:lpstr>Audience Buzz</vt:lpstr>
      <vt:lpstr>Feature Matrix</vt:lpstr>
      <vt:lpstr>Correlation Results</vt:lpstr>
      <vt:lpstr>Hit Score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葉秋彤 (114522071)</cp:lastModifiedBy>
  <cp:revision>1</cp:revision>
  <dcterms:modified xsi:type="dcterms:W3CDTF">2026-07-16T00:45:14Z</dcterms:modified>
</cp:coreProperties>
</file>